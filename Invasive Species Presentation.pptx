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64.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13" r:id="rId5"/>
    <p:sldMasterId id="2147483714"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Lst>
  <p:sldSz cy="5143500" cx="9144000"/>
  <p:notesSz cx="6858000" cy="9144000"/>
  <p:embeddedFontLst>
    <p:embeddedFont>
      <p:font typeface="Crimson Pro Medium"/>
      <p:regular r:id="rId20"/>
      <p:bold r:id="rId21"/>
      <p:italic r:id="rId22"/>
      <p:boldItalic r:id="rId23"/>
    </p:embeddedFont>
    <p:embeddedFont>
      <p:font typeface="Crimson Pro"/>
      <p:regular r:id="rId24"/>
      <p:bold r:id="rId25"/>
      <p:italic r:id="rId26"/>
      <p:boldItalic r:id="rId27"/>
    </p:embeddedFont>
    <p:embeddedFont>
      <p:font typeface="Crimson Pro SemiBold"/>
      <p:regular r:id="rId28"/>
      <p:bold r:id="rId29"/>
      <p:italic r:id="rId30"/>
      <p:boldItalic r:id="rId31"/>
    </p:embeddedFont>
    <p:embeddedFont>
      <p:font typeface="Space Grotesk"/>
      <p:regular r:id="rId32"/>
      <p:bold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23DEC9C-ECB6-468F-B446-90BCE04BCB2E}">
  <a:tblStyle styleId="{023DEC9C-ECB6-468F-B446-90BCE04BCB2E}"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font" Target="fonts/CrimsonProSemiBold-boldItalic.fntdata"/><Relationship Id="rId30" Type="http://schemas.openxmlformats.org/officeDocument/2006/relationships/font" Target="fonts/CrimsonProSemiBold-italic.fntdata"/><Relationship Id="rId33" Type="http://schemas.openxmlformats.org/officeDocument/2006/relationships/font" Target="fonts/SpaceGrotesk-bold.fntdata"/><Relationship Id="rId32" Type="http://schemas.openxmlformats.org/officeDocument/2006/relationships/font" Target="fonts/SpaceGrotesk-regular.fntdata"/><Relationship Id="rId20" Type="http://schemas.openxmlformats.org/officeDocument/2006/relationships/font" Target="fonts/CrimsonProMedium-regular.fntdata"/><Relationship Id="rId22" Type="http://schemas.openxmlformats.org/officeDocument/2006/relationships/font" Target="fonts/CrimsonProMedium-italic.fntdata"/><Relationship Id="rId21" Type="http://schemas.openxmlformats.org/officeDocument/2006/relationships/font" Target="fonts/CrimsonProMedium-bold.fntdata"/><Relationship Id="rId24" Type="http://schemas.openxmlformats.org/officeDocument/2006/relationships/font" Target="fonts/CrimsonPro-regular.fntdata"/><Relationship Id="rId23" Type="http://schemas.openxmlformats.org/officeDocument/2006/relationships/font" Target="fonts/CrimsonProMedium-boldItalic.fntdata"/><Relationship Id="rId26" Type="http://schemas.openxmlformats.org/officeDocument/2006/relationships/font" Target="fonts/CrimsonPro-italic.fntdata"/><Relationship Id="rId25" Type="http://schemas.openxmlformats.org/officeDocument/2006/relationships/font" Target="fonts/CrimsonPro-bold.fntdata"/><Relationship Id="rId28" Type="http://schemas.openxmlformats.org/officeDocument/2006/relationships/font" Target="fonts/CrimsonProSemiBold-regular.fntdata"/><Relationship Id="rId27" Type="http://schemas.openxmlformats.org/officeDocument/2006/relationships/font" Target="fonts/CrimsonPro-boldItalic.fntdata"/><Relationship Id="rId29" Type="http://schemas.openxmlformats.org/officeDocument/2006/relationships/font" Target="fonts/CrimsonProSemiBold-bold.fntdata"/><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g34a90b05120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1" name="Google Shape;581;g34a90b05120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Erica</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g34a90b05120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1" name="Google Shape;591;g34a90b05120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Erica</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0" name="Shape 600"/>
        <p:cNvGrpSpPr/>
        <p:nvPr/>
      </p:nvGrpSpPr>
      <p:grpSpPr>
        <a:xfrm>
          <a:off x="0" y="0"/>
          <a:ext cx="0" cy="0"/>
          <a:chOff x="0" y="0"/>
          <a:chExt cx="0" cy="0"/>
        </a:xfrm>
      </p:grpSpPr>
      <p:sp>
        <p:nvSpPr>
          <p:cNvPr id="601" name="Google Shape;601;g34a90b05120_0_1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2" name="Google Shape;602;g34a90b05120_0_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Zoe</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3" name="Shape 613"/>
        <p:cNvGrpSpPr/>
        <p:nvPr/>
      </p:nvGrpSpPr>
      <p:grpSpPr>
        <a:xfrm>
          <a:off x="0" y="0"/>
          <a:ext cx="0" cy="0"/>
          <a:chOff x="0" y="0"/>
          <a:chExt cx="0" cy="0"/>
        </a:xfrm>
      </p:grpSpPr>
      <p:sp>
        <p:nvSpPr>
          <p:cNvPr id="614" name="Google Shape;614;g34a90b05120_0_6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5" name="Google Shape;615;g34a90b05120_0_6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Erica</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g34b009acb59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1" name="Google Shape;621;g34b009acb59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olivia</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5" name="Shape 625"/>
        <p:cNvGrpSpPr/>
        <p:nvPr/>
      </p:nvGrpSpPr>
      <p:grpSpPr>
        <a:xfrm>
          <a:off x="0" y="0"/>
          <a:ext cx="0" cy="0"/>
          <a:chOff x="0" y="0"/>
          <a:chExt cx="0" cy="0"/>
        </a:xfrm>
      </p:grpSpPr>
      <p:sp>
        <p:nvSpPr>
          <p:cNvPr id="626" name="Google Shape;626;g34b009acb59_1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7" name="Google Shape;627;g34b009acb59_1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Zoe</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1" name="Shape 631"/>
        <p:cNvGrpSpPr/>
        <p:nvPr/>
      </p:nvGrpSpPr>
      <p:grpSpPr>
        <a:xfrm>
          <a:off x="0" y="0"/>
          <a:ext cx="0" cy="0"/>
          <a:chOff x="0" y="0"/>
          <a:chExt cx="0" cy="0"/>
        </a:xfrm>
      </p:grpSpPr>
      <p:sp>
        <p:nvSpPr>
          <p:cNvPr id="632" name="Google Shape;632;g34ea1a9547c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3" name="Google Shape;633;g34ea1a9547c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Erica</a:t>
            </a:r>
            <a:endParaRPr/>
          </a:p>
          <a:p>
            <a:pPr indent="0" lvl="0" marL="0" rtl="0" algn="l">
              <a:spcBef>
                <a:spcPts val="0"/>
              </a:spcBef>
              <a:spcAft>
                <a:spcPts val="0"/>
              </a:spcAft>
              <a:buNone/>
            </a:pPr>
            <a:r>
              <a:rPr lang="en"/>
              <a:t>We compared thresholds 0.4 0.7 </a:t>
            </a:r>
            <a:endParaRPr/>
          </a:p>
          <a:p>
            <a:pPr indent="0" lvl="0" marL="0" rtl="0" algn="l">
              <a:spcBef>
                <a:spcPts val="0"/>
              </a:spcBef>
              <a:spcAft>
                <a:spcPts val="0"/>
              </a:spcAft>
              <a:buNone/>
            </a:pPr>
            <a:r>
              <a:rPr lang="en"/>
              <a:t>between the two confusion </a:t>
            </a:r>
            <a:r>
              <a:rPr lang="en"/>
              <a:t>matrices</a:t>
            </a:r>
            <a:r>
              <a:rPr lang="en"/>
              <a:t> we can see that the 0.7 threshold did worse </a:t>
            </a:r>
            <a:endParaRPr/>
          </a:p>
          <a:p>
            <a:pPr indent="0" lvl="0" marL="0" rtl="0" algn="l">
              <a:spcBef>
                <a:spcPts val="0"/>
              </a:spcBef>
              <a:spcAft>
                <a:spcPts val="0"/>
              </a:spcAft>
              <a:buNone/>
            </a:pPr>
            <a:r>
              <a:rPr lang="en"/>
              <a:t>and that is because while precision improved, the recall and f1 score was worse. our best model was densenet</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0" name="Shape 640"/>
        <p:cNvGrpSpPr/>
        <p:nvPr/>
      </p:nvGrpSpPr>
      <p:grpSpPr>
        <a:xfrm>
          <a:off x="0" y="0"/>
          <a:ext cx="0" cy="0"/>
          <a:chOff x="0" y="0"/>
          <a:chExt cx="0" cy="0"/>
        </a:xfrm>
      </p:grpSpPr>
      <p:sp>
        <p:nvSpPr>
          <p:cNvPr id="641" name="Google Shape;641;g34ea1a9547c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2" name="Google Shape;642;g34ea1a9547c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olivia</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g34ea1a9547c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1" name="Google Shape;651;g34ea1a9547c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Zoe</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6" name="Shape 656"/>
        <p:cNvGrpSpPr/>
        <p:nvPr/>
      </p:nvGrpSpPr>
      <p:grpSpPr>
        <a:xfrm>
          <a:off x="0" y="0"/>
          <a:ext cx="0" cy="0"/>
          <a:chOff x="0" y="0"/>
          <a:chExt cx="0" cy="0"/>
        </a:xfrm>
      </p:grpSpPr>
      <p:sp>
        <p:nvSpPr>
          <p:cNvPr id="657" name="Google Shape;657;g34ea1a9547c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8" name="Google Shape;658;g34ea1a9547c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Olivia</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2" name="Shape 662"/>
        <p:cNvGrpSpPr/>
        <p:nvPr/>
      </p:nvGrpSpPr>
      <p:grpSpPr>
        <a:xfrm>
          <a:off x="0" y="0"/>
          <a:ext cx="0" cy="0"/>
          <a:chOff x="0" y="0"/>
          <a:chExt cx="0" cy="0"/>
        </a:xfrm>
      </p:grpSpPr>
      <p:sp>
        <p:nvSpPr>
          <p:cNvPr id="663" name="Google Shape;663;g34ea1a9547c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4" name="Google Shape;664;g34ea1a9547c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8" name="Shape 668"/>
        <p:cNvGrpSpPr/>
        <p:nvPr/>
      </p:nvGrpSpPr>
      <p:grpSpPr>
        <a:xfrm>
          <a:off x="0" y="0"/>
          <a:ext cx="0" cy="0"/>
          <a:chOff x="0" y="0"/>
          <a:chExt cx="0" cy="0"/>
        </a:xfrm>
      </p:grpSpPr>
      <p:sp>
        <p:nvSpPr>
          <p:cNvPr id="669" name="Google Shape;669;g34a90b05120_0_6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0" name="Google Shape;670;g34a90b05120_0_6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type="title">
  <p:cSld name="TITLE">
    <p:bg>
      <p:bgPr>
        <a:solidFill>
          <a:schemeClr val="lt2"/>
        </a:solidFill>
      </p:bgPr>
    </p:bg>
    <p:spTree>
      <p:nvGrpSpPr>
        <p:cNvPr id="53" name="Shape 53"/>
        <p:cNvGrpSpPr/>
        <p:nvPr/>
      </p:nvGrpSpPr>
      <p:grpSpPr>
        <a:xfrm>
          <a:off x="0" y="0"/>
          <a:ext cx="0" cy="0"/>
          <a:chOff x="0" y="0"/>
          <a:chExt cx="0" cy="0"/>
        </a:xfrm>
      </p:grpSpPr>
      <p:sp>
        <p:nvSpPr>
          <p:cNvPr id="54" name="Google Shape;54;p14"/>
          <p:cNvSpPr/>
          <p:nvPr>
            <p:ph idx="2" type="pic"/>
          </p:nvPr>
        </p:nvSpPr>
        <p:spPr>
          <a:xfrm>
            <a:off x="0" y="0"/>
            <a:ext cx="9144000" cy="5143500"/>
          </a:xfrm>
          <a:prstGeom prst="rect">
            <a:avLst/>
          </a:prstGeom>
          <a:noFill/>
          <a:ln>
            <a:noFill/>
          </a:ln>
        </p:spPr>
      </p:sp>
      <p:sp>
        <p:nvSpPr>
          <p:cNvPr id="55" name="Google Shape;55;p14"/>
          <p:cNvSpPr txBox="1"/>
          <p:nvPr>
            <p:ph type="title"/>
          </p:nvPr>
        </p:nvSpPr>
        <p:spPr>
          <a:xfrm>
            <a:off x="285750" y="1639500"/>
            <a:ext cx="8572500" cy="18645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Clr>
                <a:schemeClr val="dk1"/>
              </a:buClr>
              <a:buSzPts val="7200"/>
              <a:buNone/>
              <a:defRPr sz="7200"/>
            </a:lvl1pPr>
            <a:lvl2pPr lvl="1">
              <a:lnSpc>
                <a:spcPct val="80000"/>
              </a:lnSpc>
              <a:spcBef>
                <a:spcPts val="0"/>
              </a:spcBef>
              <a:spcAft>
                <a:spcPts val="0"/>
              </a:spcAft>
              <a:buClr>
                <a:schemeClr val="dk1"/>
              </a:buClr>
              <a:buSzPts val="7200"/>
              <a:buNone/>
              <a:defRPr sz="7200"/>
            </a:lvl2pPr>
            <a:lvl3pPr lvl="2">
              <a:lnSpc>
                <a:spcPct val="80000"/>
              </a:lnSpc>
              <a:spcBef>
                <a:spcPts val="0"/>
              </a:spcBef>
              <a:spcAft>
                <a:spcPts val="0"/>
              </a:spcAft>
              <a:buClr>
                <a:schemeClr val="dk1"/>
              </a:buClr>
              <a:buSzPts val="7200"/>
              <a:buNone/>
              <a:defRPr sz="7200"/>
            </a:lvl3pPr>
            <a:lvl4pPr lvl="3">
              <a:lnSpc>
                <a:spcPct val="80000"/>
              </a:lnSpc>
              <a:spcBef>
                <a:spcPts val="0"/>
              </a:spcBef>
              <a:spcAft>
                <a:spcPts val="0"/>
              </a:spcAft>
              <a:buClr>
                <a:schemeClr val="dk1"/>
              </a:buClr>
              <a:buSzPts val="7200"/>
              <a:buNone/>
              <a:defRPr sz="7200"/>
            </a:lvl4pPr>
            <a:lvl5pPr lvl="4">
              <a:lnSpc>
                <a:spcPct val="80000"/>
              </a:lnSpc>
              <a:spcBef>
                <a:spcPts val="0"/>
              </a:spcBef>
              <a:spcAft>
                <a:spcPts val="0"/>
              </a:spcAft>
              <a:buClr>
                <a:schemeClr val="dk1"/>
              </a:buClr>
              <a:buSzPts val="7200"/>
              <a:buNone/>
              <a:defRPr sz="7200"/>
            </a:lvl5pPr>
            <a:lvl6pPr lvl="5">
              <a:lnSpc>
                <a:spcPct val="80000"/>
              </a:lnSpc>
              <a:spcBef>
                <a:spcPts val="0"/>
              </a:spcBef>
              <a:spcAft>
                <a:spcPts val="0"/>
              </a:spcAft>
              <a:buClr>
                <a:schemeClr val="dk1"/>
              </a:buClr>
              <a:buSzPts val="7200"/>
              <a:buNone/>
              <a:defRPr sz="7200"/>
            </a:lvl6pPr>
            <a:lvl7pPr lvl="6">
              <a:lnSpc>
                <a:spcPct val="80000"/>
              </a:lnSpc>
              <a:spcBef>
                <a:spcPts val="0"/>
              </a:spcBef>
              <a:spcAft>
                <a:spcPts val="0"/>
              </a:spcAft>
              <a:buClr>
                <a:schemeClr val="dk1"/>
              </a:buClr>
              <a:buSzPts val="7200"/>
              <a:buNone/>
              <a:defRPr sz="7200"/>
            </a:lvl7pPr>
            <a:lvl8pPr lvl="7">
              <a:lnSpc>
                <a:spcPct val="80000"/>
              </a:lnSpc>
              <a:spcBef>
                <a:spcPts val="0"/>
              </a:spcBef>
              <a:spcAft>
                <a:spcPts val="0"/>
              </a:spcAft>
              <a:buClr>
                <a:schemeClr val="dk1"/>
              </a:buClr>
              <a:buSzPts val="7200"/>
              <a:buNone/>
              <a:defRPr sz="7200"/>
            </a:lvl8pPr>
            <a:lvl9pPr lvl="8">
              <a:lnSpc>
                <a:spcPct val="80000"/>
              </a:lnSpc>
              <a:spcBef>
                <a:spcPts val="0"/>
              </a:spcBef>
              <a:spcAft>
                <a:spcPts val="0"/>
              </a:spcAft>
              <a:buClr>
                <a:schemeClr val="dk1"/>
              </a:buClr>
              <a:buSzPts val="7200"/>
              <a:buNone/>
              <a:defRPr sz="7200"/>
            </a:lvl9pPr>
          </a:lstStyle>
          <a:p/>
        </p:txBody>
      </p:sp>
      <p:sp>
        <p:nvSpPr>
          <p:cNvPr id="56" name="Google Shape;56;p14"/>
          <p:cNvSpPr txBox="1"/>
          <p:nvPr>
            <p:ph idx="1" type="subTitle"/>
          </p:nvPr>
        </p:nvSpPr>
        <p:spPr>
          <a:xfrm>
            <a:off x="342750" y="3820125"/>
            <a:ext cx="2148300" cy="553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2400"/>
              <a:buNone/>
              <a:defRPr/>
            </a:lvl1pPr>
            <a:lvl2pPr lvl="1">
              <a:spcBef>
                <a:spcPts val="0"/>
              </a:spcBef>
              <a:spcAft>
                <a:spcPts val="0"/>
              </a:spcAft>
              <a:buClr>
                <a:schemeClr val="dk1"/>
              </a:buClr>
              <a:buSzPts val="2400"/>
              <a:buNone/>
              <a:defRPr/>
            </a:lvl2pPr>
            <a:lvl3pPr lvl="2">
              <a:spcBef>
                <a:spcPts val="0"/>
              </a:spcBef>
              <a:spcAft>
                <a:spcPts val="0"/>
              </a:spcAft>
              <a:buClr>
                <a:schemeClr val="dk1"/>
              </a:buClr>
              <a:buSzPts val="2400"/>
              <a:buNone/>
              <a:defRPr/>
            </a:lvl3pPr>
            <a:lvl4pPr lvl="3">
              <a:spcBef>
                <a:spcPts val="0"/>
              </a:spcBef>
              <a:spcAft>
                <a:spcPts val="0"/>
              </a:spcAft>
              <a:buClr>
                <a:schemeClr val="dk1"/>
              </a:buClr>
              <a:buSzPts val="2400"/>
              <a:buNone/>
              <a:defRPr/>
            </a:lvl4pPr>
            <a:lvl5pPr lvl="4">
              <a:spcBef>
                <a:spcPts val="0"/>
              </a:spcBef>
              <a:spcAft>
                <a:spcPts val="0"/>
              </a:spcAft>
              <a:buClr>
                <a:schemeClr val="dk1"/>
              </a:buClr>
              <a:buSzPts val="2400"/>
              <a:buNone/>
              <a:defRPr/>
            </a:lvl5pPr>
            <a:lvl6pPr lvl="5">
              <a:spcBef>
                <a:spcPts val="0"/>
              </a:spcBef>
              <a:spcAft>
                <a:spcPts val="0"/>
              </a:spcAft>
              <a:buClr>
                <a:schemeClr val="dk1"/>
              </a:buClr>
              <a:buSzPts val="2400"/>
              <a:buNone/>
              <a:defRPr/>
            </a:lvl6pPr>
            <a:lvl7pPr lvl="6">
              <a:spcBef>
                <a:spcPts val="0"/>
              </a:spcBef>
              <a:spcAft>
                <a:spcPts val="0"/>
              </a:spcAft>
              <a:buClr>
                <a:schemeClr val="dk1"/>
              </a:buClr>
              <a:buSzPts val="2400"/>
              <a:buNone/>
              <a:defRPr/>
            </a:lvl7pPr>
            <a:lvl8pPr lvl="7">
              <a:spcBef>
                <a:spcPts val="0"/>
              </a:spcBef>
              <a:spcAft>
                <a:spcPts val="0"/>
              </a:spcAft>
              <a:buClr>
                <a:schemeClr val="dk1"/>
              </a:buClr>
              <a:buSzPts val="2400"/>
              <a:buNone/>
              <a:defRPr/>
            </a:lvl8pPr>
            <a:lvl9pPr lvl="8">
              <a:spcBef>
                <a:spcPts val="0"/>
              </a:spcBef>
              <a:spcAft>
                <a:spcPts val="0"/>
              </a:spcAft>
              <a:buClr>
                <a:schemeClr val="dk1"/>
              </a:buClr>
              <a:buSzPts val="2400"/>
              <a:buNone/>
              <a:defRPr/>
            </a:lvl9pPr>
          </a:lstStyle>
          <a:p/>
        </p:txBody>
      </p:sp>
      <p:sp>
        <p:nvSpPr>
          <p:cNvPr id="57" name="Google Shape;57;p14"/>
          <p:cNvSpPr txBox="1"/>
          <p:nvPr>
            <p:ph idx="3" type="subTitle"/>
          </p:nvPr>
        </p:nvSpPr>
        <p:spPr>
          <a:xfrm>
            <a:off x="6652800" y="3820125"/>
            <a:ext cx="2148300" cy="553200"/>
          </a:xfrm>
          <a:prstGeom prst="rect">
            <a:avLst/>
          </a:prstGeom>
        </p:spPr>
        <p:txBody>
          <a:bodyPr anchorCtr="0" anchor="t" bIns="91425" lIns="91425" spcFirstLastPara="1" rIns="91425" wrap="square" tIns="91425">
            <a:noAutofit/>
          </a:bodyPr>
          <a:lstStyle>
            <a:lvl1pPr lvl="0" algn="r">
              <a:spcBef>
                <a:spcPts val="0"/>
              </a:spcBef>
              <a:spcAft>
                <a:spcPts val="0"/>
              </a:spcAft>
              <a:buClr>
                <a:schemeClr val="dk1"/>
              </a:buClr>
              <a:buSzPts val="1600"/>
              <a:buFont typeface="Crimson Pro Medium"/>
              <a:buNone/>
              <a:defRPr sz="1600">
                <a:latin typeface="Crimson Pro Medium"/>
                <a:ea typeface="Crimson Pro Medium"/>
                <a:cs typeface="Crimson Pro Medium"/>
                <a:sym typeface="Crimson Pro Medium"/>
              </a:defRPr>
            </a:lvl1pPr>
            <a:lvl2pPr lvl="1" algn="r">
              <a:spcBef>
                <a:spcPts val="0"/>
              </a:spcBef>
              <a:spcAft>
                <a:spcPts val="0"/>
              </a:spcAft>
              <a:buClr>
                <a:schemeClr val="dk1"/>
              </a:buClr>
              <a:buSzPts val="1600"/>
              <a:buFont typeface="Crimson Pro Medium"/>
              <a:buNone/>
              <a:defRPr sz="1600">
                <a:latin typeface="Crimson Pro Medium"/>
                <a:ea typeface="Crimson Pro Medium"/>
                <a:cs typeface="Crimson Pro Medium"/>
                <a:sym typeface="Crimson Pro Medium"/>
              </a:defRPr>
            </a:lvl2pPr>
            <a:lvl3pPr lvl="2" algn="r">
              <a:spcBef>
                <a:spcPts val="0"/>
              </a:spcBef>
              <a:spcAft>
                <a:spcPts val="0"/>
              </a:spcAft>
              <a:buClr>
                <a:schemeClr val="dk1"/>
              </a:buClr>
              <a:buSzPts val="1600"/>
              <a:buFont typeface="Crimson Pro Medium"/>
              <a:buNone/>
              <a:defRPr sz="1600">
                <a:latin typeface="Crimson Pro Medium"/>
                <a:ea typeface="Crimson Pro Medium"/>
                <a:cs typeface="Crimson Pro Medium"/>
                <a:sym typeface="Crimson Pro Medium"/>
              </a:defRPr>
            </a:lvl3pPr>
            <a:lvl4pPr lvl="3" algn="r">
              <a:spcBef>
                <a:spcPts val="0"/>
              </a:spcBef>
              <a:spcAft>
                <a:spcPts val="0"/>
              </a:spcAft>
              <a:buClr>
                <a:schemeClr val="dk1"/>
              </a:buClr>
              <a:buSzPts val="1600"/>
              <a:buFont typeface="Crimson Pro Medium"/>
              <a:buNone/>
              <a:defRPr sz="1600">
                <a:latin typeface="Crimson Pro Medium"/>
                <a:ea typeface="Crimson Pro Medium"/>
                <a:cs typeface="Crimson Pro Medium"/>
                <a:sym typeface="Crimson Pro Medium"/>
              </a:defRPr>
            </a:lvl4pPr>
            <a:lvl5pPr lvl="4" algn="r">
              <a:spcBef>
                <a:spcPts val="0"/>
              </a:spcBef>
              <a:spcAft>
                <a:spcPts val="0"/>
              </a:spcAft>
              <a:buClr>
                <a:schemeClr val="dk1"/>
              </a:buClr>
              <a:buSzPts val="1600"/>
              <a:buFont typeface="Crimson Pro Medium"/>
              <a:buNone/>
              <a:defRPr sz="1600">
                <a:latin typeface="Crimson Pro Medium"/>
                <a:ea typeface="Crimson Pro Medium"/>
                <a:cs typeface="Crimson Pro Medium"/>
                <a:sym typeface="Crimson Pro Medium"/>
              </a:defRPr>
            </a:lvl5pPr>
            <a:lvl6pPr lvl="5" algn="r">
              <a:spcBef>
                <a:spcPts val="0"/>
              </a:spcBef>
              <a:spcAft>
                <a:spcPts val="0"/>
              </a:spcAft>
              <a:buClr>
                <a:schemeClr val="dk1"/>
              </a:buClr>
              <a:buSzPts val="1600"/>
              <a:buFont typeface="Crimson Pro Medium"/>
              <a:buNone/>
              <a:defRPr sz="1600">
                <a:latin typeface="Crimson Pro Medium"/>
                <a:ea typeface="Crimson Pro Medium"/>
                <a:cs typeface="Crimson Pro Medium"/>
                <a:sym typeface="Crimson Pro Medium"/>
              </a:defRPr>
            </a:lvl6pPr>
            <a:lvl7pPr lvl="6" algn="r">
              <a:spcBef>
                <a:spcPts val="0"/>
              </a:spcBef>
              <a:spcAft>
                <a:spcPts val="0"/>
              </a:spcAft>
              <a:buClr>
                <a:schemeClr val="dk1"/>
              </a:buClr>
              <a:buSzPts val="1600"/>
              <a:buFont typeface="Crimson Pro Medium"/>
              <a:buNone/>
              <a:defRPr sz="1600">
                <a:latin typeface="Crimson Pro Medium"/>
                <a:ea typeface="Crimson Pro Medium"/>
                <a:cs typeface="Crimson Pro Medium"/>
                <a:sym typeface="Crimson Pro Medium"/>
              </a:defRPr>
            </a:lvl7pPr>
            <a:lvl8pPr lvl="7" algn="r">
              <a:spcBef>
                <a:spcPts val="0"/>
              </a:spcBef>
              <a:spcAft>
                <a:spcPts val="0"/>
              </a:spcAft>
              <a:buClr>
                <a:schemeClr val="dk1"/>
              </a:buClr>
              <a:buSzPts val="1600"/>
              <a:buFont typeface="Crimson Pro Medium"/>
              <a:buNone/>
              <a:defRPr sz="1600">
                <a:latin typeface="Crimson Pro Medium"/>
                <a:ea typeface="Crimson Pro Medium"/>
                <a:cs typeface="Crimson Pro Medium"/>
                <a:sym typeface="Crimson Pro Medium"/>
              </a:defRPr>
            </a:lvl8pPr>
            <a:lvl9pPr lvl="8" algn="r">
              <a:spcBef>
                <a:spcPts val="0"/>
              </a:spcBef>
              <a:spcAft>
                <a:spcPts val="0"/>
              </a:spcAft>
              <a:buClr>
                <a:schemeClr val="dk1"/>
              </a:buClr>
              <a:buSzPts val="1600"/>
              <a:buFont typeface="Crimson Pro Medium"/>
              <a:buNone/>
              <a:defRPr sz="1600">
                <a:latin typeface="Crimson Pro Medium"/>
                <a:ea typeface="Crimson Pro Medium"/>
                <a:cs typeface="Crimson Pro Medium"/>
                <a:sym typeface="Crimson Pro Medium"/>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Divider" type="secHead">
  <p:cSld name="SECTION_HEADER">
    <p:spTree>
      <p:nvGrpSpPr>
        <p:cNvPr id="58" name="Shape 58"/>
        <p:cNvGrpSpPr/>
        <p:nvPr/>
      </p:nvGrpSpPr>
      <p:grpSpPr>
        <a:xfrm>
          <a:off x="0" y="0"/>
          <a:ext cx="0" cy="0"/>
          <a:chOff x="0" y="0"/>
          <a:chExt cx="0" cy="0"/>
        </a:xfrm>
      </p:grpSpPr>
      <p:sp>
        <p:nvSpPr>
          <p:cNvPr id="59" name="Google Shape;59;p15"/>
          <p:cNvSpPr/>
          <p:nvPr>
            <p:ph idx="2" type="pic"/>
          </p:nvPr>
        </p:nvSpPr>
        <p:spPr>
          <a:xfrm>
            <a:off x="0" y="0"/>
            <a:ext cx="9144000" cy="5143500"/>
          </a:xfrm>
          <a:prstGeom prst="rect">
            <a:avLst/>
          </a:prstGeom>
          <a:noFill/>
          <a:ln>
            <a:noFill/>
          </a:ln>
        </p:spPr>
      </p:sp>
      <p:sp>
        <p:nvSpPr>
          <p:cNvPr id="60" name="Google Shape;60;p15"/>
          <p:cNvSpPr txBox="1"/>
          <p:nvPr>
            <p:ph type="title"/>
          </p:nvPr>
        </p:nvSpPr>
        <p:spPr>
          <a:xfrm>
            <a:off x="4634650" y="223475"/>
            <a:ext cx="4280700" cy="1731300"/>
          </a:xfrm>
          <a:prstGeom prst="rect">
            <a:avLst/>
          </a:prstGeom>
        </p:spPr>
        <p:txBody>
          <a:bodyPr anchorCtr="0" anchor="t" bIns="91425" lIns="91425" spcFirstLastPara="1" rIns="91425" wrap="square" tIns="91425">
            <a:normAutofit/>
          </a:bodyPr>
          <a:lstStyle>
            <a:lvl1pPr lvl="0">
              <a:spcBef>
                <a:spcPts val="0"/>
              </a:spcBef>
              <a:spcAft>
                <a:spcPts val="0"/>
              </a:spcAft>
              <a:buClr>
                <a:schemeClr val="dk1"/>
              </a:buClr>
              <a:buSzPts val="7200"/>
              <a:buNone/>
              <a:defRPr sz="7200"/>
            </a:lvl1pPr>
            <a:lvl2pPr lvl="1">
              <a:spcBef>
                <a:spcPts val="0"/>
              </a:spcBef>
              <a:spcAft>
                <a:spcPts val="0"/>
              </a:spcAft>
              <a:buClr>
                <a:schemeClr val="dk1"/>
              </a:buClr>
              <a:buSzPts val="7200"/>
              <a:buNone/>
              <a:defRPr sz="7200"/>
            </a:lvl2pPr>
            <a:lvl3pPr lvl="2">
              <a:spcBef>
                <a:spcPts val="0"/>
              </a:spcBef>
              <a:spcAft>
                <a:spcPts val="0"/>
              </a:spcAft>
              <a:buClr>
                <a:schemeClr val="dk1"/>
              </a:buClr>
              <a:buSzPts val="7200"/>
              <a:buNone/>
              <a:defRPr sz="7200"/>
            </a:lvl3pPr>
            <a:lvl4pPr lvl="3">
              <a:spcBef>
                <a:spcPts val="0"/>
              </a:spcBef>
              <a:spcAft>
                <a:spcPts val="0"/>
              </a:spcAft>
              <a:buClr>
                <a:schemeClr val="dk1"/>
              </a:buClr>
              <a:buSzPts val="7200"/>
              <a:buNone/>
              <a:defRPr sz="7200"/>
            </a:lvl4pPr>
            <a:lvl5pPr lvl="4">
              <a:spcBef>
                <a:spcPts val="0"/>
              </a:spcBef>
              <a:spcAft>
                <a:spcPts val="0"/>
              </a:spcAft>
              <a:buClr>
                <a:schemeClr val="dk1"/>
              </a:buClr>
              <a:buSzPts val="7200"/>
              <a:buNone/>
              <a:defRPr sz="7200"/>
            </a:lvl5pPr>
            <a:lvl6pPr lvl="5">
              <a:spcBef>
                <a:spcPts val="0"/>
              </a:spcBef>
              <a:spcAft>
                <a:spcPts val="0"/>
              </a:spcAft>
              <a:buClr>
                <a:schemeClr val="dk1"/>
              </a:buClr>
              <a:buSzPts val="7200"/>
              <a:buNone/>
              <a:defRPr sz="7200"/>
            </a:lvl6pPr>
            <a:lvl7pPr lvl="6">
              <a:spcBef>
                <a:spcPts val="0"/>
              </a:spcBef>
              <a:spcAft>
                <a:spcPts val="0"/>
              </a:spcAft>
              <a:buClr>
                <a:schemeClr val="dk1"/>
              </a:buClr>
              <a:buSzPts val="7200"/>
              <a:buNone/>
              <a:defRPr sz="7200"/>
            </a:lvl7pPr>
            <a:lvl8pPr lvl="7">
              <a:spcBef>
                <a:spcPts val="0"/>
              </a:spcBef>
              <a:spcAft>
                <a:spcPts val="0"/>
              </a:spcAft>
              <a:buClr>
                <a:schemeClr val="dk1"/>
              </a:buClr>
              <a:buSzPts val="7200"/>
              <a:buNone/>
              <a:defRPr sz="7200"/>
            </a:lvl8pPr>
            <a:lvl9pPr lvl="8">
              <a:spcBef>
                <a:spcPts val="0"/>
              </a:spcBef>
              <a:spcAft>
                <a:spcPts val="0"/>
              </a:spcAft>
              <a:buClr>
                <a:schemeClr val="dk1"/>
              </a:buClr>
              <a:buSzPts val="7200"/>
              <a:buNone/>
              <a:defRPr sz="7200"/>
            </a:lvl9pPr>
          </a:lstStyle>
          <a:p/>
        </p:txBody>
      </p:sp>
      <p:sp>
        <p:nvSpPr>
          <p:cNvPr id="61" name="Google Shape;61;p15"/>
          <p:cNvSpPr txBox="1"/>
          <p:nvPr>
            <p:ph idx="3" type="title"/>
          </p:nvPr>
        </p:nvSpPr>
        <p:spPr>
          <a:xfrm>
            <a:off x="0" y="3677475"/>
            <a:ext cx="2491200" cy="12426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1"/>
              </a:buClr>
              <a:buSzPts val="6000"/>
              <a:buNone/>
              <a:defRPr sz="6000"/>
            </a:lvl1pPr>
            <a:lvl2pPr lvl="1" algn="ctr">
              <a:spcBef>
                <a:spcPts val="0"/>
              </a:spcBef>
              <a:spcAft>
                <a:spcPts val="0"/>
              </a:spcAft>
              <a:buClr>
                <a:schemeClr val="dk1"/>
              </a:buClr>
              <a:buSzPts val="6000"/>
              <a:buNone/>
              <a:defRPr sz="6000"/>
            </a:lvl2pPr>
            <a:lvl3pPr lvl="2" algn="ctr">
              <a:spcBef>
                <a:spcPts val="0"/>
              </a:spcBef>
              <a:spcAft>
                <a:spcPts val="0"/>
              </a:spcAft>
              <a:buClr>
                <a:schemeClr val="dk1"/>
              </a:buClr>
              <a:buSzPts val="6000"/>
              <a:buNone/>
              <a:defRPr sz="6000"/>
            </a:lvl3pPr>
            <a:lvl4pPr lvl="3" algn="ctr">
              <a:spcBef>
                <a:spcPts val="0"/>
              </a:spcBef>
              <a:spcAft>
                <a:spcPts val="0"/>
              </a:spcAft>
              <a:buClr>
                <a:schemeClr val="dk1"/>
              </a:buClr>
              <a:buSzPts val="6000"/>
              <a:buNone/>
              <a:defRPr sz="6000"/>
            </a:lvl4pPr>
            <a:lvl5pPr lvl="4" algn="ctr">
              <a:spcBef>
                <a:spcPts val="0"/>
              </a:spcBef>
              <a:spcAft>
                <a:spcPts val="0"/>
              </a:spcAft>
              <a:buClr>
                <a:schemeClr val="dk1"/>
              </a:buClr>
              <a:buSzPts val="6000"/>
              <a:buNone/>
              <a:defRPr sz="6000"/>
            </a:lvl5pPr>
            <a:lvl6pPr lvl="5" algn="ctr">
              <a:spcBef>
                <a:spcPts val="0"/>
              </a:spcBef>
              <a:spcAft>
                <a:spcPts val="0"/>
              </a:spcAft>
              <a:buClr>
                <a:schemeClr val="dk1"/>
              </a:buClr>
              <a:buSzPts val="6000"/>
              <a:buNone/>
              <a:defRPr sz="6000"/>
            </a:lvl6pPr>
            <a:lvl7pPr lvl="6" algn="ctr">
              <a:spcBef>
                <a:spcPts val="0"/>
              </a:spcBef>
              <a:spcAft>
                <a:spcPts val="0"/>
              </a:spcAft>
              <a:buClr>
                <a:schemeClr val="dk1"/>
              </a:buClr>
              <a:buSzPts val="6000"/>
              <a:buNone/>
              <a:defRPr sz="6000"/>
            </a:lvl7pPr>
            <a:lvl8pPr lvl="7" algn="ctr">
              <a:spcBef>
                <a:spcPts val="0"/>
              </a:spcBef>
              <a:spcAft>
                <a:spcPts val="0"/>
              </a:spcAft>
              <a:buClr>
                <a:schemeClr val="dk1"/>
              </a:buClr>
              <a:buSzPts val="6000"/>
              <a:buNone/>
              <a:defRPr sz="6000"/>
            </a:lvl8pPr>
            <a:lvl9pPr lvl="8" algn="ctr">
              <a:spcBef>
                <a:spcPts val="0"/>
              </a:spcBef>
              <a:spcAft>
                <a:spcPts val="0"/>
              </a:spcAft>
              <a:buClr>
                <a:schemeClr val="dk1"/>
              </a:buClr>
              <a:buSzPts val="6000"/>
              <a:buNone/>
              <a:defRPr sz="60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type="tx">
  <p:cSld name="TITLE_AND_BODY">
    <p:bg>
      <p:bgPr>
        <a:solidFill>
          <a:schemeClr val="dk1"/>
        </a:solidFill>
      </p:bgPr>
    </p:bg>
    <p:spTree>
      <p:nvGrpSpPr>
        <p:cNvPr id="62" name="Shape 62"/>
        <p:cNvGrpSpPr/>
        <p:nvPr/>
      </p:nvGrpSpPr>
      <p:grpSpPr>
        <a:xfrm>
          <a:off x="0" y="0"/>
          <a:ext cx="0" cy="0"/>
          <a:chOff x="0" y="0"/>
          <a:chExt cx="0" cy="0"/>
        </a:xfrm>
      </p:grpSpPr>
      <p:sp>
        <p:nvSpPr>
          <p:cNvPr id="63" name="Google Shape;63;p16"/>
          <p:cNvSpPr/>
          <p:nvPr>
            <p:ph idx="2" type="pic"/>
          </p:nvPr>
        </p:nvSpPr>
        <p:spPr>
          <a:xfrm flipH="1" rot="10800000">
            <a:off x="226950" y="1218789"/>
            <a:ext cx="2086200" cy="1883100"/>
          </a:xfrm>
          <a:prstGeom prst="corner">
            <a:avLst>
              <a:gd fmla="val 83590" name="adj1"/>
              <a:gd fmla="val 81097" name="adj2"/>
            </a:avLst>
          </a:prstGeom>
          <a:noFill/>
          <a:ln>
            <a:noFill/>
          </a:ln>
        </p:spPr>
      </p:sp>
      <p:sp>
        <p:nvSpPr>
          <p:cNvPr id="64" name="Google Shape;64;p16"/>
          <p:cNvSpPr/>
          <p:nvPr>
            <p:ph idx="3" type="pic"/>
          </p:nvPr>
        </p:nvSpPr>
        <p:spPr>
          <a:xfrm flipH="1">
            <a:off x="2428286" y="1218789"/>
            <a:ext cx="2086200" cy="1883100"/>
          </a:xfrm>
          <a:prstGeom prst="corner">
            <a:avLst>
              <a:gd fmla="val 83590" name="adj1"/>
              <a:gd fmla="val 81097" name="adj2"/>
            </a:avLst>
          </a:prstGeom>
          <a:noFill/>
          <a:ln>
            <a:noFill/>
          </a:ln>
        </p:spPr>
      </p:sp>
      <p:sp>
        <p:nvSpPr>
          <p:cNvPr id="65" name="Google Shape;65;p16"/>
          <p:cNvSpPr/>
          <p:nvPr>
            <p:ph idx="4" type="pic"/>
          </p:nvPr>
        </p:nvSpPr>
        <p:spPr>
          <a:xfrm rot="10800000">
            <a:off x="4629568" y="1218789"/>
            <a:ext cx="2086200" cy="1883100"/>
          </a:xfrm>
          <a:prstGeom prst="corner">
            <a:avLst>
              <a:gd fmla="val 83590" name="adj1"/>
              <a:gd fmla="val 81097" name="adj2"/>
            </a:avLst>
          </a:prstGeom>
          <a:noFill/>
          <a:ln>
            <a:noFill/>
          </a:ln>
        </p:spPr>
      </p:sp>
      <p:sp>
        <p:nvSpPr>
          <p:cNvPr id="66" name="Google Shape;66;p16"/>
          <p:cNvSpPr/>
          <p:nvPr>
            <p:ph idx="5" type="pic"/>
          </p:nvPr>
        </p:nvSpPr>
        <p:spPr>
          <a:xfrm flipH="1">
            <a:off x="6830850" y="1218789"/>
            <a:ext cx="2086200" cy="1883100"/>
          </a:xfrm>
          <a:prstGeom prst="corner">
            <a:avLst>
              <a:gd fmla="val 83590" name="adj1"/>
              <a:gd fmla="val 81097" name="adj2"/>
            </a:avLst>
          </a:prstGeom>
          <a:noFill/>
          <a:ln>
            <a:noFill/>
          </a:ln>
        </p:spPr>
      </p:sp>
      <p:sp>
        <p:nvSpPr>
          <p:cNvPr id="67" name="Google Shape;67;p16"/>
          <p:cNvSpPr txBox="1"/>
          <p:nvPr>
            <p:ph type="title"/>
          </p:nvPr>
        </p:nvSpPr>
        <p:spPr>
          <a:xfrm>
            <a:off x="211675" y="3093025"/>
            <a:ext cx="2101500" cy="442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000"/>
              <a:buNone/>
              <a:defRPr sz="2000">
                <a:solidFill>
                  <a:schemeClr val="dk2"/>
                </a:solidFill>
              </a:defRPr>
            </a:lvl1pPr>
            <a:lvl2pPr lvl="1">
              <a:spcBef>
                <a:spcPts val="0"/>
              </a:spcBef>
              <a:spcAft>
                <a:spcPts val="0"/>
              </a:spcAft>
              <a:buClr>
                <a:schemeClr val="dk2"/>
              </a:buClr>
              <a:buSzPts val="4800"/>
              <a:buNone/>
              <a:defRPr>
                <a:solidFill>
                  <a:schemeClr val="dk2"/>
                </a:solidFill>
              </a:defRPr>
            </a:lvl2pPr>
            <a:lvl3pPr lvl="2">
              <a:spcBef>
                <a:spcPts val="0"/>
              </a:spcBef>
              <a:spcAft>
                <a:spcPts val="0"/>
              </a:spcAft>
              <a:buClr>
                <a:schemeClr val="dk2"/>
              </a:buClr>
              <a:buSzPts val="4800"/>
              <a:buNone/>
              <a:defRPr>
                <a:solidFill>
                  <a:schemeClr val="dk2"/>
                </a:solidFill>
              </a:defRPr>
            </a:lvl3pPr>
            <a:lvl4pPr lvl="3">
              <a:spcBef>
                <a:spcPts val="0"/>
              </a:spcBef>
              <a:spcAft>
                <a:spcPts val="0"/>
              </a:spcAft>
              <a:buClr>
                <a:schemeClr val="dk2"/>
              </a:buClr>
              <a:buSzPts val="4800"/>
              <a:buNone/>
              <a:defRPr>
                <a:solidFill>
                  <a:schemeClr val="dk2"/>
                </a:solidFill>
              </a:defRPr>
            </a:lvl4pPr>
            <a:lvl5pPr lvl="4">
              <a:spcBef>
                <a:spcPts val="0"/>
              </a:spcBef>
              <a:spcAft>
                <a:spcPts val="0"/>
              </a:spcAft>
              <a:buClr>
                <a:schemeClr val="dk2"/>
              </a:buClr>
              <a:buSzPts val="4800"/>
              <a:buNone/>
              <a:defRPr>
                <a:solidFill>
                  <a:schemeClr val="dk2"/>
                </a:solidFill>
              </a:defRPr>
            </a:lvl5pPr>
            <a:lvl6pPr lvl="5">
              <a:spcBef>
                <a:spcPts val="0"/>
              </a:spcBef>
              <a:spcAft>
                <a:spcPts val="0"/>
              </a:spcAft>
              <a:buClr>
                <a:schemeClr val="dk2"/>
              </a:buClr>
              <a:buSzPts val="4800"/>
              <a:buNone/>
              <a:defRPr>
                <a:solidFill>
                  <a:schemeClr val="dk2"/>
                </a:solidFill>
              </a:defRPr>
            </a:lvl6pPr>
            <a:lvl7pPr lvl="6">
              <a:spcBef>
                <a:spcPts val="0"/>
              </a:spcBef>
              <a:spcAft>
                <a:spcPts val="0"/>
              </a:spcAft>
              <a:buClr>
                <a:schemeClr val="dk2"/>
              </a:buClr>
              <a:buSzPts val="4800"/>
              <a:buNone/>
              <a:defRPr>
                <a:solidFill>
                  <a:schemeClr val="dk2"/>
                </a:solidFill>
              </a:defRPr>
            </a:lvl7pPr>
            <a:lvl8pPr lvl="7">
              <a:spcBef>
                <a:spcPts val="0"/>
              </a:spcBef>
              <a:spcAft>
                <a:spcPts val="0"/>
              </a:spcAft>
              <a:buClr>
                <a:schemeClr val="dk2"/>
              </a:buClr>
              <a:buSzPts val="4800"/>
              <a:buNone/>
              <a:defRPr>
                <a:solidFill>
                  <a:schemeClr val="dk2"/>
                </a:solidFill>
              </a:defRPr>
            </a:lvl8pPr>
            <a:lvl9pPr lvl="8">
              <a:spcBef>
                <a:spcPts val="0"/>
              </a:spcBef>
              <a:spcAft>
                <a:spcPts val="0"/>
              </a:spcAft>
              <a:buClr>
                <a:schemeClr val="dk2"/>
              </a:buClr>
              <a:buSzPts val="4800"/>
              <a:buNone/>
              <a:defRPr>
                <a:solidFill>
                  <a:schemeClr val="dk2"/>
                </a:solidFill>
              </a:defRPr>
            </a:lvl9pPr>
          </a:lstStyle>
          <a:p/>
        </p:txBody>
      </p:sp>
      <p:sp>
        <p:nvSpPr>
          <p:cNvPr id="68" name="Google Shape;68;p16"/>
          <p:cNvSpPr txBox="1"/>
          <p:nvPr>
            <p:ph idx="6" type="title"/>
          </p:nvPr>
        </p:nvSpPr>
        <p:spPr>
          <a:xfrm>
            <a:off x="2420625" y="3093025"/>
            <a:ext cx="2101500" cy="442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000"/>
              <a:buNone/>
              <a:defRPr sz="2000">
                <a:solidFill>
                  <a:schemeClr val="dk2"/>
                </a:solidFill>
              </a:defRPr>
            </a:lvl1pPr>
            <a:lvl2pPr lvl="1">
              <a:spcBef>
                <a:spcPts val="0"/>
              </a:spcBef>
              <a:spcAft>
                <a:spcPts val="0"/>
              </a:spcAft>
              <a:buClr>
                <a:schemeClr val="dk2"/>
              </a:buClr>
              <a:buSzPts val="4800"/>
              <a:buNone/>
              <a:defRPr>
                <a:solidFill>
                  <a:schemeClr val="dk2"/>
                </a:solidFill>
              </a:defRPr>
            </a:lvl2pPr>
            <a:lvl3pPr lvl="2">
              <a:spcBef>
                <a:spcPts val="0"/>
              </a:spcBef>
              <a:spcAft>
                <a:spcPts val="0"/>
              </a:spcAft>
              <a:buClr>
                <a:schemeClr val="dk2"/>
              </a:buClr>
              <a:buSzPts val="4800"/>
              <a:buNone/>
              <a:defRPr>
                <a:solidFill>
                  <a:schemeClr val="dk2"/>
                </a:solidFill>
              </a:defRPr>
            </a:lvl3pPr>
            <a:lvl4pPr lvl="3">
              <a:spcBef>
                <a:spcPts val="0"/>
              </a:spcBef>
              <a:spcAft>
                <a:spcPts val="0"/>
              </a:spcAft>
              <a:buClr>
                <a:schemeClr val="dk2"/>
              </a:buClr>
              <a:buSzPts val="4800"/>
              <a:buNone/>
              <a:defRPr>
                <a:solidFill>
                  <a:schemeClr val="dk2"/>
                </a:solidFill>
              </a:defRPr>
            </a:lvl4pPr>
            <a:lvl5pPr lvl="4">
              <a:spcBef>
                <a:spcPts val="0"/>
              </a:spcBef>
              <a:spcAft>
                <a:spcPts val="0"/>
              </a:spcAft>
              <a:buClr>
                <a:schemeClr val="dk2"/>
              </a:buClr>
              <a:buSzPts val="4800"/>
              <a:buNone/>
              <a:defRPr>
                <a:solidFill>
                  <a:schemeClr val="dk2"/>
                </a:solidFill>
              </a:defRPr>
            </a:lvl5pPr>
            <a:lvl6pPr lvl="5">
              <a:spcBef>
                <a:spcPts val="0"/>
              </a:spcBef>
              <a:spcAft>
                <a:spcPts val="0"/>
              </a:spcAft>
              <a:buClr>
                <a:schemeClr val="dk2"/>
              </a:buClr>
              <a:buSzPts val="4800"/>
              <a:buNone/>
              <a:defRPr>
                <a:solidFill>
                  <a:schemeClr val="dk2"/>
                </a:solidFill>
              </a:defRPr>
            </a:lvl6pPr>
            <a:lvl7pPr lvl="6">
              <a:spcBef>
                <a:spcPts val="0"/>
              </a:spcBef>
              <a:spcAft>
                <a:spcPts val="0"/>
              </a:spcAft>
              <a:buClr>
                <a:schemeClr val="dk2"/>
              </a:buClr>
              <a:buSzPts val="4800"/>
              <a:buNone/>
              <a:defRPr>
                <a:solidFill>
                  <a:schemeClr val="dk2"/>
                </a:solidFill>
              </a:defRPr>
            </a:lvl7pPr>
            <a:lvl8pPr lvl="7">
              <a:spcBef>
                <a:spcPts val="0"/>
              </a:spcBef>
              <a:spcAft>
                <a:spcPts val="0"/>
              </a:spcAft>
              <a:buClr>
                <a:schemeClr val="dk2"/>
              </a:buClr>
              <a:buSzPts val="4800"/>
              <a:buNone/>
              <a:defRPr>
                <a:solidFill>
                  <a:schemeClr val="dk2"/>
                </a:solidFill>
              </a:defRPr>
            </a:lvl8pPr>
            <a:lvl9pPr lvl="8">
              <a:spcBef>
                <a:spcPts val="0"/>
              </a:spcBef>
              <a:spcAft>
                <a:spcPts val="0"/>
              </a:spcAft>
              <a:buClr>
                <a:schemeClr val="dk2"/>
              </a:buClr>
              <a:buSzPts val="4800"/>
              <a:buNone/>
              <a:defRPr>
                <a:solidFill>
                  <a:schemeClr val="dk2"/>
                </a:solidFill>
              </a:defRPr>
            </a:lvl9pPr>
          </a:lstStyle>
          <a:p/>
        </p:txBody>
      </p:sp>
      <p:sp>
        <p:nvSpPr>
          <p:cNvPr id="69" name="Google Shape;69;p16"/>
          <p:cNvSpPr txBox="1"/>
          <p:nvPr>
            <p:ph idx="7" type="title"/>
          </p:nvPr>
        </p:nvSpPr>
        <p:spPr>
          <a:xfrm>
            <a:off x="4629575" y="3093025"/>
            <a:ext cx="2101500" cy="442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000"/>
              <a:buNone/>
              <a:defRPr sz="2000">
                <a:solidFill>
                  <a:schemeClr val="dk2"/>
                </a:solidFill>
              </a:defRPr>
            </a:lvl1pPr>
            <a:lvl2pPr lvl="1">
              <a:spcBef>
                <a:spcPts val="0"/>
              </a:spcBef>
              <a:spcAft>
                <a:spcPts val="0"/>
              </a:spcAft>
              <a:buClr>
                <a:schemeClr val="dk2"/>
              </a:buClr>
              <a:buSzPts val="4800"/>
              <a:buNone/>
              <a:defRPr>
                <a:solidFill>
                  <a:schemeClr val="dk2"/>
                </a:solidFill>
              </a:defRPr>
            </a:lvl2pPr>
            <a:lvl3pPr lvl="2">
              <a:spcBef>
                <a:spcPts val="0"/>
              </a:spcBef>
              <a:spcAft>
                <a:spcPts val="0"/>
              </a:spcAft>
              <a:buClr>
                <a:schemeClr val="dk2"/>
              </a:buClr>
              <a:buSzPts val="4800"/>
              <a:buNone/>
              <a:defRPr>
                <a:solidFill>
                  <a:schemeClr val="dk2"/>
                </a:solidFill>
              </a:defRPr>
            </a:lvl3pPr>
            <a:lvl4pPr lvl="3">
              <a:spcBef>
                <a:spcPts val="0"/>
              </a:spcBef>
              <a:spcAft>
                <a:spcPts val="0"/>
              </a:spcAft>
              <a:buClr>
                <a:schemeClr val="dk2"/>
              </a:buClr>
              <a:buSzPts val="4800"/>
              <a:buNone/>
              <a:defRPr>
                <a:solidFill>
                  <a:schemeClr val="dk2"/>
                </a:solidFill>
              </a:defRPr>
            </a:lvl4pPr>
            <a:lvl5pPr lvl="4">
              <a:spcBef>
                <a:spcPts val="0"/>
              </a:spcBef>
              <a:spcAft>
                <a:spcPts val="0"/>
              </a:spcAft>
              <a:buClr>
                <a:schemeClr val="dk2"/>
              </a:buClr>
              <a:buSzPts val="4800"/>
              <a:buNone/>
              <a:defRPr>
                <a:solidFill>
                  <a:schemeClr val="dk2"/>
                </a:solidFill>
              </a:defRPr>
            </a:lvl5pPr>
            <a:lvl6pPr lvl="5">
              <a:spcBef>
                <a:spcPts val="0"/>
              </a:spcBef>
              <a:spcAft>
                <a:spcPts val="0"/>
              </a:spcAft>
              <a:buClr>
                <a:schemeClr val="dk2"/>
              </a:buClr>
              <a:buSzPts val="4800"/>
              <a:buNone/>
              <a:defRPr>
                <a:solidFill>
                  <a:schemeClr val="dk2"/>
                </a:solidFill>
              </a:defRPr>
            </a:lvl6pPr>
            <a:lvl7pPr lvl="6">
              <a:spcBef>
                <a:spcPts val="0"/>
              </a:spcBef>
              <a:spcAft>
                <a:spcPts val="0"/>
              </a:spcAft>
              <a:buClr>
                <a:schemeClr val="dk2"/>
              </a:buClr>
              <a:buSzPts val="4800"/>
              <a:buNone/>
              <a:defRPr>
                <a:solidFill>
                  <a:schemeClr val="dk2"/>
                </a:solidFill>
              </a:defRPr>
            </a:lvl7pPr>
            <a:lvl8pPr lvl="7">
              <a:spcBef>
                <a:spcPts val="0"/>
              </a:spcBef>
              <a:spcAft>
                <a:spcPts val="0"/>
              </a:spcAft>
              <a:buClr>
                <a:schemeClr val="dk2"/>
              </a:buClr>
              <a:buSzPts val="4800"/>
              <a:buNone/>
              <a:defRPr>
                <a:solidFill>
                  <a:schemeClr val="dk2"/>
                </a:solidFill>
              </a:defRPr>
            </a:lvl8pPr>
            <a:lvl9pPr lvl="8">
              <a:spcBef>
                <a:spcPts val="0"/>
              </a:spcBef>
              <a:spcAft>
                <a:spcPts val="0"/>
              </a:spcAft>
              <a:buClr>
                <a:schemeClr val="dk2"/>
              </a:buClr>
              <a:buSzPts val="4800"/>
              <a:buNone/>
              <a:defRPr>
                <a:solidFill>
                  <a:schemeClr val="dk2"/>
                </a:solidFill>
              </a:defRPr>
            </a:lvl9pPr>
          </a:lstStyle>
          <a:p/>
        </p:txBody>
      </p:sp>
      <p:sp>
        <p:nvSpPr>
          <p:cNvPr id="70" name="Google Shape;70;p16"/>
          <p:cNvSpPr txBox="1"/>
          <p:nvPr>
            <p:ph idx="8" type="title"/>
          </p:nvPr>
        </p:nvSpPr>
        <p:spPr>
          <a:xfrm>
            <a:off x="6823200" y="3093025"/>
            <a:ext cx="2101500" cy="442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000"/>
              <a:buNone/>
              <a:defRPr sz="2000">
                <a:solidFill>
                  <a:schemeClr val="dk2"/>
                </a:solidFill>
              </a:defRPr>
            </a:lvl1pPr>
            <a:lvl2pPr lvl="1">
              <a:spcBef>
                <a:spcPts val="0"/>
              </a:spcBef>
              <a:spcAft>
                <a:spcPts val="0"/>
              </a:spcAft>
              <a:buClr>
                <a:schemeClr val="dk2"/>
              </a:buClr>
              <a:buSzPts val="4800"/>
              <a:buNone/>
              <a:defRPr>
                <a:solidFill>
                  <a:schemeClr val="dk2"/>
                </a:solidFill>
              </a:defRPr>
            </a:lvl2pPr>
            <a:lvl3pPr lvl="2">
              <a:spcBef>
                <a:spcPts val="0"/>
              </a:spcBef>
              <a:spcAft>
                <a:spcPts val="0"/>
              </a:spcAft>
              <a:buClr>
                <a:schemeClr val="dk2"/>
              </a:buClr>
              <a:buSzPts val="4800"/>
              <a:buNone/>
              <a:defRPr>
                <a:solidFill>
                  <a:schemeClr val="dk2"/>
                </a:solidFill>
              </a:defRPr>
            </a:lvl3pPr>
            <a:lvl4pPr lvl="3">
              <a:spcBef>
                <a:spcPts val="0"/>
              </a:spcBef>
              <a:spcAft>
                <a:spcPts val="0"/>
              </a:spcAft>
              <a:buClr>
                <a:schemeClr val="dk2"/>
              </a:buClr>
              <a:buSzPts val="4800"/>
              <a:buNone/>
              <a:defRPr>
                <a:solidFill>
                  <a:schemeClr val="dk2"/>
                </a:solidFill>
              </a:defRPr>
            </a:lvl4pPr>
            <a:lvl5pPr lvl="4">
              <a:spcBef>
                <a:spcPts val="0"/>
              </a:spcBef>
              <a:spcAft>
                <a:spcPts val="0"/>
              </a:spcAft>
              <a:buClr>
                <a:schemeClr val="dk2"/>
              </a:buClr>
              <a:buSzPts val="4800"/>
              <a:buNone/>
              <a:defRPr>
                <a:solidFill>
                  <a:schemeClr val="dk2"/>
                </a:solidFill>
              </a:defRPr>
            </a:lvl5pPr>
            <a:lvl6pPr lvl="5">
              <a:spcBef>
                <a:spcPts val="0"/>
              </a:spcBef>
              <a:spcAft>
                <a:spcPts val="0"/>
              </a:spcAft>
              <a:buClr>
                <a:schemeClr val="dk2"/>
              </a:buClr>
              <a:buSzPts val="4800"/>
              <a:buNone/>
              <a:defRPr>
                <a:solidFill>
                  <a:schemeClr val="dk2"/>
                </a:solidFill>
              </a:defRPr>
            </a:lvl6pPr>
            <a:lvl7pPr lvl="6">
              <a:spcBef>
                <a:spcPts val="0"/>
              </a:spcBef>
              <a:spcAft>
                <a:spcPts val="0"/>
              </a:spcAft>
              <a:buClr>
                <a:schemeClr val="dk2"/>
              </a:buClr>
              <a:buSzPts val="4800"/>
              <a:buNone/>
              <a:defRPr>
                <a:solidFill>
                  <a:schemeClr val="dk2"/>
                </a:solidFill>
              </a:defRPr>
            </a:lvl7pPr>
            <a:lvl8pPr lvl="7">
              <a:spcBef>
                <a:spcPts val="0"/>
              </a:spcBef>
              <a:spcAft>
                <a:spcPts val="0"/>
              </a:spcAft>
              <a:buClr>
                <a:schemeClr val="dk2"/>
              </a:buClr>
              <a:buSzPts val="4800"/>
              <a:buNone/>
              <a:defRPr>
                <a:solidFill>
                  <a:schemeClr val="dk2"/>
                </a:solidFill>
              </a:defRPr>
            </a:lvl8pPr>
            <a:lvl9pPr lvl="8">
              <a:spcBef>
                <a:spcPts val="0"/>
              </a:spcBef>
              <a:spcAft>
                <a:spcPts val="0"/>
              </a:spcAft>
              <a:buClr>
                <a:schemeClr val="dk2"/>
              </a:buClr>
              <a:buSzPts val="4800"/>
              <a:buNone/>
              <a:defRPr>
                <a:solidFill>
                  <a:schemeClr val="dk2"/>
                </a:solidFill>
              </a:defRPr>
            </a:lvl9pPr>
          </a:lstStyle>
          <a:p/>
        </p:txBody>
      </p:sp>
      <p:sp>
        <p:nvSpPr>
          <p:cNvPr id="71" name="Google Shape;71;p16"/>
          <p:cNvSpPr txBox="1"/>
          <p:nvPr>
            <p:ph idx="1" type="subTitle"/>
          </p:nvPr>
        </p:nvSpPr>
        <p:spPr>
          <a:xfrm>
            <a:off x="230900" y="3518675"/>
            <a:ext cx="2086200" cy="346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800"/>
              <a:buFont typeface="Crimson Pro"/>
              <a:buNone/>
              <a:defRPr sz="1800">
                <a:solidFill>
                  <a:schemeClr val="dk2"/>
                </a:solidFill>
                <a:latin typeface="Crimson Pro"/>
                <a:ea typeface="Crimson Pro"/>
                <a:cs typeface="Crimson Pro"/>
                <a:sym typeface="Crimson Pro"/>
              </a:defRPr>
            </a:lvl1pPr>
            <a:lvl2pPr lvl="1">
              <a:spcBef>
                <a:spcPts val="0"/>
              </a:spcBef>
              <a:spcAft>
                <a:spcPts val="0"/>
              </a:spcAft>
              <a:buClr>
                <a:schemeClr val="dk2"/>
              </a:buClr>
              <a:buSzPts val="2400"/>
              <a:buNone/>
              <a:defRPr>
                <a:solidFill>
                  <a:schemeClr val="dk2"/>
                </a:solidFill>
              </a:defRPr>
            </a:lvl2pPr>
            <a:lvl3pPr lvl="2">
              <a:spcBef>
                <a:spcPts val="0"/>
              </a:spcBef>
              <a:spcAft>
                <a:spcPts val="0"/>
              </a:spcAft>
              <a:buClr>
                <a:schemeClr val="dk2"/>
              </a:buClr>
              <a:buSzPts val="2400"/>
              <a:buNone/>
              <a:defRPr>
                <a:solidFill>
                  <a:schemeClr val="dk2"/>
                </a:solidFill>
              </a:defRPr>
            </a:lvl3pPr>
            <a:lvl4pPr lvl="3">
              <a:spcBef>
                <a:spcPts val="0"/>
              </a:spcBef>
              <a:spcAft>
                <a:spcPts val="0"/>
              </a:spcAft>
              <a:buClr>
                <a:schemeClr val="dk2"/>
              </a:buClr>
              <a:buSzPts val="2400"/>
              <a:buNone/>
              <a:defRPr>
                <a:solidFill>
                  <a:schemeClr val="dk2"/>
                </a:solidFill>
              </a:defRPr>
            </a:lvl4pPr>
            <a:lvl5pPr lvl="4">
              <a:spcBef>
                <a:spcPts val="0"/>
              </a:spcBef>
              <a:spcAft>
                <a:spcPts val="0"/>
              </a:spcAft>
              <a:buClr>
                <a:schemeClr val="dk2"/>
              </a:buClr>
              <a:buSzPts val="2400"/>
              <a:buNone/>
              <a:defRPr>
                <a:solidFill>
                  <a:schemeClr val="dk2"/>
                </a:solidFill>
              </a:defRPr>
            </a:lvl5pPr>
            <a:lvl6pPr lvl="5">
              <a:spcBef>
                <a:spcPts val="0"/>
              </a:spcBef>
              <a:spcAft>
                <a:spcPts val="0"/>
              </a:spcAft>
              <a:buClr>
                <a:schemeClr val="dk2"/>
              </a:buClr>
              <a:buSzPts val="2400"/>
              <a:buNone/>
              <a:defRPr>
                <a:solidFill>
                  <a:schemeClr val="dk2"/>
                </a:solidFill>
              </a:defRPr>
            </a:lvl6pPr>
            <a:lvl7pPr lvl="6">
              <a:spcBef>
                <a:spcPts val="0"/>
              </a:spcBef>
              <a:spcAft>
                <a:spcPts val="0"/>
              </a:spcAft>
              <a:buClr>
                <a:schemeClr val="dk2"/>
              </a:buClr>
              <a:buSzPts val="2400"/>
              <a:buNone/>
              <a:defRPr>
                <a:solidFill>
                  <a:schemeClr val="dk2"/>
                </a:solidFill>
              </a:defRPr>
            </a:lvl7pPr>
            <a:lvl8pPr lvl="7">
              <a:spcBef>
                <a:spcPts val="0"/>
              </a:spcBef>
              <a:spcAft>
                <a:spcPts val="0"/>
              </a:spcAft>
              <a:buClr>
                <a:schemeClr val="dk2"/>
              </a:buClr>
              <a:buSzPts val="2400"/>
              <a:buNone/>
              <a:defRPr>
                <a:solidFill>
                  <a:schemeClr val="dk2"/>
                </a:solidFill>
              </a:defRPr>
            </a:lvl8pPr>
            <a:lvl9pPr lvl="8">
              <a:spcBef>
                <a:spcPts val="0"/>
              </a:spcBef>
              <a:spcAft>
                <a:spcPts val="0"/>
              </a:spcAft>
              <a:buClr>
                <a:schemeClr val="dk2"/>
              </a:buClr>
              <a:buSzPts val="2400"/>
              <a:buNone/>
              <a:defRPr>
                <a:solidFill>
                  <a:schemeClr val="dk2"/>
                </a:solidFill>
              </a:defRPr>
            </a:lvl9pPr>
          </a:lstStyle>
          <a:p/>
        </p:txBody>
      </p:sp>
      <p:sp>
        <p:nvSpPr>
          <p:cNvPr id="72" name="Google Shape;72;p16"/>
          <p:cNvSpPr txBox="1"/>
          <p:nvPr>
            <p:ph idx="9" type="subTitle"/>
          </p:nvPr>
        </p:nvSpPr>
        <p:spPr>
          <a:xfrm>
            <a:off x="2428275" y="3518675"/>
            <a:ext cx="2086200" cy="346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800"/>
              <a:buFont typeface="Crimson Pro"/>
              <a:buNone/>
              <a:defRPr sz="1800">
                <a:solidFill>
                  <a:schemeClr val="dk2"/>
                </a:solidFill>
                <a:latin typeface="Crimson Pro"/>
                <a:ea typeface="Crimson Pro"/>
                <a:cs typeface="Crimson Pro"/>
                <a:sym typeface="Crimson Pro"/>
              </a:defRPr>
            </a:lvl1pPr>
            <a:lvl2pPr lvl="1">
              <a:spcBef>
                <a:spcPts val="0"/>
              </a:spcBef>
              <a:spcAft>
                <a:spcPts val="0"/>
              </a:spcAft>
              <a:buClr>
                <a:schemeClr val="dk2"/>
              </a:buClr>
              <a:buSzPts val="2400"/>
              <a:buNone/>
              <a:defRPr>
                <a:solidFill>
                  <a:schemeClr val="dk2"/>
                </a:solidFill>
              </a:defRPr>
            </a:lvl2pPr>
            <a:lvl3pPr lvl="2">
              <a:spcBef>
                <a:spcPts val="0"/>
              </a:spcBef>
              <a:spcAft>
                <a:spcPts val="0"/>
              </a:spcAft>
              <a:buClr>
                <a:schemeClr val="dk2"/>
              </a:buClr>
              <a:buSzPts val="2400"/>
              <a:buNone/>
              <a:defRPr>
                <a:solidFill>
                  <a:schemeClr val="dk2"/>
                </a:solidFill>
              </a:defRPr>
            </a:lvl3pPr>
            <a:lvl4pPr lvl="3">
              <a:spcBef>
                <a:spcPts val="0"/>
              </a:spcBef>
              <a:spcAft>
                <a:spcPts val="0"/>
              </a:spcAft>
              <a:buClr>
                <a:schemeClr val="dk2"/>
              </a:buClr>
              <a:buSzPts val="2400"/>
              <a:buNone/>
              <a:defRPr>
                <a:solidFill>
                  <a:schemeClr val="dk2"/>
                </a:solidFill>
              </a:defRPr>
            </a:lvl4pPr>
            <a:lvl5pPr lvl="4">
              <a:spcBef>
                <a:spcPts val="0"/>
              </a:spcBef>
              <a:spcAft>
                <a:spcPts val="0"/>
              </a:spcAft>
              <a:buClr>
                <a:schemeClr val="dk2"/>
              </a:buClr>
              <a:buSzPts val="2400"/>
              <a:buNone/>
              <a:defRPr>
                <a:solidFill>
                  <a:schemeClr val="dk2"/>
                </a:solidFill>
              </a:defRPr>
            </a:lvl5pPr>
            <a:lvl6pPr lvl="5">
              <a:spcBef>
                <a:spcPts val="0"/>
              </a:spcBef>
              <a:spcAft>
                <a:spcPts val="0"/>
              </a:spcAft>
              <a:buClr>
                <a:schemeClr val="dk2"/>
              </a:buClr>
              <a:buSzPts val="2400"/>
              <a:buNone/>
              <a:defRPr>
                <a:solidFill>
                  <a:schemeClr val="dk2"/>
                </a:solidFill>
              </a:defRPr>
            </a:lvl6pPr>
            <a:lvl7pPr lvl="6">
              <a:spcBef>
                <a:spcPts val="0"/>
              </a:spcBef>
              <a:spcAft>
                <a:spcPts val="0"/>
              </a:spcAft>
              <a:buClr>
                <a:schemeClr val="dk2"/>
              </a:buClr>
              <a:buSzPts val="2400"/>
              <a:buNone/>
              <a:defRPr>
                <a:solidFill>
                  <a:schemeClr val="dk2"/>
                </a:solidFill>
              </a:defRPr>
            </a:lvl7pPr>
            <a:lvl8pPr lvl="7">
              <a:spcBef>
                <a:spcPts val="0"/>
              </a:spcBef>
              <a:spcAft>
                <a:spcPts val="0"/>
              </a:spcAft>
              <a:buClr>
                <a:schemeClr val="dk2"/>
              </a:buClr>
              <a:buSzPts val="2400"/>
              <a:buNone/>
              <a:defRPr>
                <a:solidFill>
                  <a:schemeClr val="dk2"/>
                </a:solidFill>
              </a:defRPr>
            </a:lvl8pPr>
            <a:lvl9pPr lvl="8">
              <a:spcBef>
                <a:spcPts val="0"/>
              </a:spcBef>
              <a:spcAft>
                <a:spcPts val="0"/>
              </a:spcAft>
              <a:buClr>
                <a:schemeClr val="dk2"/>
              </a:buClr>
              <a:buSzPts val="2400"/>
              <a:buNone/>
              <a:defRPr>
                <a:solidFill>
                  <a:schemeClr val="dk2"/>
                </a:solidFill>
              </a:defRPr>
            </a:lvl9pPr>
          </a:lstStyle>
          <a:p/>
        </p:txBody>
      </p:sp>
      <p:sp>
        <p:nvSpPr>
          <p:cNvPr id="73" name="Google Shape;73;p16"/>
          <p:cNvSpPr txBox="1"/>
          <p:nvPr>
            <p:ph idx="13" type="subTitle"/>
          </p:nvPr>
        </p:nvSpPr>
        <p:spPr>
          <a:xfrm>
            <a:off x="4625650" y="3518675"/>
            <a:ext cx="2086200" cy="346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800"/>
              <a:buFont typeface="Crimson Pro"/>
              <a:buNone/>
              <a:defRPr sz="1800">
                <a:solidFill>
                  <a:schemeClr val="dk2"/>
                </a:solidFill>
                <a:latin typeface="Crimson Pro"/>
                <a:ea typeface="Crimson Pro"/>
                <a:cs typeface="Crimson Pro"/>
                <a:sym typeface="Crimson Pro"/>
              </a:defRPr>
            </a:lvl1pPr>
            <a:lvl2pPr lvl="1">
              <a:spcBef>
                <a:spcPts val="0"/>
              </a:spcBef>
              <a:spcAft>
                <a:spcPts val="0"/>
              </a:spcAft>
              <a:buClr>
                <a:schemeClr val="dk2"/>
              </a:buClr>
              <a:buSzPts val="2400"/>
              <a:buNone/>
              <a:defRPr>
                <a:solidFill>
                  <a:schemeClr val="dk2"/>
                </a:solidFill>
              </a:defRPr>
            </a:lvl2pPr>
            <a:lvl3pPr lvl="2">
              <a:spcBef>
                <a:spcPts val="0"/>
              </a:spcBef>
              <a:spcAft>
                <a:spcPts val="0"/>
              </a:spcAft>
              <a:buClr>
                <a:schemeClr val="dk2"/>
              </a:buClr>
              <a:buSzPts val="2400"/>
              <a:buNone/>
              <a:defRPr>
                <a:solidFill>
                  <a:schemeClr val="dk2"/>
                </a:solidFill>
              </a:defRPr>
            </a:lvl3pPr>
            <a:lvl4pPr lvl="3">
              <a:spcBef>
                <a:spcPts val="0"/>
              </a:spcBef>
              <a:spcAft>
                <a:spcPts val="0"/>
              </a:spcAft>
              <a:buClr>
                <a:schemeClr val="dk2"/>
              </a:buClr>
              <a:buSzPts val="2400"/>
              <a:buNone/>
              <a:defRPr>
                <a:solidFill>
                  <a:schemeClr val="dk2"/>
                </a:solidFill>
              </a:defRPr>
            </a:lvl4pPr>
            <a:lvl5pPr lvl="4">
              <a:spcBef>
                <a:spcPts val="0"/>
              </a:spcBef>
              <a:spcAft>
                <a:spcPts val="0"/>
              </a:spcAft>
              <a:buClr>
                <a:schemeClr val="dk2"/>
              </a:buClr>
              <a:buSzPts val="2400"/>
              <a:buNone/>
              <a:defRPr>
                <a:solidFill>
                  <a:schemeClr val="dk2"/>
                </a:solidFill>
              </a:defRPr>
            </a:lvl5pPr>
            <a:lvl6pPr lvl="5">
              <a:spcBef>
                <a:spcPts val="0"/>
              </a:spcBef>
              <a:spcAft>
                <a:spcPts val="0"/>
              </a:spcAft>
              <a:buClr>
                <a:schemeClr val="dk2"/>
              </a:buClr>
              <a:buSzPts val="2400"/>
              <a:buNone/>
              <a:defRPr>
                <a:solidFill>
                  <a:schemeClr val="dk2"/>
                </a:solidFill>
              </a:defRPr>
            </a:lvl6pPr>
            <a:lvl7pPr lvl="6">
              <a:spcBef>
                <a:spcPts val="0"/>
              </a:spcBef>
              <a:spcAft>
                <a:spcPts val="0"/>
              </a:spcAft>
              <a:buClr>
                <a:schemeClr val="dk2"/>
              </a:buClr>
              <a:buSzPts val="2400"/>
              <a:buNone/>
              <a:defRPr>
                <a:solidFill>
                  <a:schemeClr val="dk2"/>
                </a:solidFill>
              </a:defRPr>
            </a:lvl7pPr>
            <a:lvl8pPr lvl="7">
              <a:spcBef>
                <a:spcPts val="0"/>
              </a:spcBef>
              <a:spcAft>
                <a:spcPts val="0"/>
              </a:spcAft>
              <a:buClr>
                <a:schemeClr val="dk2"/>
              </a:buClr>
              <a:buSzPts val="2400"/>
              <a:buNone/>
              <a:defRPr>
                <a:solidFill>
                  <a:schemeClr val="dk2"/>
                </a:solidFill>
              </a:defRPr>
            </a:lvl8pPr>
            <a:lvl9pPr lvl="8">
              <a:spcBef>
                <a:spcPts val="0"/>
              </a:spcBef>
              <a:spcAft>
                <a:spcPts val="0"/>
              </a:spcAft>
              <a:buClr>
                <a:schemeClr val="dk2"/>
              </a:buClr>
              <a:buSzPts val="2400"/>
              <a:buNone/>
              <a:defRPr>
                <a:solidFill>
                  <a:schemeClr val="dk2"/>
                </a:solidFill>
              </a:defRPr>
            </a:lvl9pPr>
          </a:lstStyle>
          <a:p/>
        </p:txBody>
      </p:sp>
      <p:sp>
        <p:nvSpPr>
          <p:cNvPr id="74" name="Google Shape;74;p16"/>
          <p:cNvSpPr txBox="1"/>
          <p:nvPr>
            <p:ph idx="14" type="subTitle"/>
          </p:nvPr>
        </p:nvSpPr>
        <p:spPr>
          <a:xfrm>
            <a:off x="6823025" y="3518675"/>
            <a:ext cx="2086200" cy="346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800"/>
              <a:buFont typeface="Crimson Pro"/>
              <a:buNone/>
              <a:defRPr sz="1800">
                <a:solidFill>
                  <a:schemeClr val="dk2"/>
                </a:solidFill>
                <a:latin typeface="Crimson Pro"/>
                <a:ea typeface="Crimson Pro"/>
                <a:cs typeface="Crimson Pro"/>
                <a:sym typeface="Crimson Pro"/>
              </a:defRPr>
            </a:lvl1pPr>
            <a:lvl2pPr lvl="1">
              <a:spcBef>
                <a:spcPts val="0"/>
              </a:spcBef>
              <a:spcAft>
                <a:spcPts val="0"/>
              </a:spcAft>
              <a:buClr>
                <a:schemeClr val="dk2"/>
              </a:buClr>
              <a:buSzPts val="2400"/>
              <a:buNone/>
              <a:defRPr>
                <a:solidFill>
                  <a:schemeClr val="dk2"/>
                </a:solidFill>
              </a:defRPr>
            </a:lvl2pPr>
            <a:lvl3pPr lvl="2">
              <a:spcBef>
                <a:spcPts val="0"/>
              </a:spcBef>
              <a:spcAft>
                <a:spcPts val="0"/>
              </a:spcAft>
              <a:buClr>
                <a:schemeClr val="dk2"/>
              </a:buClr>
              <a:buSzPts val="2400"/>
              <a:buNone/>
              <a:defRPr>
                <a:solidFill>
                  <a:schemeClr val="dk2"/>
                </a:solidFill>
              </a:defRPr>
            </a:lvl3pPr>
            <a:lvl4pPr lvl="3">
              <a:spcBef>
                <a:spcPts val="0"/>
              </a:spcBef>
              <a:spcAft>
                <a:spcPts val="0"/>
              </a:spcAft>
              <a:buClr>
                <a:schemeClr val="dk2"/>
              </a:buClr>
              <a:buSzPts val="2400"/>
              <a:buNone/>
              <a:defRPr>
                <a:solidFill>
                  <a:schemeClr val="dk2"/>
                </a:solidFill>
              </a:defRPr>
            </a:lvl4pPr>
            <a:lvl5pPr lvl="4">
              <a:spcBef>
                <a:spcPts val="0"/>
              </a:spcBef>
              <a:spcAft>
                <a:spcPts val="0"/>
              </a:spcAft>
              <a:buClr>
                <a:schemeClr val="dk2"/>
              </a:buClr>
              <a:buSzPts val="2400"/>
              <a:buNone/>
              <a:defRPr>
                <a:solidFill>
                  <a:schemeClr val="dk2"/>
                </a:solidFill>
              </a:defRPr>
            </a:lvl5pPr>
            <a:lvl6pPr lvl="5">
              <a:spcBef>
                <a:spcPts val="0"/>
              </a:spcBef>
              <a:spcAft>
                <a:spcPts val="0"/>
              </a:spcAft>
              <a:buClr>
                <a:schemeClr val="dk2"/>
              </a:buClr>
              <a:buSzPts val="2400"/>
              <a:buNone/>
              <a:defRPr>
                <a:solidFill>
                  <a:schemeClr val="dk2"/>
                </a:solidFill>
              </a:defRPr>
            </a:lvl6pPr>
            <a:lvl7pPr lvl="6">
              <a:spcBef>
                <a:spcPts val="0"/>
              </a:spcBef>
              <a:spcAft>
                <a:spcPts val="0"/>
              </a:spcAft>
              <a:buClr>
                <a:schemeClr val="dk2"/>
              </a:buClr>
              <a:buSzPts val="2400"/>
              <a:buNone/>
              <a:defRPr>
                <a:solidFill>
                  <a:schemeClr val="dk2"/>
                </a:solidFill>
              </a:defRPr>
            </a:lvl7pPr>
            <a:lvl8pPr lvl="7">
              <a:spcBef>
                <a:spcPts val="0"/>
              </a:spcBef>
              <a:spcAft>
                <a:spcPts val="0"/>
              </a:spcAft>
              <a:buClr>
                <a:schemeClr val="dk2"/>
              </a:buClr>
              <a:buSzPts val="2400"/>
              <a:buNone/>
              <a:defRPr>
                <a:solidFill>
                  <a:schemeClr val="dk2"/>
                </a:solidFill>
              </a:defRPr>
            </a:lvl8pPr>
            <a:lvl9pPr lvl="8">
              <a:spcBef>
                <a:spcPts val="0"/>
              </a:spcBef>
              <a:spcAft>
                <a:spcPts val="0"/>
              </a:spcAft>
              <a:buClr>
                <a:schemeClr val="dk2"/>
              </a:buClr>
              <a:buSzPts val="2400"/>
              <a:buNone/>
              <a:defRPr>
                <a:solidFill>
                  <a:schemeClr val="dk2"/>
                </a:solidFill>
              </a:defRPr>
            </a:lvl9pPr>
          </a:lstStyle>
          <a:p/>
        </p:txBody>
      </p:sp>
      <p:sp>
        <p:nvSpPr>
          <p:cNvPr id="75" name="Google Shape;75;p16"/>
          <p:cNvSpPr txBox="1"/>
          <p:nvPr>
            <p:ph idx="15" type="body"/>
          </p:nvPr>
        </p:nvSpPr>
        <p:spPr>
          <a:xfrm>
            <a:off x="219325" y="3935075"/>
            <a:ext cx="2086200" cy="9849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Clr>
                <a:schemeClr val="dk2"/>
              </a:buClr>
              <a:buSzPts val="800"/>
              <a:buChar char="●"/>
              <a:defRPr sz="800">
                <a:solidFill>
                  <a:schemeClr val="dk2"/>
                </a:solidFill>
              </a:defRPr>
            </a:lvl1pPr>
            <a:lvl2pPr indent="-279400" lvl="1" marL="914400">
              <a:spcBef>
                <a:spcPts val="0"/>
              </a:spcBef>
              <a:spcAft>
                <a:spcPts val="0"/>
              </a:spcAft>
              <a:buClr>
                <a:schemeClr val="dk2"/>
              </a:buClr>
              <a:buSzPts val="800"/>
              <a:buChar char="○"/>
              <a:defRPr sz="800">
                <a:solidFill>
                  <a:schemeClr val="dk2"/>
                </a:solidFill>
              </a:defRPr>
            </a:lvl2pPr>
            <a:lvl3pPr indent="-279400" lvl="2" marL="1371600">
              <a:spcBef>
                <a:spcPts val="0"/>
              </a:spcBef>
              <a:spcAft>
                <a:spcPts val="0"/>
              </a:spcAft>
              <a:buClr>
                <a:schemeClr val="dk2"/>
              </a:buClr>
              <a:buSzPts val="800"/>
              <a:buChar char="■"/>
              <a:defRPr sz="800">
                <a:solidFill>
                  <a:schemeClr val="dk2"/>
                </a:solidFill>
              </a:defRPr>
            </a:lvl3pPr>
            <a:lvl4pPr indent="-279400" lvl="3" marL="1828800">
              <a:spcBef>
                <a:spcPts val="0"/>
              </a:spcBef>
              <a:spcAft>
                <a:spcPts val="0"/>
              </a:spcAft>
              <a:buClr>
                <a:schemeClr val="dk2"/>
              </a:buClr>
              <a:buSzPts val="800"/>
              <a:buChar char="●"/>
              <a:defRPr sz="800">
                <a:solidFill>
                  <a:schemeClr val="dk2"/>
                </a:solidFill>
              </a:defRPr>
            </a:lvl4pPr>
            <a:lvl5pPr indent="-279400" lvl="4" marL="2286000">
              <a:spcBef>
                <a:spcPts val="0"/>
              </a:spcBef>
              <a:spcAft>
                <a:spcPts val="0"/>
              </a:spcAft>
              <a:buClr>
                <a:schemeClr val="dk2"/>
              </a:buClr>
              <a:buSzPts val="800"/>
              <a:buChar char="○"/>
              <a:defRPr sz="800">
                <a:solidFill>
                  <a:schemeClr val="dk2"/>
                </a:solidFill>
              </a:defRPr>
            </a:lvl5pPr>
            <a:lvl6pPr indent="-279400" lvl="5" marL="2743200">
              <a:spcBef>
                <a:spcPts val="0"/>
              </a:spcBef>
              <a:spcAft>
                <a:spcPts val="0"/>
              </a:spcAft>
              <a:buClr>
                <a:schemeClr val="dk2"/>
              </a:buClr>
              <a:buSzPts val="800"/>
              <a:buChar char="■"/>
              <a:defRPr sz="800">
                <a:solidFill>
                  <a:schemeClr val="dk2"/>
                </a:solidFill>
              </a:defRPr>
            </a:lvl6pPr>
            <a:lvl7pPr indent="-279400" lvl="6" marL="3200400">
              <a:spcBef>
                <a:spcPts val="0"/>
              </a:spcBef>
              <a:spcAft>
                <a:spcPts val="0"/>
              </a:spcAft>
              <a:buClr>
                <a:schemeClr val="dk2"/>
              </a:buClr>
              <a:buSzPts val="800"/>
              <a:buChar char="●"/>
              <a:defRPr sz="800">
                <a:solidFill>
                  <a:schemeClr val="dk2"/>
                </a:solidFill>
              </a:defRPr>
            </a:lvl7pPr>
            <a:lvl8pPr indent="-279400" lvl="7" marL="3657600">
              <a:spcBef>
                <a:spcPts val="0"/>
              </a:spcBef>
              <a:spcAft>
                <a:spcPts val="0"/>
              </a:spcAft>
              <a:buClr>
                <a:schemeClr val="dk2"/>
              </a:buClr>
              <a:buSzPts val="800"/>
              <a:buChar char="○"/>
              <a:defRPr sz="800">
                <a:solidFill>
                  <a:schemeClr val="dk2"/>
                </a:solidFill>
              </a:defRPr>
            </a:lvl8pPr>
            <a:lvl9pPr indent="-279400" lvl="8" marL="4114800">
              <a:spcBef>
                <a:spcPts val="0"/>
              </a:spcBef>
              <a:spcAft>
                <a:spcPts val="0"/>
              </a:spcAft>
              <a:buClr>
                <a:schemeClr val="dk2"/>
              </a:buClr>
              <a:buSzPts val="800"/>
              <a:buChar char="■"/>
              <a:defRPr sz="800">
                <a:solidFill>
                  <a:schemeClr val="dk2"/>
                </a:solidFill>
              </a:defRPr>
            </a:lvl9pPr>
          </a:lstStyle>
          <a:p/>
        </p:txBody>
      </p:sp>
      <p:sp>
        <p:nvSpPr>
          <p:cNvPr id="76" name="Google Shape;76;p16"/>
          <p:cNvSpPr txBox="1"/>
          <p:nvPr>
            <p:ph idx="16" type="body"/>
          </p:nvPr>
        </p:nvSpPr>
        <p:spPr>
          <a:xfrm>
            <a:off x="2428275" y="3935075"/>
            <a:ext cx="2086200" cy="9849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Clr>
                <a:schemeClr val="dk2"/>
              </a:buClr>
              <a:buSzPts val="800"/>
              <a:buChar char="●"/>
              <a:defRPr sz="800">
                <a:solidFill>
                  <a:schemeClr val="dk2"/>
                </a:solidFill>
              </a:defRPr>
            </a:lvl1pPr>
            <a:lvl2pPr indent="-279400" lvl="1" marL="914400">
              <a:spcBef>
                <a:spcPts val="0"/>
              </a:spcBef>
              <a:spcAft>
                <a:spcPts val="0"/>
              </a:spcAft>
              <a:buClr>
                <a:schemeClr val="dk2"/>
              </a:buClr>
              <a:buSzPts val="800"/>
              <a:buChar char="○"/>
              <a:defRPr sz="800">
                <a:solidFill>
                  <a:schemeClr val="dk2"/>
                </a:solidFill>
              </a:defRPr>
            </a:lvl2pPr>
            <a:lvl3pPr indent="-279400" lvl="2" marL="1371600">
              <a:spcBef>
                <a:spcPts val="0"/>
              </a:spcBef>
              <a:spcAft>
                <a:spcPts val="0"/>
              </a:spcAft>
              <a:buClr>
                <a:schemeClr val="dk2"/>
              </a:buClr>
              <a:buSzPts val="800"/>
              <a:buChar char="■"/>
              <a:defRPr sz="800">
                <a:solidFill>
                  <a:schemeClr val="dk2"/>
                </a:solidFill>
              </a:defRPr>
            </a:lvl3pPr>
            <a:lvl4pPr indent="-279400" lvl="3" marL="1828800">
              <a:spcBef>
                <a:spcPts val="0"/>
              </a:spcBef>
              <a:spcAft>
                <a:spcPts val="0"/>
              </a:spcAft>
              <a:buClr>
                <a:schemeClr val="dk2"/>
              </a:buClr>
              <a:buSzPts val="800"/>
              <a:buChar char="●"/>
              <a:defRPr sz="800">
                <a:solidFill>
                  <a:schemeClr val="dk2"/>
                </a:solidFill>
              </a:defRPr>
            </a:lvl4pPr>
            <a:lvl5pPr indent="-279400" lvl="4" marL="2286000">
              <a:spcBef>
                <a:spcPts val="0"/>
              </a:spcBef>
              <a:spcAft>
                <a:spcPts val="0"/>
              </a:spcAft>
              <a:buClr>
                <a:schemeClr val="dk2"/>
              </a:buClr>
              <a:buSzPts val="800"/>
              <a:buChar char="○"/>
              <a:defRPr sz="800">
                <a:solidFill>
                  <a:schemeClr val="dk2"/>
                </a:solidFill>
              </a:defRPr>
            </a:lvl5pPr>
            <a:lvl6pPr indent="-279400" lvl="5" marL="2743200">
              <a:spcBef>
                <a:spcPts val="0"/>
              </a:spcBef>
              <a:spcAft>
                <a:spcPts val="0"/>
              </a:spcAft>
              <a:buClr>
                <a:schemeClr val="dk2"/>
              </a:buClr>
              <a:buSzPts val="800"/>
              <a:buChar char="■"/>
              <a:defRPr sz="800">
                <a:solidFill>
                  <a:schemeClr val="dk2"/>
                </a:solidFill>
              </a:defRPr>
            </a:lvl6pPr>
            <a:lvl7pPr indent="-279400" lvl="6" marL="3200400">
              <a:spcBef>
                <a:spcPts val="0"/>
              </a:spcBef>
              <a:spcAft>
                <a:spcPts val="0"/>
              </a:spcAft>
              <a:buClr>
                <a:schemeClr val="dk2"/>
              </a:buClr>
              <a:buSzPts val="800"/>
              <a:buChar char="●"/>
              <a:defRPr sz="800">
                <a:solidFill>
                  <a:schemeClr val="dk2"/>
                </a:solidFill>
              </a:defRPr>
            </a:lvl7pPr>
            <a:lvl8pPr indent="-279400" lvl="7" marL="3657600">
              <a:spcBef>
                <a:spcPts val="0"/>
              </a:spcBef>
              <a:spcAft>
                <a:spcPts val="0"/>
              </a:spcAft>
              <a:buClr>
                <a:schemeClr val="dk2"/>
              </a:buClr>
              <a:buSzPts val="800"/>
              <a:buChar char="○"/>
              <a:defRPr sz="800">
                <a:solidFill>
                  <a:schemeClr val="dk2"/>
                </a:solidFill>
              </a:defRPr>
            </a:lvl8pPr>
            <a:lvl9pPr indent="-279400" lvl="8" marL="4114800">
              <a:spcBef>
                <a:spcPts val="0"/>
              </a:spcBef>
              <a:spcAft>
                <a:spcPts val="0"/>
              </a:spcAft>
              <a:buClr>
                <a:schemeClr val="dk2"/>
              </a:buClr>
              <a:buSzPts val="800"/>
              <a:buChar char="■"/>
              <a:defRPr sz="800">
                <a:solidFill>
                  <a:schemeClr val="dk2"/>
                </a:solidFill>
              </a:defRPr>
            </a:lvl9pPr>
          </a:lstStyle>
          <a:p/>
        </p:txBody>
      </p:sp>
      <p:sp>
        <p:nvSpPr>
          <p:cNvPr id="77" name="Google Shape;77;p16"/>
          <p:cNvSpPr txBox="1"/>
          <p:nvPr>
            <p:ph idx="17" type="body"/>
          </p:nvPr>
        </p:nvSpPr>
        <p:spPr>
          <a:xfrm>
            <a:off x="4637225" y="3935075"/>
            <a:ext cx="2086200" cy="9849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Clr>
                <a:schemeClr val="dk2"/>
              </a:buClr>
              <a:buSzPts val="800"/>
              <a:buChar char="●"/>
              <a:defRPr sz="800">
                <a:solidFill>
                  <a:schemeClr val="dk2"/>
                </a:solidFill>
              </a:defRPr>
            </a:lvl1pPr>
            <a:lvl2pPr indent="-279400" lvl="1" marL="914400">
              <a:spcBef>
                <a:spcPts val="0"/>
              </a:spcBef>
              <a:spcAft>
                <a:spcPts val="0"/>
              </a:spcAft>
              <a:buClr>
                <a:schemeClr val="dk2"/>
              </a:buClr>
              <a:buSzPts val="800"/>
              <a:buChar char="○"/>
              <a:defRPr sz="800">
                <a:solidFill>
                  <a:schemeClr val="dk2"/>
                </a:solidFill>
              </a:defRPr>
            </a:lvl2pPr>
            <a:lvl3pPr indent="-279400" lvl="2" marL="1371600">
              <a:spcBef>
                <a:spcPts val="0"/>
              </a:spcBef>
              <a:spcAft>
                <a:spcPts val="0"/>
              </a:spcAft>
              <a:buClr>
                <a:schemeClr val="dk2"/>
              </a:buClr>
              <a:buSzPts val="800"/>
              <a:buChar char="■"/>
              <a:defRPr sz="800">
                <a:solidFill>
                  <a:schemeClr val="dk2"/>
                </a:solidFill>
              </a:defRPr>
            </a:lvl3pPr>
            <a:lvl4pPr indent="-279400" lvl="3" marL="1828800">
              <a:spcBef>
                <a:spcPts val="0"/>
              </a:spcBef>
              <a:spcAft>
                <a:spcPts val="0"/>
              </a:spcAft>
              <a:buClr>
                <a:schemeClr val="dk2"/>
              </a:buClr>
              <a:buSzPts val="800"/>
              <a:buChar char="●"/>
              <a:defRPr sz="800">
                <a:solidFill>
                  <a:schemeClr val="dk2"/>
                </a:solidFill>
              </a:defRPr>
            </a:lvl4pPr>
            <a:lvl5pPr indent="-279400" lvl="4" marL="2286000">
              <a:spcBef>
                <a:spcPts val="0"/>
              </a:spcBef>
              <a:spcAft>
                <a:spcPts val="0"/>
              </a:spcAft>
              <a:buClr>
                <a:schemeClr val="dk2"/>
              </a:buClr>
              <a:buSzPts val="800"/>
              <a:buChar char="○"/>
              <a:defRPr sz="800">
                <a:solidFill>
                  <a:schemeClr val="dk2"/>
                </a:solidFill>
              </a:defRPr>
            </a:lvl5pPr>
            <a:lvl6pPr indent="-279400" lvl="5" marL="2743200">
              <a:spcBef>
                <a:spcPts val="0"/>
              </a:spcBef>
              <a:spcAft>
                <a:spcPts val="0"/>
              </a:spcAft>
              <a:buClr>
                <a:schemeClr val="dk2"/>
              </a:buClr>
              <a:buSzPts val="800"/>
              <a:buChar char="■"/>
              <a:defRPr sz="800">
                <a:solidFill>
                  <a:schemeClr val="dk2"/>
                </a:solidFill>
              </a:defRPr>
            </a:lvl6pPr>
            <a:lvl7pPr indent="-279400" lvl="6" marL="3200400">
              <a:spcBef>
                <a:spcPts val="0"/>
              </a:spcBef>
              <a:spcAft>
                <a:spcPts val="0"/>
              </a:spcAft>
              <a:buClr>
                <a:schemeClr val="dk2"/>
              </a:buClr>
              <a:buSzPts val="800"/>
              <a:buChar char="●"/>
              <a:defRPr sz="800">
                <a:solidFill>
                  <a:schemeClr val="dk2"/>
                </a:solidFill>
              </a:defRPr>
            </a:lvl7pPr>
            <a:lvl8pPr indent="-279400" lvl="7" marL="3657600">
              <a:spcBef>
                <a:spcPts val="0"/>
              </a:spcBef>
              <a:spcAft>
                <a:spcPts val="0"/>
              </a:spcAft>
              <a:buClr>
                <a:schemeClr val="dk2"/>
              </a:buClr>
              <a:buSzPts val="800"/>
              <a:buChar char="○"/>
              <a:defRPr sz="800">
                <a:solidFill>
                  <a:schemeClr val="dk2"/>
                </a:solidFill>
              </a:defRPr>
            </a:lvl8pPr>
            <a:lvl9pPr indent="-279400" lvl="8" marL="4114800">
              <a:spcBef>
                <a:spcPts val="0"/>
              </a:spcBef>
              <a:spcAft>
                <a:spcPts val="0"/>
              </a:spcAft>
              <a:buClr>
                <a:schemeClr val="dk2"/>
              </a:buClr>
              <a:buSzPts val="800"/>
              <a:buChar char="■"/>
              <a:defRPr sz="800">
                <a:solidFill>
                  <a:schemeClr val="dk2"/>
                </a:solidFill>
              </a:defRPr>
            </a:lvl9pPr>
          </a:lstStyle>
          <a:p/>
        </p:txBody>
      </p:sp>
      <p:sp>
        <p:nvSpPr>
          <p:cNvPr id="78" name="Google Shape;78;p16"/>
          <p:cNvSpPr txBox="1"/>
          <p:nvPr>
            <p:ph idx="18" type="body"/>
          </p:nvPr>
        </p:nvSpPr>
        <p:spPr>
          <a:xfrm>
            <a:off x="6846175" y="3935075"/>
            <a:ext cx="2086200" cy="9849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Clr>
                <a:schemeClr val="dk2"/>
              </a:buClr>
              <a:buSzPts val="800"/>
              <a:buChar char="●"/>
              <a:defRPr sz="800">
                <a:solidFill>
                  <a:schemeClr val="dk2"/>
                </a:solidFill>
              </a:defRPr>
            </a:lvl1pPr>
            <a:lvl2pPr indent="-279400" lvl="1" marL="914400">
              <a:spcBef>
                <a:spcPts val="0"/>
              </a:spcBef>
              <a:spcAft>
                <a:spcPts val="0"/>
              </a:spcAft>
              <a:buClr>
                <a:schemeClr val="dk2"/>
              </a:buClr>
              <a:buSzPts val="800"/>
              <a:buChar char="○"/>
              <a:defRPr sz="800">
                <a:solidFill>
                  <a:schemeClr val="dk2"/>
                </a:solidFill>
              </a:defRPr>
            </a:lvl2pPr>
            <a:lvl3pPr indent="-279400" lvl="2" marL="1371600">
              <a:spcBef>
                <a:spcPts val="0"/>
              </a:spcBef>
              <a:spcAft>
                <a:spcPts val="0"/>
              </a:spcAft>
              <a:buClr>
                <a:schemeClr val="dk2"/>
              </a:buClr>
              <a:buSzPts val="800"/>
              <a:buChar char="■"/>
              <a:defRPr sz="800">
                <a:solidFill>
                  <a:schemeClr val="dk2"/>
                </a:solidFill>
              </a:defRPr>
            </a:lvl3pPr>
            <a:lvl4pPr indent="-279400" lvl="3" marL="1828800">
              <a:spcBef>
                <a:spcPts val="0"/>
              </a:spcBef>
              <a:spcAft>
                <a:spcPts val="0"/>
              </a:spcAft>
              <a:buClr>
                <a:schemeClr val="dk2"/>
              </a:buClr>
              <a:buSzPts val="800"/>
              <a:buChar char="●"/>
              <a:defRPr sz="800">
                <a:solidFill>
                  <a:schemeClr val="dk2"/>
                </a:solidFill>
              </a:defRPr>
            </a:lvl4pPr>
            <a:lvl5pPr indent="-279400" lvl="4" marL="2286000">
              <a:spcBef>
                <a:spcPts val="0"/>
              </a:spcBef>
              <a:spcAft>
                <a:spcPts val="0"/>
              </a:spcAft>
              <a:buClr>
                <a:schemeClr val="dk2"/>
              </a:buClr>
              <a:buSzPts val="800"/>
              <a:buChar char="○"/>
              <a:defRPr sz="800">
                <a:solidFill>
                  <a:schemeClr val="dk2"/>
                </a:solidFill>
              </a:defRPr>
            </a:lvl5pPr>
            <a:lvl6pPr indent="-279400" lvl="5" marL="2743200">
              <a:spcBef>
                <a:spcPts val="0"/>
              </a:spcBef>
              <a:spcAft>
                <a:spcPts val="0"/>
              </a:spcAft>
              <a:buClr>
                <a:schemeClr val="dk2"/>
              </a:buClr>
              <a:buSzPts val="800"/>
              <a:buChar char="■"/>
              <a:defRPr sz="800">
                <a:solidFill>
                  <a:schemeClr val="dk2"/>
                </a:solidFill>
              </a:defRPr>
            </a:lvl6pPr>
            <a:lvl7pPr indent="-279400" lvl="6" marL="3200400">
              <a:spcBef>
                <a:spcPts val="0"/>
              </a:spcBef>
              <a:spcAft>
                <a:spcPts val="0"/>
              </a:spcAft>
              <a:buClr>
                <a:schemeClr val="dk2"/>
              </a:buClr>
              <a:buSzPts val="800"/>
              <a:buChar char="●"/>
              <a:defRPr sz="800">
                <a:solidFill>
                  <a:schemeClr val="dk2"/>
                </a:solidFill>
              </a:defRPr>
            </a:lvl7pPr>
            <a:lvl8pPr indent="-279400" lvl="7" marL="3657600">
              <a:spcBef>
                <a:spcPts val="0"/>
              </a:spcBef>
              <a:spcAft>
                <a:spcPts val="0"/>
              </a:spcAft>
              <a:buClr>
                <a:schemeClr val="dk2"/>
              </a:buClr>
              <a:buSzPts val="800"/>
              <a:buChar char="○"/>
              <a:defRPr sz="800">
                <a:solidFill>
                  <a:schemeClr val="dk2"/>
                </a:solidFill>
              </a:defRPr>
            </a:lvl8pPr>
            <a:lvl9pPr indent="-279400" lvl="8" marL="4114800">
              <a:spcBef>
                <a:spcPts val="0"/>
              </a:spcBef>
              <a:spcAft>
                <a:spcPts val="0"/>
              </a:spcAft>
              <a:buClr>
                <a:schemeClr val="dk2"/>
              </a:buClr>
              <a:buSzPts val="800"/>
              <a:buChar char="■"/>
              <a:defRPr sz="800">
                <a:solidFill>
                  <a:schemeClr val="dk2"/>
                </a:solidFill>
              </a:defRPr>
            </a:lvl9pPr>
          </a:lstStyle>
          <a:p/>
        </p:txBody>
      </p:sp>
      <p:sp>
        <p:nvSpPr>
          <p:cNvPr id="79" name="Google Shape;79;p16"/>
          <p:cNvSpPr txBox="1"/>
          <p:nvPr>
            <p:ph idx="19" type="title"/>
          </p:nvPr>
        </p:nvSpPr>
        <p:spPr>
          <a:xfrm>
            <a:off x="230900" y="454775"/>
            <a:ext cx="4406400" cy="442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3600"/>
              <a:buNone/>
              <a:defRPr>
                <a:solidFill>
                  <a:schemeClr val="dk2"/>
                </a:solidFill>
              </a:defRPr>
            </a:lvl1pPr>
            <a:lvl2pPr lvl="1">
              <a:spcBef>
                <a:spcPts val="0"/>
              </a:spcBef>
              <a:spcAft>
                <a:spcPts val="0"/>
              </a:spcAft>
              <a:buClr>
                <a:schemeClr val="dk2"/>
              </a:buClr>
              <a:buSzPts val="3600"/>
              <a:buNone/>
              <a:defRPr sz="3600">
                <a:solidFill>
                  <a:schemeClr val="dk2"/>
                </a:solidFill>
              </a:defRPr>
            </a:lvl2pPr>
            <a:lvl3pPr lvl="2">
              <a:spcBef>
                <a:spcPts val="0"/>
              </a:spcBef>
              <a:spcAft>
                <a:spcPts val="0"/>
              </a:spcAft>
              <a:buClr>
                <a:schemeClr val="dk2"/>
              </a:buClr>
              <a:buSzPts val="3600"/>
              <a:buNone/>
              <a:defRPr sz="3600">
                <a:solidFill>
                  <a:schemeClr val="dk2"/>
                </a:solidFill>
              </a:defRPr>
            </a:lvl3pPr>
            <a:lvl4pPr lvl="3">
              <a:spcBef>
                <a:spcPts val="0"/>
              </a:spcBef>
              <a:spcAft>
                <a:spcPts val="0"/>
              </a:spcAft>
              <a:buClr>
                <a:schemeClr val="dk2"/>
              </a:buClr>
              <a:buSzPts val="3600"/>
              <a:buNone/>
              <a:defRPr sz="3600">
                <a:solidFill>
                  <a:schemeClr val="dk2"/>
                </a:solidFill>
              </a:defRPr>
            </a:lvl4pPr>
            <a:lvl5pPr lvl="4">
              <a:spcBef>
                <a:spcPts val="0"/>
              </a:spcBef>
              <a:spcAft>
                <a:spcPts val="0"/>
              </a:spcAft>
              <a:buClr>
                <a:schemeClr val="dk2"/>
              </a:buClr>
              <a:buSzPts val="3600"/>
              <a:buNone/>
              <a:defRPr sz="3600">
                <a:solidFill>
                  <a:schemeClr val="dk2"/>
                </a:solidFill>
              </a:defRPr>
            </a:lvl5pPr>
            <a:lvl6pPr lvl="5">
              <a:spcBef>
                <a:spcPts val="0"/>
              </a:spcBef>
              <a:spcAft>
                <a:spcPts val="0"/>
              </a:spcAft>
              <a:buClr>
                <a:schemeClr val="dk2"/>
              </a:buClr>
              <a:buSzPts val="3600"/>
              <a:buNone/>
              <a:defRPr sz="3600">
                <a:solidFill>
                  <a:schemeClr val="dk2"/>
                </a:solidFill>
              </a:defRPr>
            </a:lvl6pPr>
            <a:lvl7pPr lvl="6">
              <a:spcBef>
                <a:spcPts val="0"/>
              </a:spcBef>
              <a:spcAft>
                <a:spcPts val="0"/>
              </a:spcAft>
              <a:buClr>
                <a:schemeClr val="dk2"/>
              </a:buClr>
              <a:buSzPts val="3600"/>
              <a:buNone/>
              <a:defRPr sz="3600">
                <a:solidFill>
                  <a:schemeClr val="dk2"/>
                </a:solidFill>
              </a:defRPr>
            </a:lvl7pPr>
            <a:lvl8pPr lvl="7">
              <a:spcBef>
                <a:spcPts val="0"/>
              </a:spcBef>
              <a:spcAft>
                <a:spcPts val="0"/>
              </a:spcAft>
              <a:buClr>
                <a:schemeClr val="dk2"/>
              </a:buClr>
              <a:buSzPts val="3600"/>
              <a:buNone/>
              <a:defRPr sz="3600">
                <a:solidFill>
                  <a:schemeClr val="dk2"/>
                </a:solidFill>
              </a:defRPr>
            </a:lvl8pPr>
            <a:lvl9pPr lvl="8">
              <a:spcBef>
                <a:spcPts val="0"/>
              </a:spcBef>
              <a:spcAft>
                <a:spcPts val="0"/>
              </a:spcAft>
              <a:buClr>
                <a:schemeClr val="dk2"/>
              </a:buClr>
              <a:buSzPts val="3600"/>
              <a:buNone/>
              <a:defRPr sz="3600">
                <a:solidFill>
                  <a:schemeClr val="dk2"/>
                </a:solidFill>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s of contents" type="twoColTx">
  <p:cSld name="TITLE_AND_TWO_COLUMNS">
    <p:spTree>
      <p:nvGrpSpPr>
        <p:cNvPr id="80" name="Shape 80"/>
        <p:cNvGrpSpPr/>
        <p:nvPr/>
      </p:nvGrpSpPr>
      <p:grpSpPr>
        <a:xfrm>
          <a:off x="0" y="0"/>
          <a:ext cx="0" cy="0"/>
          <a:chOff x="0" y="0"/>
          <a:chExt cx="0" cy="0"/>
        </a:xfrm>
      </p:grpSpPr>
      <p:sp>
        <p:nvSpPr>
          <p:cNvPr id="81" name="Google Shape;81;p17"/>
          <p:cNvSpPr/>
          <p:nvPr>
            <p:ph idx="2" type="pic"/>
          </p:nvPr>
        </p:nvSpPr>
        <p:spPr>
          <a:xfrm>
            <a:off x="0" y="0"/>
            <a:ext cx="9144000" cy="5143500"/>
          </a:xfrm>
          <a:prstGeom prst="rect">
            <a:avLst/>
          </a:prstGeom>
          <a:noFill/>
          <a:ln>
            <a:noFill/>
          </a:ln>
        </p:spPr>
      </p:sp>
      <p:grpSp>
        <p:nvGrpSpPr>
          <p:cNvPr id="82" name="Google Shape;82;p17"/>
          <p:cNvGrpSpPr/>
          <p:nvPr/>
        </p:nvGrpSpPr>
        <p:grpSpPr>
          <a:xfrm>
            <a:off x="162" y="98"/>
            <a:ext cx="9143669" cy="5143312"/>
            <a:chOff x="238125" y="848375"/>
            <a:chExt cx="7144050" cy="4018527"/>
          </a:xfrm>
        </p:grpSpPr>
        <p:sp>
          <p:nvSpPr>
            <p:cNvPr id="83" name="Google Shape;83;p17"/>
            <p:cNvSpPr/>
            <p:nvPr/>
          </p:nvSpPr>
          <p:spPr>
            <a:xfrm>
              <a:off x="238125" y="848377"/>
              <a:ext cx="5017377" cy="4018525"/>
            </a:xfrm>
            <a:custGeom>
              <a:rect b="b" l="l" r="r" t="t"/>
              <a:pathLst>
                <a:path extrusionOk="0" h="160741" w="191211">
                  <a:moveTo>
                    <a:pt x="0" y="0"/>
                  </a:moveTo>
                  <a:lnTo>
                    <a:pt x="0" y="160741"/>
                  </a:lnTo>
                  <a:lnTo>
                    <a:pt x="118091" y="160741"/>
                  </a:lnTo>
                  <a:lnTo>
                    <a:pt x="117329" y="160729"/>
                  </a:lnTo>
                  <a:lnTo>
                    <a:pt x="115829" y="160574"/>
                  </a:lnTo>
                  <a:lnTo>
                    <a:pt x="114376" y="160277"/>
                  </a:lnTo>
                  <a:lnTo>
                    <a:pt x="112971" y="159848"/>
                  </a:lnTo>
                  <a:lnTo>
                    <a:pt x="111638" y="159276"/>
                  </a:lnTo>
                  <a:lnTo>
                    <a:pt x="110376" y="158586"/>
                  </a:lnTo>
                  <a:lnTo>
                    <a:pt x="109185" y="157788"/>
                  </a:lnTo>
                  <a:lnTo>
                    <a:pt x="108078" y="156883"/>
                  </a:lnTo>
                  <a:lnTo>
                    <a:pt x="107077" y="155871"/>
                  </a:lnTo>
                  <a:lnTo>
                    <a:pt x="106161" y="154764"/>
                  </a:lnTo>
                  <a:lnTo>
                    <a:pt x="105363" y="153573"/>
                  </a:lnTo>
                  <a:lnTo>
                    <a:pt x="104672" y="152311"/>
                  </a:lnTo>
                  <a:lnTo>
                    <a:pt x="104113" y="150977"/>
                  </a:lnTo>
                  <a:lnTo>
                    <a:pt x="103672" y="149584"/>
                  </a:lnTo>
                  <a:lnTo>
                    <a:pt x="103374" y="148132"/>
                  </a:lnTo>
                  <a:lnTo>
                    <a:pt x="103220" y="146620"/>
                  </a:lnTo>
                  <a:lnTo>
                    <a:pt x="103208" y="145857"/>
                  </a:lnTo>
                  <a:lnTo>
                    <a:pt x="103208" y="77846"/>
                  </a:lnTo>
                  <a:lnTo>
                    <a:pt x="103220" y="77072"/>
                  </a:lnTo>
                  <a:lnTo>
                    <a:pt x="103374" y="75572"/>
                  </a:lnTo>
                  <a:lnTo>
                    <a:pt x="103672" y="74119"/>
                  </a:lnTo>
                  <a:lnTo>
                    <a:pt x="104113" y="72714"/>
                  </a:lnTo>
                  <a:lnTo>
                    <a:pt x="104672" y="71381"/>
                  </a:lnTo>
                  <a:lnTo>
                    <a:pt x="105363" y="70119"/>
                  </a:lnTo>
                  <a:lnTo>
                    <a:pt x="106161" y="68928"/>
                  </a:lnTo>
                  <a:lnTo>
                    <a:pt x="107077" y="67833"/>
                  </a:lnTo>
                  <a:lnTo>
                    <a:pt x="108078" y="66821"/>
                  </a:lnTo>
                  <a:lnTo>
                    <a:pt x="109185" y="65904"/>
                  </a:lnTo>
                  <a:lnTo>
                    <a:pt x="110376" y="65106"/>
                  </a:lnTo>
                  <a:lnTo>
                    <a:pt x="111638" y="64415"/>
                  </a:lnTo>
                  <a:lnTo>
                    <a:pt x="112971" y="63856"/>
                  </a:lnTo>
                  <a:lnTo>
                    <a:pt x="114376" y="63415"/>
                  </a:lnTo>
                  <a:lnTo>
                    <a:pt x="115829" y="63118"/>
                  </a:lnTo>
                  <a:lnTo>
                    <a:pt x="117329" y="62975"/>
                  </a:lnTo>
                  <a:lnTo>
                    <a:pt x="118091" y="62963"/>
                  </a:lnTo>
                  <a:lnTo>
                    <a:pt x="161444" y="62963"/>
                  </a:lnTo>
                  <a:lnTo>
                    <a:pt x="162206" y="62939"/>
                  </a:lnTo>
                  <a:lnTo>
                    <a:pt x="163718" y="62796"/>
                  </a:lnTo>
                  <a:lnTo>
                    <a:pt x="165170" y="62498"/>
                  </a:lnTo>
                  <a:lnTo>
                    <a:pt x="166563" y="62058"/>
                  </a:lnTo>
                  <a:lnTo>
                    <a:pt x="167897" y="61498"/>
                  </a:lnTo>
                  <a:lnTo>
                    <a:pt x="169159" y="60808"/>
                  </a:lnTo>
                  <a:lnTo>
                    <a:pt x="170350" y="60010"/>
                  </a:lnTo>
                  <a:lnTo>
                    <a:pt x="171457" y="59093"/>
                  </a:lnTo>
                  <a:lnTo>
                    <a:pt x="172469" y="58081"/>
                  </a:lnTo>
                  <a:lnTo>
                    <a:pt x="173374" y="56986"/>
                  </a:lnTo>
                  <a:lnTo>
                    <a:pt x="174172" y="55795"/>
                  </a:lnTo>
                  <a:lnTo>
                    <a:pt x="174862" y="54533"/>
                  </a:lnTo>
                  <a:lnTo>
                    <a:pt x="175434" y="53199"/>
                  </a:lnTo>
                  <a:lnTo>
                    <a:pt x="175863" y="51794"/>
                  </a:lnTo>
                  <a:lnTo>
                    <a:pt x="176160" y="50342"/>
                  </a:lnTo>
                  <a:lnTo>
                    <a:pt x="176315" y="48841"/>
                  </a:lnTo>
                  <a:lnTo>
                    <a:pt x="176327" y="48079"/>
                  </a:lnTo>
                  <a:lnTo>
                    <a:pt x="176327" y="14883"/>
                  </a:lnTo>
                  <a:lnTo>
                    <a:pt x="176339" y="14121"/>
                  </a:lnTo>
                  <a:lnTo>
                    <a:pt x="176494" y="12609"/>
                  </a:lnTo>
                  <a:lnTo>
                    <a:pt x="176791" y="11157"/>
                  </a:lnTo>
                  <a:lnTo>
                    <a:pt x="177220" y="9764"/>
                  </a:lnTo>
                  <a:lnTo>
                    <a:pt x="177792" y="8430"/>
                  </a:lnTo>
                  <a:lnTo>
                    <a:pt x="178482" y="7168"/>
                  </a:lnTo>
                  <a:lnTo>
                    <a:pt x="179280" y="5977"/>
                  </a:lnTo>
                  <a:lnTo>
                    <a:pt x="180185" y="4870"/>
                  </a:lnTo>
                  <a:lnTo>
                    <a:pt x="181197" y="3858"/>
                  </a:lnTo>
                  <a:lnTo>
                    <a:pt x="182304" y="2953"/>
                  </a:lnTo>
                  <a:lnTo>
                    <a:pt x="183495" y="2155"/>
                  </a:lnTo>
                  <a:lnTo>
                    <a:pt x="184757" y="1465"/>
                  </a:lnTo>
                  <a:lnTo>
                    <a:pt x="186091" y="893"/>
                  </a:lnTo>
                  <a:lnTo>
                    <a:pt x="187484" y="464"/>
                  </a:lnTo>
                  <a:lnTo>
                    <a:pt x="188936" y="167"/>
                  </a:lnTo>
                  <a:lnTo>
                    <a:pt x="190448" y="12"/>
                  </a:lnTo>
                  <a:lnTo>
                    <a:pt x="191210"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84" name="Google Shape;84;p17"/>
            <p:cNvSpPr/>
            <p:nvPr/>
          </p:nvSpPr>
          <p:spPr>
            <a:xfrm>
              <a:off x="7010075" y="848375"/>
              <a:ext cx="372100" cy="372100"/>
            </a:xfrm>
            <a:custGeom>
              <a:rect b="b" l="l" r="r" t="t"/>
              <a:pathLst>
                <a:path extrusionOk="0" h="14884" w="14884">
                  <a:moveTo>
                    <a:pt x="0" y="0"/>
                  </a:moveTo>
                  <a:lnTo>
                    <a:pt x="763" y="12"/>
                  </a:lnTo>
                  <a:lnTo>
                    <a:pt x="2275" y="167"/>
                  </a:lnTo>
                  <a:lnTo>
                    <a:pt x="3727" y="464"/>
                  </a:lnTo>
                  <a:lnTo>
                    <a:pt x="5120" y="893"/>
                  </a:lnTo>
                  <a:lnTo>
                    <a:pt x="6454" y="1465"/>
                  </a:lnTo>
                  <a:lnTo>
                    <a:pt x="7716" y="2155"/>
                  </a:lnTo>
                  <a:lnTo>
                    <a:pt x="8907" y="2953"/>
                  </a:lnTo>
                  <a:lnTo>
                    <a:pt x="10014" y="3858"/>
                  </a:lnTo>
                  <a:lnTo>
                    <a:pt x="11026" y="4870"/>
                  </a:lnTo>
                  <a:lnTo>
                    <a:pt x="11931" y="5977"/>
                  </a:lnTo>
                  <a:lnTo>
                    <a:pt x="12729" y="7168"/>
                  </a:lnTo>
                  <a:lnTo>
                    <a:pt x="13419" y="8430"/>
                  </a:lnTo>
                  <a:lnTo>
                    <a:pt x="13991" y="9764"/>
                  </a:lnTo>
                  <a:lnTo>
                    <a:pt x="14420" y="11157"/>
                  </a:lnTo>
                  <a:lnTo>
                    <a:pt x="14717" y="12609"/>
                  </a:lnTo>
                  <a:lnTo>
                    <a:pt x="14872" y="14121"/>
                  </a:lnTo>
                  <a:lnTo>
                    <a:pt x="14884" y="14883"/>
                  </a:lnTo>
                  <a:lnTo>
                    <a:pt x="14884"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85" name="Google Shape;85;p17"/>
            <p:cNvSpPr/>
            <p:nvPr/>
          </p:nvSpPr>
          <p:spPr>
            <a:xfrm>
              <a:off x="5182100" y="2921025"/>
              <a:ext cx="2200075" cy="1945875"/>
            </a:xfrm>
            <a:custGeom>
              <a:rect b="b" l="l" r="r" t="t"/>
              <a:pathLst>
                <a:path extrusionOk="0" h="77835" w="88003">
                  <a:moveTo>
                    <a:pt x="88003" y="1"/>
                  </a:moveTo>
                  <a:lnTo>
                    <a:pt x="87991" y="763"/>
                  </a:lnTo>
                  <a:lnTo>
                    <a:pt x="87836" y="2263"/>
                  </a:lnTo>
                  <a:lnTo>
                    <a:pt x="87539" y="3715"/>
                  </a:lnTo>
                  <a:lnTo>
                    <a:pt x="87110" y="5120"/>
                  </a:lnTo>
                  <a:lnTo>
                    <a:pt x="86538" y="6454"/>
                  </a:lnTo>
                  <a:lnTo>
                    <a:pt x="85848" y="7716"/>
                  </a:lnTo>
                  <a:lnTo>
                    <a:pt x="85050" y="8907"/>
                  </a:lnTo>
                  <a:lnTo>
                    <a:pt x="84145" y="10002"/>
                  </a:lnTo>
                  <a:lnTo>
                    <a:pt x="83133" y="11014"/>
                  </a:lnTo>
                  <a:lnTo>
                    <a:pt x="82026" y="11931"/>
                  </a:lnTo>
                  <a:lnTo>
                    <a:pt x="80835" y="12729"/>
                  </a:lnTo>
                  <a:lnTo>
                    <a:pt x="79573" y="13419"/>
                  </a:lnTo>
                  <a:lnTo>
                    <a:pt x="78239" y="13979"/>
                  </a:lnTo>
                  <a:lnTo>
                    <a:pt x="76846" y="14420"/>
                  </a:lnTo>
                  <a:lnTo>
                    <a:pt x="75394" y="14717"/>
                  </a:lnTo>
                  <a:lnTo>
                    <a:pt x="73882" y="14860"/>
                  </a:lnTo>
                  <a:lnTo>
                    <a:pt x="73119" y="14884"/>
                  </a:lnTo>
                  <a:lnTo>
                    <a:pt x="29767" y="14884"/>
                  </a:lnTo>
                  <a:lnTo>
                    <a:pt x="29005" y="14896"/>
                  </a:lnTo>
                  <a:lnTo>
                    <a:pt x="27505" y="15039"/>
                  </a:lnTo>
                  <a:lnTo>
                    <a:pt x="26052" y="15336"/>
                  </a:lnTo>
                  <a:lnTo>
                    <a:pt x="24647" y="15777"/>
                  </a:lnTo>
                  <a:lnTo>
                    <a:pt x="23314" y="16337"/>
                  </a:lnTo>
                  <a:lnTo>
                    <a:pt x="22051" y="17027"/>
                  </a:lnTo>
                  <a:lnTo>
                    <a:pt x="20861" y="17825"/>
                  </a:lnTo>
                  <a:lnTo>
                    <a:pt x="19765" y="18742"/>
                  </a:lnTo>
                  <a:lnTo>
                    <a:pt x="18753" y="19754"/>
                  </a:lnTo>
                  <a:lnTo>
                    <a:pt x="17836" y="20849"/>
                  </a:lnTo>
                  <a:lnTo>
                    <a:pt x="17039" y="22040"/>
                  </a:lnTo>
                  <a:lnTo>
                    <a:pt x="16348" y="23302"/>
                  </a:lnTo>
                  <a:lnTo>
                    <a:pt x="15788" y="24636"/>
                  </a:lnTo>
                  <a:lnTo>
                    <a:pt x="15348" y="26041"/>
                  </a:lnTo>
                  <a:lnTo>
                    <a:pt x="15050" y="27493"/>
                  </a:lnTo>
                  <a:lnTo>
                    <a:pt x="14895" y="28993"/>
                  </a:lnTo>
                  <a:lnTo>
                    <a:pt x="14884" y="29767"/>
                  </a:lnTo>
                  <a:lnTo>
                    <a:pt x="14884" y="62951"/>
                  </a:lnTo>
                  <a:lnTo>
                    <a:pt x="14872" y="63714"/>
                  </a:lnTo>
                  <a:lnTo>
                    <a:pt x="14717" y="65226"/>
                  </a:lnTo>
                  <a:lnTo>
                    <a:pt x="14431" y="66678"/>
                  </a:lnTo>
                  <a:lnTo>
                    <a:pt x="13991" y="68071"/>
                  </a:lnTo>
                  <a:lnTo>
                    <a:pt x="13431" y="69405"/>
                  </a:lnTo>
                  <a:lnTo>
                    <a:pt x="12740" y="70667"/>
                  </a:lnTo>
                  <a:lnTo>
                    <a:pt x="11931" y="71858"/>
                  </a:lnTo>
                  <a:lnTo>
                    <a:pt x="11026" y="72965"/>
                  </a:lnTo>
                  <a:lnTo>
                    <a:pt x="10014" y="73977"/>
                  </a:lnTo>
                  <a:lnTo>
                    <a:pt x="8918" y="74882"/>
                  </a:lnTo>
                  <a:lnTo>
                    <a:pt x="7728" y="75680"/>
                  </a:lnTo>
                  <a:lnTo>
                    <a:pt x="6466" y="76370"/>
                  </a:lnTo>
                  <a:lnTo>
                    <a:pt x="5120" y="76942"/>
                  </a:lnTo>
                  <a:lnTo>
                    <a:pt x="3727" y="77371"/>
                  </a:lnTo>
                  <a:lnTo>
                    <a:pt x="2274" y="77668"/>
                  </a:lnTo>
                  <a:lnTo>
                    <a:pt x="774" y="77823"/>
                  </a:lnTo>
                  <a:lnTo>
                    <a:pt x="0" y="77835"/>
                  </a:lnTo>
                  <a:lnTo>
                    <a:pt x="88003" y="77835"/>
                  </a:lnTo>
                  <a:lnTo>
                    <a:pt x="88003"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grpSp>
      <p:sp>
        <p:nvSpPr>
          <p:cNvPr id="86" name="Google Shape;86;p17"/>
          <p:cNvSpPr txBox="1"/>
          <p:nvPr>
            <p:ph type="title"/>
          </p:nvPr>
        </p:nvSpPr>
        <p:spPr>
          <a:xfrm>
            <a:off x="230900" y="457200"/>
            <a:ext cx="4406400" cy="1560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3600"/>
              <a:buNone/>
              <a:defRPr/>
            </a:lvl1pPr>
            <a:lvl2pPr lvl="1">
              <a:spcBef>
                <a:spcPts val="0"/>
              </a:spcBef>
              <a:spcAft>
                <a:spcPts val="0"/>
              </a:spcAft>
              <a:buClr>
                <a:schemeClr val="dk1"/>
              </a:buClr>
              <a:buSzPts val="4800"/>
              <a:buNone/>
              <a:defRPr/>
            </a:lvl2pPr>
            <a:lvl3pPr lvl="2">
              <a:spcBef>
                <a:spcPts val="0"/>
              </a:spcBef>
              <a:spcAft>
                <a:spcPts val="0"/>
              </a:spcAft>
              <a:buClr>
                <a:schemeClr val="dk1"/>
              </a:buClr>
              <a:buSzPts val="4800"/>
              <a:buNone/>
              <a:defRPr/>
            </a:lvl3pPr>
            <a:lvl4pPr lvl="3">
              <a:spcBef>
                <a:spcPts val="0"/>
              </a:spcBef>
              <a:spcAft>
                <a:spcPts val="0"/>
              </a:spcAft>
              <a:buClr>
                <a:schemeClr val="dk1"/>
              </a:buClr>
              <a:buSzPts val="4800"/>
              <a:buNone/>
              <a:defRPr/>
            </a:lvl4pPr>
            <a:lvl5pPr lvl="4">
              <a:spcBef>
                <a:spcPts val="0"/>
              </a:spcBef>
              <a:spcAft>
                <a:spcPts val="0"/>
              </a:spcAft>
              <a:buClr>
                <a:schemeClr val="dk1"/>
              </a:buClr>
              <a:buSzPts val="4800"/>
              <a:buNone/>
              <a:defRPr/>
            </a:lvl5pPr>
            <a:lvl6pPr lvl="5">
              <a:spcBef>
                <a:spcPts val="0"/>
              </a:spcBef>
              <a:spcAft>
                <a:spcPts val="0"/>
              </a:spcAft>
              <a:buClr>
                <a:schemeClr val="dk1"/>
              </a:buClr>
              <a:buSzPts val="4800"/>
              <a:buNone/>
              <a:defRPr/>
            </a:lvl6pPr>
            <a:lvl7pPr lvl="6">
              <a:spcBef>
                <a:spcPts val="0"/>
              </a:spcBef>
              <a:spcAft>
                <a:spcPts val="0"/>
              </a:spcAft>
              <a:buClr>
                <a:schemeClr val="dk1"/>
              </a:buClr>
              <a:buSzPts val="4800"/>
              <a:buNone/>
              <a:defRPr/>
            </a:lvl7pPr>
            <a:lvl8pPr lvl="7">
              <a:spcBef>
                <a:spcPts val="0"/>
              </a:spcBef>
              <a:spcAft>
                <a:spcPts val="0"/>
              </a:spcAft>
              <a:buClr>
                <a:schemeClr val="dk1"/>
              </a:buClr>
              <a:buSzPts val="4800"/>
              <a:buNone/>
              <a:defRPr/>
            </a:lvl8pPr>
            <a:lvl9pPr lvl="8">
              <a:spcBef>
                <a:spcPts val="0"/>
              </a:spcBef>
              <a:spcAft>
                <a:spcPts val="0"/>
              </a:spcAft>
              <a:buClr>
                <a:schemeClr val="dk1"/>
              </a:buClr>
              <a:buSzPts val="4800"/>
              <a:buNone/>
              <a:defRPr/>
            </a:lvl9pPr>
          </a:lstStyle>
          <a:p/>
        </p:txBody>
      </p:sp>
      <p:sp>
        <p:nvSpPr>
          <p:cNvPr id="87" name="Google Shape;87;p17"/>
          <p:cNvSpPr txBox="1"/>
          <p:nvPr>
            <p:ph idx="1" type="body"/>
          </p:nvPr>
        </p:nvSpPr>
        <p:spPr>
          <a:xfrm>
            <a:off x="230900" y="2356825"/>
            <a:ext cx="2974800" cy="2563500"/>
          </a:xfrm>
          <a:prstGeom prst="rect">
            <a:avLst/>
          </a:prstGeom>
        </p:spPr>
        <p:txBody>
          <a:bodyPr anchorCtr="0" anchor="b" bIns="91425" lIns="91425" spcFirstLastPara="1" rIns="91425" wrap="square" tIns="91425">
            <a:noAutofit/>
          </a:bodyPr>
          <a:lstStyle>
            <a:lvl1pPr indent="-342900" lvl="0" marL="457200">
              <a:spcBef>
                <a:spcPts val="0"/>
              </a:spcBef>
              <a:spcAft>
                <a:spcPts val="0"/>
              </a:spcAft>
              <a:buClr>
                <a:schemeClr val="dk1"/>
              </a:buClr>
              <a:buSzPts val="1800"/>
              <a:buChar char="●"/>
              <a:defRPr sz="1800"/>
            </a:lvl1pPr>
            <a:lvl2pPr indent="-342900" lvl="1" marL="914400">
              <a:spcBef>
                <a:spcPts val="0"/>
              </a:spcBef>
              <a:spcAft>
                <a:spcPts val="0"/>
              </a:spcAft>
              <a:buClr>
                <a:schemeClr val="dk1"/>
              </a:buClr>
              <a:buSzPts val="1800"/>
              <a:buChar char="○"/>
              <a:defRPr sz="1800"/>
            </a:lvl2pPr>
            <a:lvl3pPr indent="-342900" lvl="2" marL="1371600">
              <a:spcBef>
                <a:spcPts val="0"/>
              </a:spcBef>
              <a:spcAft>
                <a:spcPts val="0"/>
              </a:spcAft>
              <a:buClr>
                <a:schemeClr val="dk1"/>
              </a:buClr>
              <a:buSzPts val="1800"/>
              <a:buChar char="■"/>
              <a:defRPr sz="1800"/>
            </a:lvl3pPr>
            <a:lvl4pPr indent="-342900" lvl="3" marL="1828800">
              <a:spcBef>
                <a:spcPts val="0"/>
              </a:spcBef>
              <a:spcAft>
                <a:spcPts val="0"/>
              </a:spcAft>
              <a:buClr>
                <a:schemeClr val="dk1"/>
              </a:buClr>
              <a:buSzPts val="1800"/>
              <a:buChar char="●"/>
              <a:defRPr sz="1800"/>
            </a:lvl4pPr>
            <a:lvl5pPr indent="-342900" lvl="4" marL="2286000">
              <a:spcBef>
                <a:spcPts val="0"/>
              </a:spcBef>
              <a:spcAft>
                <a:spcPts val="0"/>
              </a:spcAft>
              <a:buClr>
                <a:schemeClr val="dk1"/>
              </a:buClr>
              <a:buSzPts val="1800"/>
              <a:buChar char="○"/>
              <a:defRPr sz="1800"/>
            </a:lvl5pPr>
            <a:lvl6pPr indent="-342900" lvl="5" marL="2743200">
              <a:spcBef>
                <a:spcPts val="0"/>
              </a:spcBef>
              <a:spcAft>
                <a:spcPts val="0"/>
              </a:spcAft>
              <a:buClr>
                <a:schemeClr val="dk1"/>
              </a:buClr>
              <a:buSzPts val="1800"/>
              <a:buChar char="■"/>
              <a:defRPr sz="1800"/>
            </a:lvl6pPr>
            <a:lvl7pPr indent="-342900" lvl="6" marL="3200400">
              <a:spcBef>
                <a:spcPts val="0"/>
              </a:spcBef>
              <a:spcAft>
                <a:spcPts val="0"/>
              </a:spcAft>
              <a:buClr>
                <a:schemeClr val="dk1"/>
              </a:buClr>
              <a:buSzPts val="1800"/>
              <a:buChar char="●"/>
              <a:defRPr sz="1800"/>
            </a:lvl7pPr>
            <a:lvl8pPr indent="-342900" lvl="7" marL="3657600">
              <a:spcBef>
                <a:spcPts val="0"/>
              </a:spcBef>
              <a:spcAft>
                <a:spcPts val="0"/>
              </a:spcAft>
              <a:buClr>
                <a:schemeClr val="dk1"/>
              </a:buClr>
              <a:buSzPts val="1800"/>
              <a:buChar char="○"/>
              <a:defRPr sz="1800"/>
            </a:lvl8pPr>
            <a:lvl9pPr indent="-342900" lvl="8" marL="4114800">
              <a:spcBef>
                <a:spcPts val="0"/>
              </a:spcBef>
              <a:spcAft>
                <a:spcPts val="0"/>
              </a:spcAft>
              <a:buClr>
                <a:schemeClr val="dk1"/>
              </a:buClr>
              <a:buSzPts val="1800"/>
              <a:buChar char="■"/>
              <a:defRPr sz="1800"/>
            </a:lvl9pPr>
          </a:lstStyle>
          <a:p/>
        </p:txBody>
      </p:sp>
      <p:sp>
        <p:nvSpPr>
          <p:cNvPr id="88" name="Google Shape;88;p17"/>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
  <p:cSld name="CUSTOM_19">
    <p:bg>
      <p:bgPr>
        <a:solidFill>
          <a:schemeClr val="lt1"/>
        </a:solidFill>
      </p:bgPr>
    </p:bg>
    <p:spTree>
      <p:nvGrpSpPr>
        <p:cNvPr id="89" name="Shape 89"/>
        <p:cNvGrpSpPr/>
        <p:nvPr/>
      </p:nvGrpSpPr>
      <p:grpSpPr>
        <a:xfrm>
          <a:off x="0" y="0"/>
          <a:ext cx="0" cy="0"/>
          <a:chOff x="0" y="0"/>
          <a:chExt cx="0" cy="0"/>
        </a:xfrm>
      </p:grpSpPr>
      <p:sp>
        <p:nvSpPr>
          <p:cNvPr id="90" name="Google Shape;90;p18"/>
          <p:cNvSpPr txBox="1"/>
          <p:nvPr>
            <p:ph type="title"/>
          </p:nvPr>
        </p:nvSpPr>
        <p:spPr>
          <a:xfrm>
            <a:off x="230900" y="457200"/>
            <a:ext cx="2974800" cy="5622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Clr>
                <a:schemeClr val="dk1"/>
              </a:buClr>
              <a:buSzPts val="3600"/>
              <a:buNone/>
              <a:defRPr/>
            </a:lvl1pPr>
            <a:lvl2pPr lvl="1">
              <a:lnSpc>
                <a:spcPct val="80000"/>
              </a:lnSpc>
              <a:spcBef>
                <a:spcPts val="0"/>
              </a:spcBef>
              <a:spcAft>
                <a:spcPts val="0"/>
              </a:spcAft>
              <a:buClr>
                <a:schemeClr val="dk1"/>
              </a:buClr>
              <a:buSzPts val="3600"/>
              <a:buNone/>
              <a:defRPr sz="3600"/>
            </a:lvl2pPr>
            <a:lvl3pPr lvl="2">
              <a:lnSpc>
                <a:spcPct val="80000"/>
              </a:lnSpc>
              <a:spcBef>
                <a:spcPts val="0"/>
              </a:spcBef>
              <a:spcAft>
                <a:spcPts val="0"/>
              </a:spcAft>
              <a:buClr>
                <a:schemeClr val="dk1"/>
              </a:buClr>
              <a:buSzPts val="3600"/>
              <a:buNone/>
              <a:defRPr sz="3600"/>
            </a:lvl3pPr>
            <a:lvl4pPr lvl="3">
              <a:lnSpc>
                <a:spcPct val="80000"/>
              </a:lnSpc>
              <a:spcBef>
                <a:spcPts val="0"/>
              </a:spcBef>
              <a:spcAft>
                <a:spcPts val="0"/>
              </a:spcAft>
              <a:buClr>
                <a:schemeClr val="dk1"/>
              </a:buClr>
              <a:buSzPts val="3600"/>
              <a:buNone/>
              <a:defRPr sz="3600"/>
            </a:lvl4pPr>
            <a:lvl5pPr lvl="4">
              <a:lnSpc>
                <a:spcPct val="80000"/>
              </a:lnSpc>
              <a:spcBef>
                <a:spcPts val="0"/>
              </a:spcBef>
              <a:spcAft>
                <a:spcPts val="0"/>
              </a:spcAft>
              <a:buClr>
                <a:schemeClr val="dk1"/>
              </a:buClr>
              <a:buSzPts val="3600"/>
              <a:buNone/>
              <a:defRPr sz="3600"/>
            </a:lvl5pPr>
            <a:lvl6pPr lvl="5">
              <a:lnSpc>
                <a:spcPct val="80000"/>
              </a:lnSpc>
              <a:spcBef>
                <a:spcPts val="0"/>
              </a:spcBef>
              <a:spcAft>
                <a:spcPts val="0"/>
              </a:spcAft>
              <a:buClr>
                <a:schemeClr val="dk1"/>
              </a:buClr>
              <a:buSzPts val="3600"/>
              <a:buNone/>
              <a:defRPr sz="3600"/>
            </a:lvl6pPr>
            <a:lvl7pPr lvl="6">
              <a:lnSpc>
                <a:spcPct val="80000"/>
              </a:lnSpc>
              <a:spcBef>
                <a:spcPts val="0"/>
              </a:spcBef>
              <a:spcAft>
                <a:spcPts val="0"/>
              </a:spcAft>
              <a:buClr>
                <a:schemeClr val="dk1"/>
              </a:buClr>
              <a:buSzPts val="3600"/>
              <a:buNone/>
              <a:defRPr sz="3600"/>
            </a:lvl7pPr>
            <a:lvl8pPr lvl="7">
              <a:lnSpc>
                <a:spcPct val="80000"/>
              </a:lnSpc>
              <a:spcBef>
                <a:spcPts val="0"/>
              </a:spcBef>
              <a:spcAft>
                <a:spcPts val="0"/>
              </a:spcAft>
              <a:buClr>
                <a:schemeClr val="dk1"/>
              </a:buClr>
              <a:buSzPts val="3600"/>
              <a:buNone/>
              <a:defRPr sz="3600"/>
            </a:lvl8pPr>
            <a:lvl9pPr lvl="8">
              <a:lnSpc>
                <a:spcPct val="80000"/>
              </a:lnSpc>
              <a:spcBef>
                <a:spcPts val="0"/>
              </a:spcBef>
              <a:spcAft>
                <a:spcPts val="0"/>
              </a:spcAft>
              <a:buClr>
                <a:schemeClr val="dk1"/>
              </a:buClr>
              <a:buSzPts val="3600"/>
              <a:buNone/>
              <a:defRPr sz="3600"/>
            </a:lvl9pPr>
          </a:lstStyle>
          <a:p/>
        </p:txBody>
      </p:sp>
      <p:graphicFrame>
        <p:nvGraphicFramePr>
          <p:cNvPr id="91" name="Google Shape;91;p18"/>
          <p:cNvGraphicFramePr/>
          <p:nvPr/>
        </p:nvGraphicFramePr>
        <p:xfrm>
          <a:off x="228588" y="2431250"/>
          <a:ext cx="3000000" cy="3000000"/>
        </p:xfrm>
        <a:graphic>
          <a:graphicData uri="http://schemas.openxmlformats.org/drawingml/2006/table">
            <a:tbl>
              <a:tblPr>
                <a:noFill/>
                <a:tableStyleId>{023DEC9C-ECB6-468F-B446-90BCE04BCB2E}</a:tableStyleId>
              </a:tblPr>
              <a:tblGrid>
                <a:gridCol w="2711825"/>
              </a:tblGrid>
              <a:tr h="2712250">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alpha val="0"/>
                        </a:schemeClr>
                      </a:solidFill>
                      <a:prstDash val="solid"/>
                      <a:round/>
                      <a:headEnd len="sm" w="sm" type="none"/>
                      <a:tailEnd len="sm" w="sm" type="none"/>
                    </a:lnB>
                  </a:tcPr>
                </a:tc>
              </a:tr>
            </a:tbl>
          </a:graphicData>
        </a:graphic>
      </p:graphicFrame>
      <p:graphicFrame>
        <p:nvGraphicFramePr>
          <p:cNvPr id="92" name="Google Shape;92;p18"/>
          <p:cNvGraphicFramePr/>
          <p:nvPr/>
        </p:nvGraphicFramePr>
        <p:xfrm>
          <a:off x="3216075" y="2431250"/>
          <a:ext cx="3000000" cy="3000000"/>
        </p:xfrm>
        <a:graphic>
          <a:graphicData uri="http://schemas.openxmlformats.org/drawingml/2006/table">
            <a:tbl>
              <a:tblPr>
                <a:noFill/>
                <a:tableStyleId>{023DEC9C-ECB6-468F-B446-90BCE04BCB2E}</a:tableStyleId>
              </a:tblPr>
              <a:tblGrid>
                <a:gridCol w="2711825"/>
              </a:tblGrid>
              <a:tr h="2712250">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alpha val="0"/>
                        </a:schemeClr>
                      </a:solidFill>
                      <a:prstDash val="solid"/>
                      <a:round/>
                      <a:headEnd len="sm" w="sm" type="none"/>
                      <a:tailEnd len="sm" w="sm" type="none"/>
                    </a:lnB>
                  </a:tcPr>
                </a:tc>
              </a:tr>
            </a:tbl>
          </a:graphicData>
        </a:graphic>
      </p:graphicFrame>
      <p:graphicFrame>
        <p:nvGraphicFramePr>
          <p:cNvPr id="93" name="Google Shape;93;p18"/>
          <p:cNvGraphicFramePr/>
          <p:nvPr/>
        </p:nvGraphicFramePr>
        <p:xfrm>
          <a:off x="6203563" y="2431250"/>
          <a:ext cx="3000000" cy="3000000"/>
        </p:xfrm>
        <a:graphic>
          <a:graphicData uri="http://schemas.openxmlformats.org/drawingml/2006/table">
            <a:tbl>
              <a:tblPr>
                <a:noFill/>
                <a:tableStyleId>{023DEC9C-ECB6-468F-B446-90BCE04BCB2E}</a:tableStyleId>
              </a:tblPr>
              <a:tblGrid>
                <a:gridCol w="2711825"/>
              </a:tblGrid>
              <a:tr h="2712250">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alpha val="0"/>
                        </a:schemeClr>
                      </a:solidFill>
                      <a:prstDash val="solid"/>
                      <a:round/>
                      <a:headEnd len="sm" w="sm" type="none"/>
                      <a:tailEnd len="sm" w="sm" type="none"/>
                    </a:lnB>
                  </a:tcPr>
                </a:tc>
              </a:tr>
            </a:tbl>
          </a:graphicData>
        </a:graphic>
      </p:graphicFrame>
      <p:sp>
        <p:nvSpPr>
          <p:cNvPr id="94" name="Google Shape;94;p18"/>
          <p:cNvSpPr txBox="1"/>
          <p:nvPr>
            <p:ph idx="1" type="body"/>
          </p:nvPr>
        </p:nvSpPr>
        <p:spPr>
          <a:xfrm>
            <a:off x="356300" y="3285600"/>
            <a:ext cx="2456400" cy="1614600"/>
          </a:xfrm>
          <a:prstGeom prst="rect">
            <a:avLst/>
          </a:prstGeom>
        </p:spPr>
        <p:txBody>
          <a:bodyPr anchorCtr="0" anchor="b"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95" name="Google Shape;95;p18"/>
          <p:cNvSpPr txBox="1"/>
          <p:nvPr>
            <p:ph idx="2" type="body"/>
          </p:nvPr>
        </p:nvSpPr>
        <p:spPr>
          <a:xfrm>
            <a:off x="3343788" y="3285600"/>
            <a:ext cx="2456400" cy="1614600"/>
          </a:xfrm>
          <a:prstGeom prst="rect">
            <a:avLst/>
          </a:prstGeom>
        </p:spPr>
        <p:txBody>
          <a:bodyPr anchorCtr="0" anchor="b"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96" name="Google Shape;96;p18"/>
          <p:cNvSpPr txBox="1"/>
          <p:nvPr>
            <p:ph idx="3" type="body"/>
          </p:nvPr>
        </p:nvSpPr>
        <p:spPr>
          <a:xfrm>
            <a:off x="6331275" y="3285600"/>
            <a:ext cx="2456400" cy="1614600"/>
          </a:xfrm>
          <a:prstGeom prst="rect">
            <a:avLst/>
          </a:prstGeom>
        </p:spPr>
        <p:txBody>
          <a:bodyPr anchorCtr="0" anchor="b"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97" name="Google Shape;97;p18"/>
          <p:cNvSpPr txBox="1"/>
          <p:nvPr>
            <p:ph idx="4" type="title"/>
          </p:nvPr>
        </p:nvSpPr>
        <p:spPr>
          <a:xfrm>
            <a:off x="333350" y="2431250"/>
            <a:ext cx="2502300" cy="736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p:txBody>
      </p:sp>
      <p:sp>
        <p:nvSpPr>
          <p:cNvPr id="98" name="Google Shape;98;p18"/>
          <p:cNvSpPr txBox="1"/>
          <p:nvPr>
            <p:ph idx="5" type="title"/>
          </p:nvPr>
        </p:nvSpPr>
        <p:spPr>
          <a:xfrm>
            <a:off x="3320850" y="2431250"/>
            <a:ext cx="2502300" cy="736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p:txBody>
      </p:sp>
      <p:sp>
        <p:nvSpPr>
          <p:cNvPr id="99" name="Google Shape;99;p18"/>
          <p:cNvSpPr txBox="1"/>
          <p:nvPr>
            <p:ph idx="6" type="title"/>
          </p:nvPr>
        </p:nvSpPr>
        <p:spPr>
          <a:xfrm>
            <a:off x="6308325" y="2431250"/>
            <a:ext cx="2502300" cy="736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p:txBody>
      </p:sp>
      <p:sp>
        <p:nvSpPr>
          <p:cNvPr id="100" name="Google Shape;100;p18"/>
          <p:cNvSpPr txBox="1"/>
          <p:nvPr>
            <p:ph idx="7" type="body"/>
          </p:nvPr>
        </p:nvSpPr>
        <p:spPr>
          <a:xfrm>
            <a:off x="5349150" y="457200"/>
            <a:ext cx="3572700" cy="1544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101" name="Google Shape;101;p18"/>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oduct slide" type="titleOnly">
  <p:cSld name="TITLE_ONLY">
    <p:spTree>
      <p:nvGrpSpPr>
        <p:cNvPr id="102" name="Shape 102"/>
        <p:cNvGrpSpPr/>
        <p:nvPr/>
      </p:nvGrpSpPr>
      <p:grpSpPr>
        <a:xfrm>
          <a:off x="0" y="0"/>
          <a:ext cx="0" cy="0"/>
          <a:chOff x="0" y="0"/>
          <a:chExt cx="0" cy="0"/>
        </a:xfrm>
      </p:grpSpPr>
      <p:sp>
        <p:nvSpPr>
          <p:cNvPr id="103" name="Google Shape;103;p19"/>
          <p:cNvSpPr/>
          <p:nvPr>
            <p:ph idx="2" type="pic"/>
          </p:nvPr>
        </p:nvSpPr>
        <p:spPr>
          <a:xfrm>
            <a:off x="0" y="0"/>
            <a:ext cx="9144000" cy="5143500"/>
          </a:xfrm>
          <a:prstGeom prst="rect">
            <a:avLst/>
          </a:prstGeom>
          <a:noFill/>
          <a:ln>
            <a:noFill/>
          </a:ln>
        </p:spPr>
      </p:sp>
      <p:sp>
        <p:nvSpPr>
          <p:cNvPr id="104" name="Google Shape;104;p19"/>
          <p:cNvSpPr txBox="1"/>
          <p:nvPr>
            <p:ph type="title"/>
          </p:nvPr>
        </p:nvSpPr>
        <p:spPr>
          <a:xfrm>
            <a:off x="230900" y="457175"/>
            <a:ext cx="4403700" cy="6879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3600"/>
              <a:buNone/>
              <a:defRPr>
                <a:solidFill>
                  <a:schemeClr val="dk2"/>
                </a:solidFill>
              </a:defRPr>
            </a:lvl1pPr>
            <a:lvl2pPr lvl="1">
              <a:spcBef>
                <a:spcPts val="0"/>
              </a:spcBef>
              <a:spcAft>
                <a:spcPts val="0"/>
              </a:spcAft>
              <a:buClr>
                <a:schemeClr val="dk2"/>
              </a:buClr>
              <a:buSzPts val="4800"/>
              <a:buNone/>
              <a:defRPr>
                <a:solidFill>
                  <a:schemeClr val="dk2"/>
                </a:solidFill>
              </a:defRPr>
            </a:lvl2pPr>
            <a:lvl3pPr lvl="2">
              <a:spcBef>
                <a:spcPts val="0"/>
              </a:spcBef>
              <a:spcAft>
                <a:spcPts val="0"/>
              </a:spcAft>
              <a:buClr>
                <a:schemeClr val="dk2"/>
              </a:buClr>
              <a:buSzPts val="4800"/>
              <a:buNone/>
              <a:defRPr>
                <a:solidFill>
                  <a:schemeClr val="dk2"/>
                </a:solidFill>
              </a:defRPr>
            </a:lvl3pPr>
            <a:lvl4pPr lvl="3">
              <a:spcBef>
                <a:spcPts val="0"/>
              </a:spcBef>
              <a:spcAft>
                <a:spcPts val="0"/>
              </a:spcAft>
              <a:buClr>
                <a:schemeClr val="dk2"/>
              </a:buClr>
              <a:buSzPts val="4800"/>
              <a:buNone/>
              <a:defRPr>
                <a:solidFill>
                  <a:schemeClr val="dk2"/>
                </a:solidFill>
              </a:defRPr>
            </a:lvl4pPr>
            <a:lvl5pPr lvl="4">
              <a:spcBef>
                <a:spcPts val="0"/>
              </a:spcBef>
              <a:spcAft>
                <a:spcPts val="0"/>
              </a:spcAft>
              <a:buClr>
                <a:schemeClr val="dk2"/>
              </a:buClr>
              <a:buSzPts val="4800"/>
              <a:buNone/>
              <a:defRPr>
                <a:solidFill>
                  <a:schemeClr val="dk2"/>
                </a:solidFill>
              </a:defRPr>
            </a:lvl5pPr>
            <a:lvl6pPr lvl="5">
              <a:spcBef>
                <a:spcPts val="0"/>
              </a:spcBef>
              <a:spcAft>
                <a:spcPts val="0"/>
              </a:spcAft>
              <a:buClr>
                <a:schemeClr val="dk2"/>
              </a:buClr>
              <a:buSzPts val="4800"/>
              <a:buNone/>
              <a:defRPr>
                <a:solidFill>
                  <a:schemeClr val="dk2"/>
                </a:solidFill>
              </a:defRPr>
            </a:lvl6pPr>
            <a:lvl7pPr lvl="6">
              <a:spcBef>
                <a:spcPts val="0"/>
              </a:spcBef>
              <a:spcAft>
                <a:spcPts val="0"/>
              </a:spcAft>
              <a:buClr>
                <a:schemeClr val="dk2"/>
              </a:buClr>
              <a:buSzPts val="4800"/>
              <a:buNone/>
              <a:defRPr>
                <a:solidFill>
                  <a:schemeClr val="dk2"/>
                </a:solidFill>
              </a:defRPr>
            </a:lvl7pPr>
            <a:lvl8pPr lvl="7">
              <a:spcBef>
                <a:spcPts val="0"/>
              </a:spcBef>
              <a:spcAft>
                <a:spcPts val="0"/>
              </a:spcAft>
              <a:buClr>
                <a:schemeClr val="dk2"/>
              </a:buClr>
              <a:buSzPts val="4800"/>
              <a:buNone/>
              <a:defRPr>
                <a:solidFill>
                  <a:schemeClr val="dk2"/>
                </a:solidFill>
              </a:defRPr>
            </a:lvl8pPr>
            <a:lvl9pPr lvl="8">
              <a:spcBef>
                <a:spcPts val="0"/>
              </a:spcBef>
              <a:spcAft>
                <a:spcPts val="0"/>
              </a:spcAft>
              <a:buClr>
                <a:schemeClr val="dk2"/>
              </a:buClr>
              <a:buSzPts val="4800"/>
              <a:buNone/>
              <a:defRPr>
                <a:solidFill>
                  <a:schemeClr val="dk2"/>
                </a:solidFill>
              </a:defRPr>
            </a:lvl9pPr>
          </a:lstStyle>
          <a:p/>
        </p:txBody>
      </p:sp>
      <p:sp>
        <p:nvSpPr>
          <p:cNvPr id="105" name="Google Shape;105;p19"/>
          <p:cNvSpPr txBox="1"/>
          <p:nvPr>
            <p:ph idx="1" type="subTitle"/>
          </p:nvPr>
        </p:nvSpPr>
        <p:spPr>
          <a:xfrm>
            <a:off x="6057978" y="2290775"/>
            <a:ext cx="2857500" cy="4170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400"/>
              <a:buNone/>
              <a:defRPr>
                <a:solidFill>
                  <a:schemeClr val="dk2"/>
                </a:solidFill>
              </a:defRPr>
            </a:lvl1pPr>
            <a:lvl2pPr lvl="1">
              <a:spcBef>
                <a:spcPts val="0"/>
              </a:spcBef>
              <a:spcAft>
                <a:spcPts val="0"/>
              </a:spcAft>
              <a:buClr>
                <a:schemeClr val="dk2"/>
              </a:buClr>
              <a:buSzPts val="2400"/>
              <a:buNone/>
              <a:defRPr>
                <a:solidFill>
                  <a:schemeClr val="dk2"/>
                </a:solidFill>
              </a:defRPr>
            </a:lvl2pPr>
            <a:lvl3pPr lvl="2">
              <a:spcBef>
                <a:spcPts val="0"/>
              </a:spcBef>
              <a:spcAft>
                <a:spcPts val="0"/>
              </a:spcAft>
              <a:buClr>
                <a:schemeClr val="dk2"/>
              </a:buClr>
              <a:buSzPts val="2400"/>
              <a:buNone/>
              <a:defRPr>
                <a:solidFill>
                  <a:schemeClr val="dk2"/>
                </a:solidFill>
              </a:defRPr>
            </a:lvl3pPr>
            <a:lvl4pPr lvl="3">
              <a:spcBef>
                <a:spcPts val="0"/>
              </a:spcBef>
              <a:spcAft>
                <a:spcPts val="0"/>
              </a:spcAft>
              <a:buClr>
                <a:schemeClr val="dk2"/>
              </a:buClr>
              <a:buSzPts val="2400"/>
              <a:buNone/>
              <a:defRPr>
                <a:solidFill>
                  <a:schemeClr val="dk2"/>
                </a:solidFill>
              </a:defRPr>
            </a:lvl4pPr>
            <a:lvl5pPr lvl="4">
              <a:spcBef>
                <a:spcPts val="0"/>
              </a:spcBef>
              <a:spcAft>
                <a:spcPts val="0"/>
              </a:spcAft>
              <a:buClr>
                <a:schemeClr val="dk2"/>
              </a:buClr>
              <a:buSzPts val="2400"/>
              <a:buNone/>
              <a:defRPr>
                <a:solidFill>
                  <a:schemeClr val="dk2"/>
                </a:solidFill>
              </a:defRPr>
            </a:lvl5pPr>
            <a:lvl6pPr lvl="5">
              <a:spcBef>
                <a:spcPts val="0"/>
              </a:spcBef>
              <a:spcAft>
                <a:spcPts val="0"/>
              </a:spcAft>
              <a:buClr>
                <a:schemeClr val="dk2"/>
              </a:buClr>
              <a:buSzPts val="2400"/>
              <a:buNone/>
              <a:defRPr>
                <a:solidFill>
                  <a:schemeClr val="dk2"/>
                </a:solidFill>
              </a:defRPr>
            </a:lvl6pPr>
            <a:lvl7pPr lvl="6">
              <a:spcBef>
                <a:spcPts val="0"/>
              </a:spcBef>
              <a:spcAft>
                <a:spcPts val="0"/>
              </a:spcAft>
              <a:buClr>
                <a:schemeClr val="dk2"/>
              </a:buClr>
              <a:buSzPts val="2400"/>
              <a:buNone/>
              <a:defRPr>
                <a:solidFill>
                  <a:schemeClr val="dk2"/>
                </a:solidFill>
              </a:defRPr>
            </a:lvl7pPr>
            <a:lvl8pPr lvl="7">
              <a:spcBef>
                <a:spcPts val="0"/>
              </a:spcBef>
              <a:spcAft>
                <a:spcPts val="0"/>
              </a:spcAft>
              <a:buClr>
                <a:schemeClr val="dk2"/>
              </a:buClr>
              <a:buSzPts val="2400"/>
              <a:buNone/>
              <a:defRPr>
                <a:solidFill>
                  <a:schemeClr val="dk2"/>
                </a:solidFill>
              </a:defRPr>
            </a:lvl8pPr>
            <a:lvl9pPr lvl="8">
              <a:spcBef>
                <a:spcPts val="0"/>
              </a:spcBef>
              <a:spcAft>
                <a:spcPts val="0"/>
              </a:spcAft>
              <a:buClr>
                <a:schemeClr val="dk2"/>
              </a:buClr>
              <a:buSzPts val="2400"/>
              <a:buNone/>
              <a:defRPr>
                <a:solidFill>
                  <a:schemeClr val="dk2"/>
                </a:solidFill>
              </a:defRPr>
            </a:lvl9pPr>
          </a:lstStyle>
          <a:p/>
        </p:txBody>
      </p:sp>
      <p:sp>
        <p:nvSpPr>
          <p:cNvPr id="106" name="Google Shape;106;p19"/>
          <p:cNvSpPr txBox="1"/>
          <p:nvPr>
            <p:ph idx="3" type="body"/>
          </p:nvPr>
        </p:nvSpPr>
        <p:spPr>
          <a:xfrm>
            <a:off x="6057900" y="2814700"/>
            <a:ext cx="2857500" cy="2105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chemeClr val="dk2"/>
              </a:buClr>
              <a:buSzPts val="1200"/>
              <a:buChar char="●"/>
              <a:defRPr>
                <a:solidFill>
                  <a:schemeClr val="dk2"/>
                </a:solidFill>
              </a:defRPr>
            </a:lvl1pPr>
            <a:lvl2pPr indent="-304800" lvl="1" marL="914400">
              <a:spcBef>
                <a:spcPts val="0"/>
              </a:spcBef>
              <a:spcAft>
                <a:spcPts val="0"/>
              </a:spcAft>
              <a:buClr>
                <a:schemeClr val="dk2"/>
              </a:buClr>
              <a:buSzPts val="1200"/>
              <a:buChar char="○"/>
              <a:defRPr>
                <a:solidFill>
                  <a:schemeClr val="dk2"/>
                </a:solidFill>
              </a:defRPr>
            </a:lvl2pPr>
            <a:lvl3pPr indent="-304800" lvl="2" marL="1371600">
              <a:spcBef>
                <a:spcPts val="0"/>
              </a:spcBef>
              <a:spcAft>
                <a:spcPts val="0"/>
              </a:spcAft>
              <a:buClr>
                <a:schemeClr val="dk2"/>
              </a:buClr>
              <a:buSzPts val="1200"/>
              <a:buChar char="■"/>
              <a:defRPr>
                <a:solidFill>
                  <a:schemeClr val="dk2"/>
                </a:solidFill>
              </a:defRPr>
            </a:lvl3pPr>
            <a:lvl4pPr indent="-304800" lvl="3" marL="1828800">
              <a:spcBef>
                <a:spcPts val="0"/>
              </a:spcBef>
              <a:spcAft>
                <a:spcPts val="0"/>
              </a:spcAft>
              <a:buClr>
                <a:schemeClr val="dk2"/>
              </a:buClr>
              <a:buSzPts val="1200"/>
              <a:buChar char="●"/>
              <a:defRPr>
                <a:solidFill>
                  <a:schemeClr val="dk2"/>
                </a:solidFill>
              </a:defRPr>
            </a:lvl4pPr>
            <a:lvl5pPr indent="-304800" lvl="4" marL="2286000">
              <a:spcBef>
                <a:spcPts val="0"/>
              </a:spcBef>
              <a:spcAft>
                <a:spcPts val="0"/>
              </a:spcAft>
              <a:buClr>
                <a:schemeClr val="dk2"/>
              </a:buClr>
              <a:buSzPts val="1200"/>
              <a:buChar char="○"/>
              <a:defRPr>
                <a:solidFill>
                  <a:schemeClr val="dk2"/>
                </a:solidFill>
              </a:defRPr>
            </a:lvl5pPr>
            <a:lvl6pPr indent="-304800" lvl="5" marL="2743200">
              <a:spcBef>
                <a:spcPts val="0"/>
              </a:spcBef>
              <a:spcAft>
                <a:spcPts val="0"/>
              </a:spcAft>
              <a:buClr>
                <a:schemeClr val="dk2"/>
              </a:buClr>
              <a:buSzPts val="1200"/>
              <a:buChar char="■"/>
              <a:defRPr>
                <a:solidFill>
                  <a:schemeClr val="dk2"/>
                </a:solidFill>
              </a:defRPr>
            </a:lvl6pPr>
            <a:lvl7pPr indent="-304800" lvl="6" marL="3200400">
              <a:spcBef>
                <a:spcPts val="0"/>
              </a:spcBef>
              <a:spcAft>
                <a:spcPts val="0"/>
              </a:spcAft>
              <a:buClr>
                <a:schemeClr val="dk2"/>
              </a:buClr>
              <a:buSzPts val="1200"/>
              <a:buChar char="●"/>
              <a:defRPr>
                <a:solidFill>
                  <a:schemeClr val="dk2"/>
                </a:solidFill>
              </a:defRPr>
            </a:lvl7pPr>
            <a:lvl8pPr indent="-304800" lvl="7" marL="3657600">
              <a:spcBef>
                <a:spcPts val="0"/>
              </a:spcBef>
              <a:spcAft>
                <a:spcPts val="0"/>
              </a:spcAft>
              <a:buClr>
                <a:schemeClr val="dk2"/>
              </a:buClr>
              <a:buSzPts val="1200"/>
              <a:buChar char="○"/>
              <a:defRPr>
                <a:solidFill>
                  <a:schemeClr val="dk2"/>
                </a:solidFill>
              </a:defRPr>
            </a:lvl8pPr>
            <a:lvl9pPr indent="-304800" lvl="8" marL="4114800">
              <a:spcBef>
                <a:spcPts val="0"/>
              </a:spcBef>
              <a:spcAft>
                <a:spcPts val="0"/>
              </a:spcAft>
              <a:buClr>
                <a:schemeClr val="dk2"/>
              </a:buClr>
              <a:buSzPts val="1200"/>
              <a:buChar char="■"/>
              <a:defRPr>
                <a:solidFill>
                  <a:schemeClr val="dk2"/>
                </a:solidFill>
              </a:defRPr>
            </a:lvl9pPr>
          </a:lstStyle>
          <a:p/>
        </p:txBody>
      </p:sp>
      <p:sp>
        <p:nvSpPr>
          <p:cNvPr id="107" name="Google Shape;107;p19"/>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1 slide">
  <p:cSld name="ONE_COLUMN_TEXT">
    <p:spTree>
      <p:nvGrpSpPr>
        <p:cNvPr id="108" name="Shape 108"/>
        <p:cNvGrpSpPr/>
        <p:nvPr/>
      </p:nvGrpSpPr>
      <p:grpSpPr>
        <a:xfrm>
          <a:off x="0" y="0"/>
          <a:ext cx="0" cy="0"/>
          <a:chOff x="0" y="0"/>
          <a:chExt cx="0" cy="0"/>
        </a:xfrm>
      </p:grpSpPr>
      <p:graphicFrame>
        <p:nvGraphicFramePr>
          <p:cNvPr id="109" name="Google Shape;109;p20"/>
          <p:cNvGraphicFramePr/>
          <p:nvPr/>
        </p:nvGraphicFramePr>
        <p:xfrm>
          <a:off x="228588" y="673800"/>
          <a:ext cx="3000000" cy="3000000"/>
        </p:xfrm>
        <a:graphic>
          <a:graphicData uri="http://schemas.openxmlformats.org/drawingml/2006/table">
            <a:tbl>
              <a:tblPr>
                <a:noFill/>
                <a:tableStyleId>{023DEC9C-ECB6-468F-B446-90BCE04BCB2E}</a:tableStyleId>
              </a:tblPr>
              <a:tblGrid>
                <a:gridCol w="8686800"/>
              </a:tblGrid>
              <a:tr h="1578575">
                <a:tc>
                  <a:txBody>
                    <a:bodyPr/>
                    <a:lstStyle/>
                    <a:p>
                      <a:pPr indent="0" lvl="0" marL="0" rtl="0" algn="l">
                        <a:spcBef>
                          <a:spcPts val="0"/>
                        </a:spcBef>
                        <a:spcAft>
                          <a:spcPts val="0"/>
                        </a:spcAft>
                        <a:buNone/>
                      </a:pPr>
                      <a:r>
                        <a:t/>
                      </a:r>
                      <a:endParaRPr/>
                    </a:p>
                  </a:txBody>
                  <a:tcPr marT="91425" marB="91425" marR="91425" marL="91425">
                    <a:lnL cap="flat" cmpd="sng" w="28575">
                      <a:solidFill>
                        <a:srgbClr val="FFFCE9">
                          <a:alpha val="0"/>
                        </a:srgbClr>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
        <p:nvSpPr>
          <p:cNvPr id="110" name="Google Shape;110;p20"/>
          <p:cNvSpPr txBox="1"/>
          <p:nvPr>
            <p:ph type="title"/>
          </p:nvPr>
        </p:nvSpPr>
        <p:spPr>
          <a:xfrm>
            <a:off x="5351675" y="760825"/>
            <a:ext cx="3449400" cy="1404300"/>
          </a:xfrm>
          <a:prstGeom prst="rect">
            <a:avLst/>
          </a:prstGeom>
        </p:spPr>
        <p:txBody>
          <a:bodyPr anchorCtr="0" anchor="ctr" bIns="91425" lIns="91425" spcFirstLastPara="1" rIns="91425" wrap="square" tIns="91425">
            <a:normAutofit/>
          </a:bodyPr>
          <a:lstStyle>
            <a:lvl1pPr lvl="0" algn="r">
              <a:spcBef>
                <a:spcPts val="0"/>
              </a:spcBef>
              <a:spcAft>
                <a:spcPts val="0"/>
              </a:spcAft>
              <a:buClr>
                <a:schemeClr val="dk1"/>
              </a:buClr>
              <a:buSzPts val="9600"/>
              <a:buNone/>
              <a:defRPr sz="9600"/>
            </a:lvl1pPr>
            <a:lvl2pPr lvl="1" algn="r">
              <a:spcBef>
                <a:spcPts val="0"/>
              </a:spcBef>
              <a:spcAft>
                <a:spcPts val="0"/>
              </a:spcAft>
              <a:buSzPts val="4800"/>
              <a:buNone/>
              <a:defRPr/>
            </a:lvl2pPr>
            <a:lvl3pPr lvl="2" algn="r">
              <a:spcBef>
                <a:spcPts val="0"/>
              </a:spcBef>
              <a:spcAft>
                <a:spcPts val="0"/>
              </a:spcAft>
              <a:buSzPts val="4800"/>
              <a:buNone/>
              <a:defRPr/>
            </a:lvl3pPr>
            <a:lvl4pPr lvl="3" algn="r">
              <a:spcBef>
                <a:spcPts val="0"/>
              </a:spcBef>
              <a:spcAft>
                <a:spcPts val="0"/>
              </a:spcAft>
              <a:buSzPts val="4800"/>
              <a:buNone/>
              <a:defRPr/>
            </a:lvl4pPr>
            <a:lvl5pPr lvl="4" algn="r">
              <a:spcBef>
                <a:spcPts val="0"/>
              </a:spcBef>
              <a:spcAft>
                <a:spcPts val="0"/>
              </a:spcAft>
              <a:buSzPts val="4800"/>
              <a:buNone/>
              <a:defRPr/>
            </a:lvl5pPr>
            <a:lvl6pPr lvl="5" algn="r">
              <a:spcBef>
                <a:spcPts val="0"/>
              </a:spcBef>
              <a:spcAft>
                <a:spcPts val="0"/>
              </a:spcAft>
              <a:buSzPts val="4800"/>
              <a:buNone/>
              <a:defRPr/>
            </a:lvl6pPr>
            <a:lvl7pPr lvl="6" algn="r">
              <a:spcBef>
                <a:spcPts val="0"/>
              </a:spcBef>
              <a:spcAft>
                <a:spcPts val="0"/>
              </a:spcAft>
              <a:buSzPts val="4800"/>
              <a:buNone/>
              <a:defRPr/>
            </a:lvl7pPr>
            <a:lvl8pPr lvl="7" algn="r">
              <a:spcBef>
                <a:spcPts val="0"/>
              </a:spcBef>
              <a:spcAft>
                <a:spcPts val="0"/>
              </a:spcAft>
              <a:buSzPts val="4800"/>
              <a:buNone/>
              <a:defRPr/>
            </a:lvl8pPr>
            <a:lvl9pPr lvl="8" algn="r">
              <a:spcBef>
                <a:spcPts val="0"/>
              </a:spcBef>
              <a:spcAft>
                <a:spcPts val="0"/>
              </a:spcAft>
              <a:buSzPts val="4800"/>
              <a:buNone/>
              <a:defRPr/>
            </a:lvl9pPr>
          </a:lstStyle>
          <a:p/>
        </p:txBody>
      </p:sp>
      <p:sp>
        <p:nvSpPr>
          <p:cNvPr id="111" name="Google Shape;111;p20"/>
          <p:cNvSpPr txBox="1"/>
          <p:nvPr>
            <p:ph idx="1" type="subTitle"/>
          </p:nvPr>
        </p:nvSpPr>
        <p:spPr>
          <a:xfrm>
            <a:off x="227975" y="2357950"/>
            <a:ext cx="3572100" cy="460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2400"/>
              <a:buNone/>
              <a:defRPr/>
            </a:lvl1pPr>
            <a:lvl2pPr lvl="1">
              <a:spcBef>
                <a:spcPts val="0"/>
              </a:spcBef>
              <a:spcAft>
                <a:spcPts val="0"/>
              </a:spcAft>
              <a:buClr>
                <a:schemeClr val="dk1"/>
              </a:buClr>
              <a:buSzPts val="2400"/>
              <a:buNone/>
              <a:defRPr/>
            </a:lvl2pPr>
            <a:lvl3pPr lvl="2">
              <a:spcBef>
                <a:spcPts val="0"/>
              </a:spcBef>
              <a:spcAft>
                <a:spcPts val="0"/>
              </a:spcAft>
              <a:buClr>
                <a:schemeClr val="dk1"/>
              </a:buClr>
              <a:buSzPts val="2400"/>
              <a:buNone/>
              <a:defRPr/>
            </a:lvl3pPr>
            <a:lvl4pPr lvl="3">
              <a:spcBef>
                <a:spcPts val="0"/>
              </a:spcBef>
              <a:spcAft>
                <a:spcPts val="0"/>
              </a:spcAft>
              <a:buClr>
                <a:schemeClr val="dk1"/>
              </a:buClr>
              <a:buSzPts val="2400"/>
              <a:buNone/>
              <a:defRPr/>
            </a:lvl4pPr>
            <a:lvl5pPr lvl="4">
              <a:spcBef>
                <a:spcPts val="0"/>
              </a:spcBef>
              <a:spcAft>
                <a:spcPts val="0"/>
              </a:spcAft>
              <a:buClr>
                <a:schemeClr val="dk1"/>
              </a:buClr>
              <a:buSzPts val="2400"/>
              <a:buNone/>
              <a:defRPr/>
            </a:lvl5pPr>
            <a:lvl6pPr lvl="5">
              <a:spcBef>
                <a:spcPts val="0"/>
              </a:spcBef>
              <a:spcAft>
                <a:spcPts val="0"/>
              </a:spcAft>
              <a:buClr>
                <a:schemeClr val="dk1"/>
              </a:buClr>
              <a:buSzPts val="2400"/>
              <a:buNone/>
              <a:defRPr/>
            </a:lvl6pPr>
            <a:lvl7pPr lvl="6">
              <a:spcBef>
                <a:spcPts val="0"/>
              </a:spcBef>
              <a:spcAft>
                <a:spcPts val="0"/>
              </a:spcAft>
              <a:buClr>
                <a:schemeClr val="dk1"/>
              </a:buClr>
              <a:buSzPts val="2400"/>
              <a:buNone/>
              <a:defRPr/>
            </a:lvl7pPr>
            <a:lvl8pPr lvl="7">
              <a:spcBef>
                <a:spcPts val="0"/>
              </a:spcBef>
              <a:spcAft>
                <a:spcPts val="0"/>
              </a:spcAft>
              <a:buClr>
                <a:schemeClr val="dk1"/>
              </a:buClr>
              <a:buSzPts val="2400"/>
              <a:buNone/>
              <a:defRPr/>
            </a:lvl8pPr>
            <a:lvl9pPr lvl="8">
              <a:spcBef>
                <a:spcPts val="0"/>
              </a:spcBef>
              <a:spcAft>
                <a:spcPts val="0"/>
              </a:spcAft>
              <a:buClr>
                <a:schemeClr val="dk1"/>
              </a:buClr>
              <a:buSzPts val="2400"/>
              <a:buNone/>
              <a:defRPr/>
            </a:lvl9pPr>
          </a:lstStyle>
          <a:p/>
        </p:txBody>
      </p:sp>
      <p:sp>
        <p:nvSpPr>
          <p:cNvPr id="112" name="Google Shape;112;p20"/>
          <p:cNvSpPr txBox="1"/>
          <p:nvPr>
            <p:ph idx="2" type="body"/>
          </p:nvPr>
        </p:nvSpPr>
        <p:spPr>
          <a:xfrm>
            <a:off x="227875" y="2923725"/>
            <a:ext cx="3692400" cy="19962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chemeClr val="dk1"/>
              </a:buClr>
              <a:buSzPts val="1200"/>
              <a:buChar char="●"/>
              <a:defRPr/>
            </a:lvl1pPr>
            <a:lvl2pPr indent="-304800" lvl="1" marL="914400">
              <a:spcBef>
                <a:spcPts val="0"/>
              </a:spcBef>
              <a:spcAft>
                <a:spcPts val="0"/>
              </a:spcAft>
              <a:buClr>
                <a:schemeClr val="dk1"/>
              </a:buClr>
              <a:buSzPts val="1200"/>
              <a:buChar char="○"/>
              <a:defRPr/>
            </a:lvl2pPr>
            <a:lvl3pPr indent="-304800" lvl="2" marL="1371600">
              <a:spcBef>
                <a:spcPts val="0"/>
              </a:spcBef>
              <a:spcAft>
                <a:spcPts val="0"/>
              </a:spcAft>
              <a:buClr>
                <a:schemeClr val="dk1"/>
              </a:buClr>
              <a:buSzPts val="1200"/>
              <a:buChar char="■"/>
              <a:defRPr/>
            </a:lvl3pPr>
            <a:lvl4pPr indent="-304800" lvl="3" marL="1828800">
              <a:spcBef>
                <a:spcPts val="0"/>
              </a:spcBef>
              <a:spcAft>
                <a:spcPts val="0"/>
              </a:spcAft>
              <a:buClr>
                <a:schemeClr val="dk1"/>
              </a:buClr>
              <a:buSzPts val="1200"/>
              <a:buChar char="●"/>
              <a:defRPr/>
            </a:lvl4pPr>
            <a:lvl5pPr indent="-304800" lvl="4" marL="2286000">
              <a:spcBef>
                <a:spcPts val="0"/>
              </a:spcBef>
              <a:spcAft>
                <a:spcPts val="0"/>
              </a:spcAft>
              <a:buClr>
                <a:schemeClr val="dk1"/>
              </a:buClr>
              <a:buSzPts val="1200"/>
              <a:buChar char="○"/>
              <a:defRPr/>
            </a:lvl5pPr>
            <a:lvl6pPr indent="-304800" lvl="5" marL="2743200">
              <a:spcBef>
                <a:spcPts val="0"/>
              </a:spcBef>
              <a:spcAft>
                <a:spcPts val="0"/>
              </a:spcAft>
              <a:buClr>
                <a:schemeClr val="dk1"/>
              </a:buClr>
              <a:buSzPts val="1200"/>
              <a:buChar char="■"/>
              <a:defRPr/>
            </a:lvl6pPr>
            <a:lvl7pPr indent="-304800" lvl="6" marL="3200400">
              <a:spcBef>
                <a:spcPts val="0"/>
              </a:spcBef>
              <a:spcAft>
                <a:spcPts val="0"/>
              </a:spcAft>
              <a:buClr>
                <a:schemeClr val="dk1"/>
              </a:buClr>
              <a:buSzPts val="1200"/>
              <a:buChar char="●"/>
              <a:defRPr/>
            </a:lvl7pPr>
            <a:lvl8pPr indent="-304800" lvl="7" marL="3657600">
              <a:spcBef>
                <a:spcPts val="0"/>
              </a:spcBef>
              <a:spcAft>
                <a:spcPts val="0"/>
              </a:spcAft>
              <a:buClr>
                <a:schemeClr val="dk1"/>
              </a:buClr>
              <a:buSzPts val="1200"/>
              <a:buChar char="○"/>
              <a:defRPr/>
            </a:lvl8pPr>
            <a:lvl9pPr indent="-304800" lvl="8" marL="4114800">
              <a:spcBef>
                <a:spcPts val="0"/>
              </a:spcBef>
              <a:spcAft>
                <a:spcPts val="0"/>
              </a:spcAft>
              <a:buClr>
                <a:schemeClr val="dk1"/>
              </a:buClr>
              <a:buSzPts val="1200"/>
              <a:buChar char="■"/>
              <a:defRPr/>
            </a:lvl9pPr>
          </a:lstStyle>
          <a:p/>
        </p:txBody>
      </p:sp>
      <p:cxnSp>
        <p:nvCxnSpPr>
          <p:cNvPr id="113" name="Google Shape;113;p20"/>
          <p:cNvCxnSpPr/>
          <p:nvPr/>
        </p:nvCxnSpPr>
        <p:spPr>
          <a:xfrm>
            <a:off x="7700100" y="2252375"/>
            <a:ext cx="0" cy="281400"/>
          </a:xfrm>
          <a:prstGeom prst="straightConnector1">
            <a:avLst/>
          </a:prstGeom>
          <a:noFill/>
          <a:ln cap="flat" cmpd="sng" w="28575">
            <a:solidFill>
              <a:schemeClr val="dk1"/>
            </a:solidFill>
            <a:prstDash val="solid"/>
            <a:round/>
            <a:headEnd len="med" w="med" type="none"/>
            <a:tailEnd len="med" w="med" type="none"/>
          </a:ln>
        </p:spPr>
      </p:cxnSp>
      <p:sp>
        <p:nvSpPr>
          <p:cNvPr id="114" name="Google Shape;114;p20"/>
          <p:cNvSpPr txBox="1"/>
          <p:nvPr>
            <p:ph idx="3" type="subTitle"/>
          </p:nvPr>
        </p:nvSpPr>
        <p:spPr>
          <a:xfrm>
            <a:off x="5351675" y="2357950"/>
            <a:ext cx="591900" cy="460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2400"/>
              <a:buNone/>
              <a:defRPr/>
            </a:lvl1pPr>
            <a:lvl2pPr lvl="1">
              <a:spcBef>
                <a:spcPts val="0"/>
              </a:spcBef>
              <a:spcAft>
                <a:spcPts val="0"/>
              </a:spcAft>
              <a:buClr>
                <a:schemeClr val="dk1"/>
              </a:buClr>
              <a:buSzPts val="2400"/>
              <a:buNone/>
              <a:defRPr/>
            </a:lvl2pPr>
            <a:lvl3pPr lvl="2">
              <a:spcBef>
                <a:spcPts val="0"/>
              </a:spcBef>
              <a:spcAft>
                <a:spcPts val="0"/>
              </a:spcAft>
              <a:buClr>
                <a:schemeClr val="dk1"/>
              </a:buClr>
              <a:buSzPts val="2400"/>
              <a:buNone/>
              <a:defRPr/>
            </a:lvl3pPr>
            <a:lvl4pPr lvl="3">
              <a:spcBef>
                <a:spcPts val="0"/>
              </a:spcBef>
              <a:spcAft>
                <a:spcPts val="0"/>
              </a:spcAft>
              <a:buClr>
                <a:schemeClr val="dk1"/>
              </a:buClr>
              <a:buSzPts val="2400"/>
              <a:buNone/>
              <a:defRPr/>
            </a:lvl4pPr>
            <a:lvl5pPr lvl="4">
              <a:spcBef>
                <a:spcPts val="0"/>
              </a:spcBef>
              <a:spcAft>
                <a:spcPts val="0"/>
              </a:spcAft>
              <a:buClr>
                <a:schemeClr val="dk1"/>
              </a:buClr>
              <a:buSzPts val="2400"/>
              <a:buNone/>
              <a:defRPr/>
            </a:lvl5pPr>
            <a:lvl6pPr lvl="5">
              <a:spcBef>
                <a:spcPts val="0"/>
              </a:spcBef>
              <a:spcAft>
                <a:spcPts val="0"/>
              </a:spcAft>
              <a:buClr>
                <a:schemeClr val="dk1"/>
              </a:buClr>
              <a:buSzPts val="2400"/>
              <a:buNone/>
              <a:defRPr/>
            </a:lvl6pPr>
            <a:lvl7pPr lvl="6">
              <a:spcBef>
                <a:spcPts val="0"/>
              </a:spcBef>
              <a:spcAft>
                <a:spcPts val="0"/>
              </a:spcAft>
              <a:buClr>
                <a:schemeClr val="dk1"/>
              </a:buClr>
              <a:buSzPts val="2400"/>
              <a:buNone/>
              <a:defRPr/>
            </a:lvl7pPr>
            <a:lvl8pPr lvl="7">
              <a:spcBef>
                <a:spcPts val="0"/>
              </a:spcBef>
              <a:spcAft>
                <a:spcPts val="0"/>
              </a:spcAft>
              <a:buClr>
                <a:schemeClr val="dk1"/>
              </a:buClr>
              <a:buSzPts val="2400"/>
              <a:buNone/>
              <a:defRPr/>
            </a:lvl8pPr>
            <a:lvl9pPr lvl="8">
              <a:spcBef>
                <a:spcPts val="0"/>
              </a:spcBef>
              <a:spcAft>
                <a:spcPts val="0"/>
              </a:spcAft>
              <a:buClr>
                <a:schemeClr val="dk1"/>
              </a:buClr>
              <a:buSzPts val="2400"/>
              <a:buNone/>
              <a:defRPr/>
            </a:lvl9pPr>
          </a:lstStyle>
          <a:p/>
        </p:txBody>
      </p:sp>
      <p:sp>
        <p:nvSpPr>
          <p:cNvPr id="115" name="Google Shape;115;p20"/>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PI Updates">
  <p:cSld name="MAIN_POINT">
    <p:bg>
      <p:bgPr>
        <a:solidFill>
          <a:schemeClr val="lt1"/>
        </a:solidFill>
      </p:bgPr>
    </p:bg>
    <p:spTree>
      <p:nvGrpSpPr>
        <p:cNvPr id="116" name="Shape 116"/>
        <p:cNvGrpSpPr/>
        <p:nvPr/>
      </p:nvGrpSpPr>
      <p:grpSpPr>
        <a:xfrm>
          <a:off x="0" y="0"/>
          <a:ext cx="0" cy="0"/>
          <a:chOff x="0" y="0"/>
          <a:chExt cx="0" cy="0"/>
        </a:xfrm>
      </p:grpSpPr>
      <p:graphicFrame>
        <p:nvGraphicFramePr>
          <p:cNvPr id="117" name="Google Shape;117;p21"/>
          <p:cNvGraphicFramePr/>
          <p:nvPr/>
        </p:nvGraphicFramePr>
        <p:xfrm>
          <a:off x="226313" y="1420925"/>
          <a:ext cx="3000000" cy="3000000"/>
        </p:xfrm>
        <a:graphic>
          <a:graphicData uri="http://schemas.openxmlformats.org/drawingml/2006/table">
            <a:tbl>
              <a:tblPr>
                <a:noFill/>
                <a:tableStyleId>{023DEC9C-ECB6-468F-B446-90BCE04BCB2E}</a:tableStyleId>
              </a:tblPr>
              <a:tblGrid>
                <a:gridCol w="8691375"/>
              </a:tblGrid>
              <a:tr h="987150">
                <a:tc>
                  <a:txBody>
                    <a:bodyPr/>
                    <a:lstStyle/>
                    <a:p>
                      <a:pPr indent="0" lvl="0" marL="0" rtl="0" algn="l">
                        <a:spcBef>
                          <a:spcPts val="0"/>
                        </a:spcBef>
                        <a:spcAft>
                          <a:spcPts val="0"/>
                        </a:spcAft>
                        <a:buNone/>
                      </a:pPr>
                      <a:r>
                        <a:t/>
                      </a:r>
                      <a:endParaRPr/>
                    </a:p>
                  </a:txBody>
                  <a:tcPr marT="91425" marB="91425" marR="91425" marL="91425">
                    <a:lnL cap="flat" cmpd="sng" w="28575">
                      <a:solidFill>
                        <a:schemeClr val="dk1">
                          <a:alpha val="0"/>
                        </a:schemeClr>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graphicFrame>
        <p:nvGraphicFramePr>
          <p:cNvPr id="118" name="Google Shape;118;p21"/>
          <p:cNvGraphicFramePr/>
          <p:nvPr/>
        </p:nvGraphicFramePr>
        <p:xfrm>
          <a:off x="226300" y="2657563"/>
          <a:ext cx="3000000" cy="3000000"/>
        </p:xfrm>
        <a:graphic>
          <a:graphicData uri="http://schemas.openxmlformats.org/drawingml/2006/table">
            <a:tbl>
              <a:tblPr>
                <a:noFill/>
                <a:tableStyleId>{023DEC9C-ECB6-468F-B446-90BCE04BCB2E}</a:tableStyleId>
              </a:tblPr>
              <a:tblGrid>
                <a:gridCol w="8691375"/>
              </a:tblGrid>
              <a:tr h="987150">
                <a:tc>
                  <a:txBody>
                    <a:bodyPr/>
                    <a:lstStyle/>
                    <a:p>
                      <a:pPr indent="0" lvl="0" marL="0" rtl="0" algn="l">
                        <a:spcBef>
                          <a:spcPts val="0"/>
                        </a:spcBef>
                        <a:spcAft>
                          <a:spcPts val="0"/>
                        </a:spcAft>
                        <a:buNone/>
                      </a:pPr>
                      <a:r>
                        <a:t/>
                      </a:r>
                      <a:endParaRPr/>
                    </a:p>
                  </a:txBody>
                  <a:tcPr marT="91425" marB="91425" marR="91425" marL="91425">
                    <a:lnL cap="flat" cmpd="sng" w="28575">
                      <a:solidFill>
                        <a:schemeClr val="dk1">
                          <a:alpha val="0"/>
                        </a:schemeClr>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graphicFrame>
        <p:nvGraphicFramePr>
          <p:cNvPr id="119" name="Google Shape;119;p21"/>
          <p:cNvGraphicFramePr/>
          <p:nvPr/>
        </p:nvGraphicFramePr>
        <p:xfrm>
          <a:off x="226300" y="3894500"/>
          <a:ext cx="3000000" cy="3000000"/>
        </p:xfrm>
        <a:graphic>
          <a:graphicData uri="http://schemas.openxmlformats.org/drawingml/2006/table">
            <a:tbl>
              <a:tblPr>
                <a:noFill/>
                <a:tableStyleId>{023DEC9C-ECB6-468F-B446-90BCE04BCB2E}</a:tableStyleId>
              </a:tblPr>
              <a:tblGrid>
                <a:gridCol w="8691375"/>
              </a:tblGrid>
              <a:tr h="987150">
                <a:tc>
                  <a:txBody>
                    <a:bodyPr/>
                    <a:lstStyle/>
                    <a:p>
                      <a:pPr indent="0" lvl="0" marL="0" rtl="0" algn="l">
                        <a:spcBef>
                          <a:spcPts val="0"/>
                        </a:spcBef>
                        <a:spcAft>
                          <a:spcPts val="0"/>
                        </a:spcAft>
                        <a:buNone/>
                      </a:pPr>
                      <a:r>
                        <a:t/>
                      </a:r>
                      <a:endParaRPr/>
                    </a:p>
                  </a:txBody>
                  <a:tcPr marT="91425" marB="91425" marR="91425" marL="91425">
                    <a:lnL cap="flat" cmpd="sng" w="28575">
                      <a:solidFill>
                        <a:schemeClr val="dk1">
                          <a:alpha val="0"/>
                        </a:schemeClr>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
        <p:nvSpPr>
          <p:cNvPr id="120" name="Google Shape;120;p21"/>
          <p:cNvSpPr txBox="1"/>
          <p:nvPr>
            <p:ph type="title"/>
          </p:nvPr>
        </p:nvSpPr>
        <p:spPr>
          <a:xfrm>
            <a:off x="230900" y="457200"/>
            <a:ext cx="4406400" cy="562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3600"/>
              <a:buNone/>
              <a:defRPr/>
            </a:lvl1pPr>
            <a:lvl2pPr lvl="1">
              <a:spcBef>
                <a:spcPts val="0"/>
              </a:spcBef>
              <a:spcAft>
                <a:spcPts val="0"/>
              </a:spcAft>
              <a:buClr>
                <a:schemeClr val="dk1"/>
              </a:buClr>
              <a:buSzPts val="3600"/>
              <a:buNone/>
              <a:defRPr sz="3600"/>
            </a:lvl2pPr>
            <a:lvl3pPr lvl="2">
              <a:spcBef>
                <a:spcPts val="0"/>
              </a:spcBef>
              <a:spcAft>
                <a:spcPts val="0"/>
              </a:spcAft>
              <a:buClr>
                <a:schemeClr val="dk1"/>
              </a:buClr>
              <a:buSzPts val="3600"/>
              <a:buNone/>
              <a:defRPr sz="3600"/>
            </a:lvl3pPr>
            <a:lvl4pPr lvl="3">
              <a:spcBef>
                <a:spcPts val="0"/>
              </a:spcBef>
              <a:spcAft>
                <a:spcPts val="0"/>
              </a:spcAft>
              <a:buClr>
                <a:schemeClr val="dk1"/>
              </a:buClr>
              <a:buSzPts val="3600"/>
              <a:buNone/>
              <a:defRPr sz="3600"/>
            </a:lvl4pPr>
            <a:lvl5pPr lvl="4">
              <a:spcBef>
                <a:spcPts val="0"/>
              </a:spcBef>
              <a:spcAft>
                <a:spcPts val="0"/>
              </a:spcAft>
              <a:buClr>
                <a:schemeClr val="dk1"/>
              </a:buClr>
              <a:buSzPts val="3600"/>
              <a:buNone/>
              <a:defRPr sz="3600"/>
            </a:lvl5pPr>
            <a:lvl6pPr lvl="5">
              <a:spcBef>
                <a:spcPts val="0"/>
              </a:spcBef>
              <a:spcAft>
                <a:spcPts val="0"/>
              </a:spcAft>
              <a:buClr>
                <a:schemeClr val="dk1"/>
              </a:buClr>
              <a:buSzPts val="3600"/>
              <a:buNone/>
              <a:defRPr sz="3600"/>
            </a:lvl6pPr>
            <a:lvl7pPr lvl="6">
              <a:spcBef>
                <a:spcPts val="0"/>
              </a:spcBef>
              <a:spcAft>
                <a:spcPts val="0"/>
              </a:spcAft>
              <a:buClr>
                <a:schemeClr val="dk1"/>
              </a:buClr>
              <a:buSzPts val="3600"/>
              <a:buNone/>
              <a:defRPr sz="3600"/>
            </a:lvl7pPr>
            <a:lvl8pPr lvl="7">
              <a:spcBef>
                <a:spcPts val="0"/>
              </a:spcBef>
              <a:spcAft>
                <a:spcPts val="0"/>
              </a:spcAft>
              <a:buClr>
                <a:schemeClr val="dk1"/>
              </a:buClr>
              <a:buSzPts val="3600"/>
              <a:buNone/>
              <a:defRPr sz="3600"/>
            </a:lvl8pPr>
            <a:lvl9pPr lvl="8">
              <a:spcBef>
                <a:spcPts val="0"/>
              </a:spcBef>
              <a:spcAft>
                <a:spcPts val="0"/>
              </a:spcAft>
              <a:buClr>
                <a:schemeClr val="dk1"/>
              </a:buClr>
              <a:buSzPts val="3600"/>
              <a:buNone/>
              <a:defRPr sz="3600"/>
            </a:lvl9pPr>
          </a:lstStyle>
          <a:p/>
        </p:txBody>
      </p:sp>
      <p:sp>
        <p:nvSpPr>
          <p:cNvPr id="121" name="Google Shape;121;p21"/>
          <p:cNvSpPr txBox="1"/>
          <p:nvPr>
            <p:ph idx="1" type="subTitle"/>
          </p:nvPr>
        </p:nvSpPr>
        <p:spPr>
          <a:xfrm>
            <a:off x="230900" y="1420775"/>
            <a:ext cx="2140200" cy="9873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2400"/>
              <a:buNone/>
              <a:defRPr/>
            </a:lvl1pPr>
            <a:lvl2pPr lvl="1">
              <a:spcBef>
                <a:spcPts val="0"/>
              </a:spcBef>
              <a:spcAft>
                <a:spcPts val="0"/>
              </a:spcAft>
              <a:buClr>
                <a:schemeClr val="dk1"/>
              </a:buClr>
              <a:buSzPts val="2400"/>
              <a:buNone/>
              <a:defRPr/>
            </a:lvl2pPr>
            <a:lvl3pPr lvl="2">
              <a:spcBef>
                <a:spcPts val="0"/>
              </a:spcBef>
              <a:spcAft>
                <a:spcPts val="0"/>
              </a:spcAft>
              <a:buClr>
                <a:schemeClr val="dk1"/>
              </a:buClr>
              <a:buSzPts val="2400"/>
              <a:buNone/>
              <a:defRPr/>
            </a:lvl3pPr>
            <a:lvl4pPr lvl="3">
              <a:spcBef>
                <a:spcPts val="0"/>
              </a:spcBef>
              <a:spcAft>
                <a:spcPts val="0"/>
              </a:spcAft>
              <a:buClr>
                <a:schemeClr val="dk1"/>
              </a:buClr>
              <a:buSzPts val="2400"/>
              <a:buNone/>
              <a:defRPr/>
            </a:lvl4pPr>
            <a:lvl5pPr lvl="4">
              <a:spcBef>
                <a:spcPts val="0"/>
              </a:spcBef>
              <a:spcAft>
                <a:spcPts val="0"/>
              </a:spcAft>
              <a:buClr>
                <a:schemeClr val="dk1"/>
              </a:buClr>
              <a:buSzPts val="2400"/>
              <a:buNone/>
              <a:defRPr/>
            </a:lvl5pPr>
            <a:lvl6pPr lvl="5">
              <a:spcBef>
                <a:spcPts val="0"/>
              </a:spcBef>
              <a:spcAft>
                <a:spcPts val="0"/>
              </a:spcAft>
              <a:buClr>
                <a:schemeClr val="dk1"/>
              </a:buClr>
              <a:buSzPts val="2400"/>
              <a:buNone/>
              <a:defRPr/>
            </a:lvl6pPr>
            <a:lvl7pPr lvl="6">
              <a:spcBef>
                <a:spcPts val="0"/>
              </a:spcBef>
              <a:spcAft>
                <a:spcPts val="0"/>
              </a:spcAft>
              <a:buClr>
                <a:schemeClr val="dk1"/>
              </a:buClr>
              <a:buSzPts val="2400"/>
              <a:buNone/>
              <a:defRPr/>
            </a:lvl7pPr>
            <a:lvl8pPr lvl="7">
              <a:spcBef>
                <a:spcPts val="0"/>
              </a:spcBef>
              <a:spcAft>
                <a:spcPts val="0"/>
              </a:spcAft>
              <a:buClr>
                <a:schemeClr val="dk1"/>
              </a:buClr>
              <a:buSzPts val="2400"/>
              <a:buNone/>
              <a:defRPr/>
            </a:lvl8pPr>
            <a:lvl9pPr lvl="8">
              <a:spcBef>
                <a:spcPts val="0"/>
              </a:spcBef>
              <a:spcAft>
                <a:spcPts val="0"/>
              </a:spcAft>
              <a:buClr>
                <a:schemeClr val="dk1"/>
              </a:buClr>
              <a:buSzPts val="2400"/>
              <a:buNone/>
              <a:defRPr/>
            </a:lvl9pPr>
          </a:lstStyle>
          <a:p/>
        </p:txBody>
      </p:sp>
      <p:sp>
        <p:nvSpPr>
          <p:cNvPr id="122" name="Google Shape;122;p21"/>
          <p:cNvSpPr txBox="1"/>
          <p:nvPr>
            <p:ph idx="2" type="subTitle"/>
          </p:nvPr>
        </p:nvSpPr>
        <p:spPr>
          <a:xfrm>
            <a:off x="230900" y="2657638"/>
            <a:ext cx="2140200" cy="9873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2400"/>
              <a:buNone/>
              <a:defRPr/>
            </a:lvl1pPr>
            <a:lvl2pPr lvl="1">
              <a:spcBef>
                <a:spcPts val="0"/>
              </a:spcBef>
              <a:spcAft>
                <a:spcPts val="0"/>
              </a:spcAft>
              <a:buClr>
                <a:schemeClr val="dk1"/>
              </a:buClr>
              <a:buSzPts val="2400"/>
              <a:buNone/>
              <a:defRPr/>
            </a:lvl2pPr>
            <a:lvl3pPr lvl="2">
              <a:spcBef>
                <a:spcPts val="0"/>
              </a:spcBef>
              <a:spcAft>
                <a:spcPts val="0"/>
              </a:spcAft>
              <a:buClr>
                <a:schemeClr val="dk1"/>
              </a:buClr>
              <a:buSzPts val="2400"/>
              <a:buNone/>
              <a:defRPr/>
            </a:lvl3pPr>
            <a:lvl4pPr lvl="3">
              <a:spcBef>
                <a:spcPts val="0"/>
              </a:spcBef>
              <a:spcAft>
                <a:spcPts val="0"/>
              </a:spcAft>
              <a:buClr>
                <a:schemeClr val="dk1"/>
              </a:buClr>
              <a:buSzPts val="2400"/>
              <a:buNone/>
              <a:defRPr/>
            </a:lvl4pPr>
            <a:lvl5pPr lvl="4">
              <a:spcBef>
                <a:spcPts val="0"/>
              </a:spcBef>
              <a:spcAft>
                <a:spcPts val="0"/>
              </a:spcAft>
              <a:buClr>
                <a:schemeClr val="dk1"/>
              </a:buClr>
              <a:buSzPts val="2400"/>
              <a:buNone/>
              <a:defRPr/>
            </a:lvl5pPr>
            <a:lvl6pPr lvl="5">
              <a:spcBef>
                <a:spcPts val="0"/>
              </a:spcBef>
              <a:spcAft>
                <a:spcPts val="0"/>
              </a:spcAft>
              <a:buClr>
                <a:schemeClr val="dk1"/>
              </a:buClr>
              <a:buSzPts val="2400"/>
              <a:buNone/>
              <a:defRPr/>
            </a:lvl6pPr>
            <a:lvl7pPr lvl="6">
              <a:spcBef>
                <a:spcPts val="0"/>
              </a:spcBef>
              <a:spcAft>
                <a:spcPts val="0"/>
              </a:spcAft>
              <a:buClr>
                <a:schemeClr val="dk1"/>
              </a:buClr>
              <a:buSzPts val="2400"/>
              <a:buNone/>
              <a:defRPr/>
            </a:lvl7pPr>
            <a:lvl8pPr lvl="7">
              <a:spcBef>
                <a:spcPts val="0"/>
              </a:spcBef>
              <a:spcAft>
                <a:spcPts val="0"/>
              </a:spcAft>
              <a:buClr>
                <a:schemeClr val="dk1"/>
              </a:buClr>
              <a:buSzPts val="2400"/>
              <a:buNone/>
              <a:defRPr/>
            </a:lvl8pPr>
            <a:lvl9pPr lvl="8">
              <a:spcBef>
                <a:spcPts val="0"/>
              </a:spcBef>
              <a:spcAft>
                <a:spcPts val="0"/>
              </a:spcAft>
              <a:buClr>
                <a:schemeClr val="dk1"/>
              </a:buClr>
              <a:buSzPts val="2400"/>
              <a:buNone/>
              <a:defRPr/>
            </a:lvl9pPr>
          </a:lstStyle>
          <a:p/>
        </p:txBody>
      </p:sp>
      <p:sp>
        <p:nvSpPr>
          <p:cNvPr id="123" name="Google Shape;123;p21"/>
          <p:cNvSpPr txBox="1"/>
          <p:nvPr>
            <p:ph idx="3" type="subTitle"/>
          </p:nvPr>
        </p:nvSpPr>
        <p:spPr>
          <a:xfrm>
            <a:off x="230900" y="3894525"/>
            <a:ext cx="2140200" cy="9873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2400"/>
              <a:buNone/>
              <a:defRPr/>
            </a:lvl1pPr>
            <a:lvl2pPr lvl="1">
              <a:spcBef>
                <a:spcPts val="0"/>
              </a:spcBef>
              <a:spcAft>
                <a:spcPts val="0"/>
              </a:spcAft>
              <a:buClr>
                <a:schemeClr val="dk1"/>
              </a:buClr>
              <a:buSzPts val="2400"/>
              <a:buNone/>
              <a:defRPr/>
            </a:lvl2pPr>
            <a:lvl3pPr lvl="2">
              <a:spcBef>
                <a:spcPts val="0"/>
              </a:spcBef>
              <a:spcAft>
                <a:spcPts val="0"/>
              </a:spcAft>
              <a:buClr>
                <a:schemeClr val="dk1"/>
              </a:buClr>
              <a:buSzPts val="2400"/>
              <a:buNone/>
              <a:defRPr/>
            </a:lvl3pPr>
            <a:lvl4pPr lvl="3">
              <a:spcBef>
                <a:spcPts val="0"/>
              </a:spcBef>
              <a:spcAft>
                <a:spcPts val="0"/>
              </a:spcAft>
              <a:buClr>
                <a:schemeClr val="dk1"/>
              </a:buClr>
              <a:buSzPts val="2400"/>
              <a:buNone/>
              <a:defRPr/>
            </a:lvl4pPr>
            <a:lvl5pPr lvl="4">
              <a:spcBef>
                <a:spcPts val="0"/>
              </a:spcBef>
              <a:spcAft>
                <a:spcPts val="0"/>
              </a:spcAft>
              <a:buClr>
                <a:schemeClr val="dk1"/>
              </a:buClr>
              <a:buSzPts val="2400"/>
              <a:buNone/>
              <a:defRPr/>
            </a:lvl5pPr>
            <a:lvl6pPr lvl="5">
              <a:spcBef>
                <a:spcPts val="0"/>
              </a:spcBef>
              <a:spcAft>
                <a:spcPts val="0"/>
              </a:spcAft>
              <a:buClr>
                <a:schemeClr val="dk1"/>
              </a:buClr>
              <a:buSzPts val="2400"/>
              <a:buNone/>
              <a:defRPr/>
            </a:lvl6pPr>
            <a:lvl7pPr lvl="6">
              <a:spcBef>
                <a:spcPts val="0"/>
              </a:spcBef>
              <a:spcAft>
                <a:spcPts val="0"/>
              </a:spcAft>
              <a:buClr>
                <a:schemeClr val="dk1"/>
              </a:buClr>
              <a:buSzPts val="2400"/>
              <a:buNone/>
              <a:defRPr/>
            </a:lvl7pPr>
            <a:lvl8pPr lvl="7">
              <a:spcBef>
                <a:spcPts val="0"/>
              </a:spcBef>
              <a:spcAft>
                <a:spcPts val="0"/>
              </a:spcAft>
              <a:buClr>
                <a:schemeClr val="dk1"/>
              </a:buClr>
              <a:buSzPts val="2400"/>
              <a:buNone/>
              <a:defRPr/>
            </a:lvl8pPr>
            <a:lvl9pPr lvl="8">
              <a:spcBef>
                <a:spcPts val="0"/>
              </a:spcBef>
              <a:spcAft>
                <a:spcPts val="0"/>
              </a:spcAft>
              <a:buClr>
                <a:schemeClr val="dk1"/>
              </a:buClr>
              <a:buSzPts val="2400"/>
              <a:buNone/>
              <a:defRPr/>
            </a:lvl9pPr>
          </a:lstStyle>
          <a:p/>
        </p:txBody>
      </p:sp>
      <p:sp>
        <p:nvSpPr>
          <p:cNvPr id="124" name="Google Shape;124;p21"/>
          <p:cNvSpPr txBox="1"/>
          <p:nvPr>
            <p:ph idx="4" type="body"/>
          </p:nvPr>
        </p:nvSpPr>
        <p:spPr>
          <a:xfrm>
            <a:off x="3086100" y="1420975"/>
            <a:ext cx="2857500" cy="9870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chemeClr val="dk1"/>
              </a:buClr>
              <a:buSzPts val="1000"/>
              <a:buChar char="●"/>
              <a:defRPr sz="1000"/>
            </a:lvl1pPr>
            <a:lvl2pPr indent="-292100" lvl="1" marL="914400">
              <a:spcBef>
                <a:spcPts val="0"/>
              </a:spcBef>
              <a:spcAft>
                <a:spcPts val="0"/>
              </a:spcAft>
              <a:buClr>
                <a:schemeClr val="dk1"/>
              </a:buClr>
              <a:buSzPts val="1000"/>
              <a:buChar char="○"/>
              <a:defRPr sz="1000"/>
            </a:lvl2pPr>
            <a:lvl3pPr indent="-292100" lvl="2" marL="1371600">
              <a:spcBef>
                <a:spcPts val="0"/>
              </a:spcBef>
              <a:spcAft>
                <a:spcPts val="0"/>
              </a:spcAft>
              <a:buClr>
                <a:schemeClr val="dk1"/>
              </a:buClr>
              <a:buSzPts val="1000"/>
              <a:buChar char="■"/>
              <a:defRPr sz="1000"/>
            </a:lvl3pPr>
            <a:lvl4pPr indent="-292100" lvl="3" marL="1828800">
              <a:spcBef>
                <a:spcPts val="0"/>
              </a:spcBef>
              <a:spcAft>
                <a:spcPts val="0"/>
              </a:spcAft>
              <a:buClr>
                <a:schemeClr val="dk1"/>
              </a:buClr>
              <a:buSzPts val="1000"/>
              <a:buChar char="●"/>
              <a:defRPr sz="1000"/>
            </a:lvl4pPr>
            <a:lvl5pPr indent="-292100" lvl="4" marL="2286000">
              <a:spcBef>
                <a:spcPts val="0"/>
              </a:spcBef>
              <a:spcAft>
                <a:spcPts val="0"/>
              </a:spcAft>
              <a:buClr>
                <a:schemeClr val="dk1"/>
              </a:buClr>
              <a:buSzPts val="1000"/>
              <a:buChar char="○"/>
              <a:defRPr sz="1000"/>
            </a:lvl5pPr>
            <a:lvl6pPr indent="-292100" lvl="5" marL="2743200">
              <a:spcBef>
                <a:spcPts val="0"/>
              </a:spcBef>
              <a:spcAft>
                <a:spcPts val="0"/>
              </a:spcAft>
              <a:buClr>
                <a:schemeClr val="dk1"/>
              </a:buClr>
              <a:buSzPts val="1000"/>
              <a:buChar char="■"/>
              <a:defRPr sz="1000"/>
            </a:lvl6pPr>
            <a:lvl7pPr indent="-292100" lvl="6" marL="3200400">
              <a:spcBef>
                <a:spcPts val="0"/>
              </a:spcBef>
              <a:spcAft>
                <a:spcPts val="0"/>
              </a:spcAft>
              <a:buClr>
                <a:schemeClr val="dk1"/>
              </a:buClr>
              <a:buSzPts val="1000"/>
              <a:buChar char="●"/>
              <a:defRPr sz="1000"/>
            </a:lvl7pPr>
            <a:lvl8pPr indent="-292100" lvl="7" marL="3657600">
              <a:spcBef>
                <a:spcPts val="0"/>
              </a:spcBef>
              <a:spcAft>
                <a:spcPts val="0"/>
              </a:spcAft>
              <a:buClr>
                <a:schemeClr val="dk1"/>
              </a:buClr>
              <a:buSzPts val="1000"/>
              <a:buChar char="○"/>
              <a:defRPr sz="1000"/>
            </a:lvl8pPr>
            <a:lvl9pPr indent="-292100" lvl="8" marL="4114800">
              <a:spcBef>
                <a:spcPts val="0"/>
              </a:spcBef>
              <a:spcAft>
                <a:spcPts val="0"/>
              </a:spcAft>
              <a:buClr>
                <a:schemeClr val="dk1"/>
              </a:buClr>
              <a:buSzPts val="1000"/>
              <a:buChar char="■"/>
              <a:defRPr sz="1000"/>
            </a:lvl9pPr>
          </a:lstStyle>
          <a:p/>
        </p:txBody>
      </p:sp>
      <p:sp>
        <p:nvSpPr>
          <p:cNvPr id="125" name="Google Shape;125;p21"/>
          <p:cNvSpPr txBox="1"/>
          <p:nvPr>
            <p:ph idx="5" type="body"/>
          </p:nvPr>
        </p:nvSpPr>
        <p:spPr>
          <a:xfrm>
            <a:off x="3086100" y="2657788"/>
            <a:ext cx="2857500" cy="9870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chemeClr val="dk1"/>
              </a:buClr>
              <a:buSzPts val="1000"/>
              <a:buChar char="●"/>
              <a:defRPr sz="1000"/>
            </a:lvl1pPr>
            <a:lvl2pPr indent="-292100" lvl="1" marL="914400">
              <a:spcBef>
                <a:spcPts val="0"/>
              </a:spcBef>
              <a:spcAft>
                <a:spcPts val="0"/>
              </a:spcAft>
              <a:buClr>
                <a:schemeClr val="dk1"/>
              </a:buClr>
              <a:buSzPts val="1000"/>
              <a:buChar char="○"/>
              <a:defRPr sz="1000"/>
            </a:lvl2pPr>
            <a:lvl3pPr indent="-292100" lvl="2" marL="1371600">
              <a:spcBef>
                <a:spcPts val="0"/>
              </a:spcBef>
              <a:spcAft>
                <a:spcPts val="0"/>
              </a:spcAft>
              <a:buClr>
                <a:schemeClr val="dk1"/>
              </a:buClr>
              <a:buSzPts val="1000"/>
              <a:buChar char="■"/>
              <a:defRPr sz="1000"/>
            </a:lvl3pPr>
            <a:lvl4pPr indent="-292100" lvl="3" marL="1828800">
              <a:spcBef>
                <a:spcPts val="0"/>
              </a:spcBef>
              <a:spcAft>
                <a:spcPts val="0"/>
              </a:spcAft>
              <a:buClr>
                <a:schemeClr val="dk1"/>
              </a:buClr>
              <a:buSzPts val="1000"/>
              <a:buChar char="●"/>
              <a:defRPr sz="1000"/>
            </a:lvl4pPr>
            <a:lvl5pPr indent="-292100" lvl="4" marL="2286000">
              <a:spcBef>
                <a:spcPts val="0"/>
              </a:spcBef>
              <a:spcAft>
                <a:spcPts val="0"/>
              </a:spcAft>
              <a:buClr>
                <a:schemeClr val="dk1"/>
              </a:buClr>
              <a:buSzPts val="1000"/>
              <a:buChar char="○"/>
              <a:defRPr sz="1000"/>
            </a:lvl5pPr>
            <a:lvl6pPr indent="-292100" lvl="5" marL="2743200">
              <a:spcBef>
                <a:spcPts val="0"/>
              </a:spcBef>
              <a:spcAft>
                <a:spcPts val="0"/>
              </a:spcAft>
              <a:buClr>
                <a:schemeClr val="dk1"/>
              </a:buClr>
              <a:buSzPts val="1000"/>
              <a:buChar char="■"/>
              <a:defRPr sz="1000"/>
            </a:lvl6pPr>
            <a:lvl7pPr indent="-292100" lvl="6" marL="3200400">
              <a:spcBef>
                <a:spcPts val="0"/>
              </a:spcBef>
              <a:spcAft>
                <a:spcPts val="0"/>
              </a:spcAft>
              <a:buClr>
                <a:schemeClr val="dk1"/>
              </a:buClr>
              <a:buSzPts val="1000"/>
              <a:buChar char="●"/>
              <a:defRPr sz="1000"/>
            </a:lvl7pPr>
            <a:lvl8pPr indent="-292100" lvl="7" marL="3657600">
              <a:spcBef>
                <a:spcPts val="0"/>
              </a:spcBef>
              <a:spcAft>
                <a:spcPts val="0"/>
              </a:spcAft>
              <a:buClr>
                <a:schemeClr val="dk1"/>
              </a:buClr>
              <a:buSzPts val="1000"/>
              <a:buChar char="○"/>
              <a:defRPr sz="1000"/>
            </a:lvl8pPr>
            <a:lvl9pPr indent="-292100" lvl="8" marL="4114800">
              <a:spcBef>
                <a:spcPts val="0"/>
              </a:spcBef>
              <a:spcAft>
                <a:spcPts val="0"/>
              </a:spcAft>
              <a:buClr>
                <a:schemeClr val="dk1"/>
              </a:buClr>
              <a:buSzPts val="1000"/>
              <a:buChar char="■"/>
              <a:defRPr sz="1000"/>
            </a:lvl9pPr>
          </a:lstStyle>
          <a:p/>
        </p:txBody>
      </p:sp>
      <p:sp>
        <p:nvSpPr>
          <p:cNvPr id="126" name="Google Shape;126;p21"/>
          <p:cNvSpPr txBox="1"/>
          <p:nvPr>
            <p:ph idx="6" type="body"/>
          </p:nvPr>
        </p:nvSpPr>
        <p:spPr>
          <a:xfrm>
            <a:off x="3085975" y="3894525"/>
            <a:ext cx="2857500" cy="9870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chemeClr val="dk1"/>
              </a:buClr>
              <a:buSzPts val="1000"/>
              <a:buChar char="●"/>
              <a:defRPr sz="1000"/>
            </a:lvl1pPr>
            <a:lvl2pPr indent="-292100" lvl="1" marL="914400">
              <a:spcBef>
                <a:spcPts val="0"/>
              </a:spcBef>
              <a:spcAft>
                <a:spcPts val="0"/>
              </a:spcAft>
              <a:buClr>
                <a:schemeClr val="dk1"/>
              </a:buClr>
              <a:buSzPts val="1000"/>
              <a:buChar char="○"/>
              <a:defRPr sz="1000"/>
            </a:lvl2pPr>
            <a:lvl3pPr indent="-292100" lvl="2" marL="1371600">
              <a:spcBef>
                <a:spcPts val="0"/>
              </a:spcBef>
              <a:spcAft>
                <a:spcPts val="0"/>
              </a:spcAft>
              <a:buClr>
                <a:schemeClr val="dk1"/>
              </a:buClr>
              <a:buSzPts val="1000"/>
              <a:buChar char="■"/>
              <a:defRPr sz="1000"/>
            </a:lvl3pPr>
            <a:lvl4pPr indent="-292100" lvl="3" marL="1828800">
              <a:spcBef>
                <a:spcPts val="0"/>
              </a:spcBef>
              <a:spcAft>
                <a:spcPts val="0"/>
              </a:spcAft>
              <a:buClr>
                <a:schemeClr val="dk1"/>
              </a:buClr>
              <a:buSzPts val="1000"/>
              <a:buChar char="●"/>
              <a:defRPr sz="1000"/>
            </a:lvl4pPr>
            <a:lvl5pPr indent="-292100" lvl="4" marL="2286000">
              <a:spcBef>
                <a:spcPts val="0"/>
              </a:spcBef>
              <a:spcAft>
                <a:spcPts val="0"/>
              </a:spcAft>
              <a:buClr>
                <a:schemeClr val="dk1"/>
              </a:buClr>
              <a:buSzPts val="1000"/>
              <a:buChar char="○"/>
              <a:defRPr sz="1000"/>
            </a:lvl5pPr>
            <a:lvl6pPr indent="-292100" lvl="5" marL="2743200">
              <a:spcBef>
                <a:spcPts val="0"/>
              </a:spcBef>
              <a:spcAft>
                <a:spcPts val="0"/>
              </a:spcAft>
              <a:buClr>
                <a:schemeClr val="dk1"/>
              </a:buClr>
              <a:buSzPts val="1000"/>
              <a:buChar char="■"/>
              <a:defRPr sz="1000"/>
            </a:lvl6pPr>
            <a:lvl7pPr indent="-292100" lvl="6" marL="3200400">
              <a:spcBef>
                <a:spcPts val="0"/>
              </a:spcBef>
              <a:spcAft>
                <a:spcPts val="0"/>
              </a:spcAft>
              <a:buClr>
                <a:schemeClr val="dk1"/>
              </a:buClr>
              <a:buSzPts val="1000"/>
              <a:buChar char="●"/>
              <a:defRPr sz="1000"/>
            </a:lvl7pPr>
            <a:lvl8pPr indent="-292100" lvl="7" marL="3657600">
              <a:spcBef>
                <a:spcPts val="0"/>
              </a:spcBef>
              <a:spcAft>
                <a:spcPts val="0"/>
              </a:spcAft>
              <a:buClr>
                <a:schemeClr val="dk1"/>
              </a:buClr>
              <a:buSzPts val="1000"/>
              <a:buChar char="○"/>
              <a:defRPr sz="1000"/>
            </a:lvl8pPr>
            <a:lvl9pPr indent="-292100" lvl="8" marL="4114800">
              <a:spcBef>
                <a:spcPts val="0"/>
              </a:spcBef>
              <a:spcAft>
                <a:spcPts val="0"/>
              </a:spcAft>
              <a:buClr>
                <a:schemeClr val="dk1"/>
              </a:buClr>
              <a:buSzPts val="1000"/>
              <a:buChar char="■"/>
              <a:defRPr sz="1000"/>
            </a:lvl9pPr>
          </a:lstStyle>
          <a:p/>
        </p:txBody>
      </p:sp>
      <p:sp>
        <p:nvSpPr>
          <p:cNvPr id="127" name="Google Shape;127;p21"/>
          <p:cNvSpPr txBox="1"/>
          <p:nvPr>
            <p:ph idx="7" type="title"/>
          </p:nvPr>
        </p:nvSpPr>
        <p:spPr>
          <a:xfrm>
            <a:off x="6106025" y="1421125"/>
            <a:ext cx="2811900" cy="987000"/>
          </a:xfrm>
          <a:prstGeom prst="rect">
            <a:avLst/>
          </a:prstGeom>
        </p:spPr>
        <p:txBody>
          <a:bodyPr anchorCtr="0" anchor="ctr" bIns="91425" lIns="91425" spcFirstLastPara="1" rIns="91425" wrap="square" tIns="91425">
            <a:normAutofit/>
          </a:bodyPr>
          <a:lstStyle>
            <a:lvl1pPr lvl="0" algn="r">
              <a:spcBef>
                <a:spcPts val="0"/>
              </a:spcBef>
              <a:spcAft>
                <a:spcPts val="0"/>
              </a:spcAft>
              <a:buClr>
                <a:schemeClr val="dk1"/>
              </a:buClr>
              <a:buSzPts val="7200"/>
              <a:buNone/>
              <a:defRPr sz="7200"/>
            </a:lvl1pPr>
            <a:lvl2pPr lvl="1" algn="r">
              <a:spcBef>
                <a:spcPts val="0"/>
              </a:spcBef>
              <a:spcAft>
                <a:spcPts val="0"/>
              </a:spcAft>
              <a:buSzPts val="7200"/>
              <a:buNone/>
              <a:defRPr sz="7200"/>
            </a:lvl2pPr>
            <a:lvl3pPr lvl="2" algn="r">
              <a:spcBef>
                <a:spcPts val="0"/>
              </a:spcBef>
              <a:spcAft>
                <a:spcPts val="0"/>
              </a:spcAft>
              <a:buSzPts val="7200"/>
              <a:buNone/>
              <a:defRPr sz="7200"/>
            </a:lvl3pPr>
            <a:lvl4pPr lvl="3" algn="r">
              <a:spcBef>
                <a:spcPts val="0"/>
              </a:spcBef>
              <a:spcAft>
                <a:spcPts val="0"/>
              </a:spcAft>
              <a:buSzPts val="7200"/>
              <a:buNone/>
              <a:defRPr sz="7200"/>
            </a:lvl4pPr>
            <a:lvl5pPr lvl="4" algn="r">
              <a:spcBef>
                <a:spcPts val="0"/>
              </a:spcBef>
              <a:spcAft>
                <a:spcPts val="0"/>
              </a:spcAft>
              <a:buSzPts val="7200"/>
              <a:buNone/>
              <a:defRPr sz="7200"/>
            </a:lvl5pPr>
            <a:lvl6pPr lvl="5" algn="r">
              <a:spcBef>
                <a:spcPts val="0"/>
              </a:spcBef>
              <a:spcAft>
                <a:spcPts val="0"/>
              </a:spcAft>
              <a:buSzPts val="7200"/>
              <a:buNone/>
              <a:defRPr sz="7200"/>
            </a:lvl6pPr>
            <a:lvl7pPr lvl="6" algn="r">
              <a:spcBef>
                <a:spcPts val="0"/>
              </a:spcBef>
              <a:spcAft>
                <a:spcPts val="0"/>
              </a:spcAft>
              <a:buSzPts val="7200"/>
              <a:buNone/>
              <a:defRPr sz="7200"/>
            </a:lvl7pPr>
            <a:lvl8pPr lvl="7" algn="r">
              <a:spcBef>
                <a:spcPts val="0"/>
              </a:spcBef>
              <a:spcAft>
                <a:spcPts val="0"/>
              </a:spcAft>
              <a:buSzPts val="7200"/>
              <a:buNone/>
              <a:defRPr sz="7200"/>
            </a:lvl8pPr>
            <a:lvl9pPr lvl="8" algn="r">
              <a:spcBef>
                <a:spcPts val="0"/>
              </a:spcBef>
              <a:spcAft>
                <a:spcPts val="0"/>
              </a:spcAft>
              <a:buSzPts val="7200"/>
              <a:buNone/>
              <a:defRPr sz="7200"/>
            </a:lvl9pPr>
          </a:lstStyle>
          <a:p/>
        </p:txBody>
      </p:sp>
      <p:sp>
        <p:nvSpPr>
          <p:cNvPr id="128" name="Google Shape;128;p21"/>
          <p:cNvSpPr txBox="1"/>
          <p:nvPr>
            <p:ph idx="8" type="title"/>
          </p:nvPr>
        </p:nvSpPr>
        <p:spPr>
          <a:xfrm>
            <a:off x="6106025" y="2657788"/>
            <a:ext cx="2811900" cy="987000"/>
          </a:xfrm>
          <a:prstGeom prst="rect">
            <a:avLst/>
          </a:prstGeom>
        </p:spPr>
        <p:txBody>
          <a:bodyPr anchorCtr="0" anchor="ctr" bIns="91425" lIns="91425" spcFirstLastPara="1" rIns="91425" wrap="square" tIns="91425">
            <a:normAutofit/>
          </a:bodyPr>
          <a:lstStyle>
            <a:lvl1pPr lvl="0" algn="r">
              <a:spcBef>
                <a:spcPts val="0"/>
              </a:spcBef>
              <a:spcAft>
                <a:spcPts val="0"/>
              </a:spcAft>
              <a:buClr>
                <a:schemeClr val="dk1"/>
              </a:buClr>
              <a:buSzPts val="7200"/>
              <a:buNone/>
              <a:defRPr sz="7200"/>
            </a:lvl1pPr>
            <a:lvl2pPr lvl="1" algn="r">
              <a:spcBef>
                <a:spcPts val="0"/>
              </a:spcBef>
              <a:spcAft>
                <a:spcPts val="0"/>
              </a:spcAft>
              <a:buSzPts val="7200"/>
              <a:buNone/>
              <a:defRPr sz="7200"/>
            </a:lvl2pPr>
            <a:lvl3pPr lvl="2" algn="r">
              <a:spcBef>
                <a:spcPts val="0"/>
              </a:spcBef>
              <a:spcAft>
                <a:spcPts val="0"/>
              </a:spcAft>
              <a:buSzPts val="7200"/>
              <a:buNone/>
              <a:defRPr sz="7200"/>
            </a:lvl3pPr>
            <a:lvl4pPr lvl="3" algn="r">
              <a:spcBef>
                <a:spcPts val="0"/>
              </a:spcBef>
              <a:spcAft>
                <a:spcPts val="0"/>
              </a:spcAft>
              <a:buSzPts val="7200"/>
              <a:buNone/>
              <a:defRPr sz="7200"/>
            </a:lvl4pPr>
            <a:lvl5pPr lvl="4" algn="r">
              <a:spcBef>
                <a:spcPts val="0"/>
              </a:spcBef>
              <a:spcAft>
                <a:spcPts val="0"/>
              </a:spcAft>
              <a:buSzPts val="7200"/>
              <a:buNone/>
              <a:defRPr sz="7200"/>
            </a:lvl5pPr>
            <a:lvl6pPr lvl="5" algn="r">
              <a:spcBef>
                <a:spcPts val="0"/>
              </a:spcBef>
              <a:spcAft>
                <a:spcPts val="0"/>
              </a:spcAft>
              <a:buSzPts val="7200"/>
              <a:buNone/>
              <a:defRPr sz="7200"/>
            </a:lvl6pPr>
            <a:lvl7pPr lvl="6" algn="r">
              <a:spcBef>
                <a:spcPts val="0"/>
              </a:spcBef>
              <a:spcAft>
                <a:spcPts val="0"/>
              </a:spcAft>
              <a:buSzPts val="7200"/>
              <a:buNone/>
              <a:defRPr sz="7200"/>
            </a:lvl7pPr>
            <a:lvl8pPr lvl="7" algn="r">
              <a:spcBef>
                <a:spcPts val="0"/>
              </a:spcBef>
              <a:spcAft>
                <a:spcPts val="0"/>
              </a:spcAft>
              <a:buSzPts val="7200"/>
              <a:buNone/>
              <a:defRPr sz="7200"/>
            </a:lvl8pPr>
            <a:lvl9pPr lvl="8" algn="r">
              <a:spcBef>
                <a:spcPts val="0"/>
              </a:spcBef>
              <a:spcAft>
                <a:spcPts val="0"/>
              </a:spcAft>
              <a:buSzPts val="7200"/>
              <a:buNone/>
              <a:defRPr sz="7200"/>
            </a:lvl9pPr>
          </a:lstStyle>
          <a:p/>
        </p:txBody>
      </p:sp>
      <p:sp>
        <p:nvSpPr>
          <p:cNvPr id="129" name="Google Shape;129;p21"/>
          <p:cNvSpPr txBox="1"/>
          <p:nvPr>
            <p:ph idx="9" type="title"/>
          </p:nvPr>
        </p:nvSpPr>
        <p:spPr>
          <a:xfrm>
            <a:off x="6106025" y="3894475"/>
            <a:ext cx="2811900" cy="987000"/>
          </a:xfrm>
          <a:prstGeom prst="rect">
            <a:avLst/>
          </a:prstGeom>
        </p:spPr>
        <p:txBody>
          <a:bodyPr anchorCtr="0" anchor="ctr" bIns="91425" lIns="91425" spcFirstLastPara="1" rIns="91425" wrap="square" tIns="91425">
            <a:normAutofit/>
          </a:bodyPr>
          <a:lstStyle>
            <a:lvl1pPr lvl="0" algn="r">
              <a:spcBef>
                <a:spcPts val="0"/>
              </a:spcBef>
              <a:spcAft>
                <a:spcPts val="0"/>
              </a:spcAft>
              <a:buClr>
                <a:schemeClr val="dk1"/>
              </a:buClr>
              <a:buSzPts val="7200"/>
              <a:buNone/>
              <a:defRPr sz="7200"/>
            </a:lvl1pPr>
            <a:lvl2pPr lvl="1" algn="r">
              <a:spcBef>
                <a:spcPts val="0"/>
              </a:spcBef>
              <a:spcAft>
                <a:spcPts val="0"/>
              </a:spcAft>
              <a:buSzPts val="7200"/>
              <a:buNone/>
              <a:defRPr sz="7200"/>
            </a:lvl2pPr>
            <a:lvl3pPr lvl="2" algn="r">
              <a:spcBef>
                <a:spcPts val="0"/>
              </a:spcBef>
              <a:spcAft>
                <a:spcPts val="0"/>
              </a:spcAft>
              <a:buSzPts val="7200"/>
              <a:buNone/>
              <a:defRPr sz="7200"/>
            </a:lvl3pPr>
            <a:lvl4pPr lvl="3" algn="r">
              <a:spcBef>
                <a:spcPts val="0"/>
              </a:spcBef>
              <a:spcAft>
                <a:spcPts val="0"/>
              </a:spcAft>
              <a:buSzPts val="7200"/>
              <a:buNone/>
              <a:defRPr sz="7200"/>
            </a:lvl4pPr>
            <a:lvl5pPr lvl="4" algn="r">
              <a:spcBef>
                <a:spcPts val="0"/>
              </a:spcBef>
              <a:spcAft>
                <a:spcPts val="0"/>
              </a:spcAft>
              <a:buSzPts val="7200"/>
              <a:buNone/>
              <a:defRPr sz="7200"/>
            </a:lvl5pPr>
            <a:lvl6pPr lvl="5" algn="r">
              <a:spcBef>
                <a:spcPts val="0"/>
              </a:spcBef>
              <a:spcAft>
                <a:spcPts val="0"/>
              </a:spcAft>
              <a:buSzPts val="7200"/>
              <a:buNone/>
              <a:defRPr sz="7200"/>
            </a:lvl6pPr>
            <a:lvl7pPr lvl="6" algn="r">
              <a:spcBef>
                <a:spcPts val="0"/>
              </a:spcBef>
              <a:spcAft>
                <a:spcPts val="0"/>
              </a:spcAft>
              <a:buSzPts val="7200"/>
              <a:buNone/>
              <a:defRPr sz="7200"/>
            </a:lvl7pPr>
            <a:lvl8pPr lvl="7" algn="r">
              <a:spcBef>
                <a:spcPts val="0"/>
              </a:spcBef>
              <a:spcAft>
                <a:spcPts val="0"/>
              </a:spcAft>
              <a:buSzPts val="7200"/>
              <a:buNone/>
              <a:defRPr sz="7200"/>
            </a:lvl8pPr>
            <a:lvl9pPr lvl="8" algn="r">
              <a:spcBef>
                <a:spcPts val="0"/>
              </a:spcBef>
              <a:spcAft>
                <a:spcPts val="0"/>
              </a:spcAft>
              <a:buSzPts val="7200"/>
              <a:buNone/>
              <a:defRPr sz="7200"/>
            </a:lvl9pPr>
          </a:lstStyle>
          <a:p/>
        </p:txBody>
      </p:sp>
      <p:sp>
        <p:nvSpPr>
          <p:cNvPr id="130" name="Google Shape;130;p2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rketing pan">
  <p:cSld name="CUSTOM_7">
    <p:bg>
      <p:bgPr>
        <a:solidFill>
          <a:schemeClr val="dk1"/>
        </a:solidFill>
      </p:bgPr>
    </p:bg>
    <p:spTree>
      <p:nvGrpSpPr>
        <p:cNvPr id="131" name="Shape 131"/>
        <p:cNvGrpSpPr/>
        <p:nvPr/>
      </p:nvGrpSpPr>
      <p:grpSpPr>
        <a:xfrm>
          <a:off x="0" y="0"/>
          <a:ext cx="0" cy="0"/>
          <a:chOff x="0" y="0"/>
          <a:chExt cx="0" cy="0"/>
        </a:xfrm>
      </p:grpSpPr>
      <p:graphicFrame>
        <p:nvGraphicFramePr>
          <p:cNvPr id="132" name="Google Shape;132;p22"/>
          <p:cNvGraphicFramePr/>
          <p:nvPr/>
        </p:nvGraphicFramePr>
        <p:xfrm>
          <a:off x="228588" y="1424250"/>
          <a:ext cx="3000000" cy="3000000"/>
        </p:xfrm>
        <a:graphic>
          <a:graphicData uri="http://schemas.openxmlformats.org/drawingml/2006/table">
            <a:tbl>
              <a:tblPr>
                <a:noFill/>
                <a:tableStyleId>{023DEC9C-ECB6-468F-B446-90BCE04BCB2E}</a:tableStyleId>
              </a:tblPr>
              <a:tblGrid>
                <a:gridCol w="2711825"/>
              </a:tblGrid>
              <a:tr h="3719250">
                <a:tc>
                  <a:txBody>
                    <a:bodyPr/>
                    <a:lstStyle/>
                    <a:p>
                      <a:pPr indent="0" lvl="0" marL="0" rtl="0" algn="l">
                        <a:spcBef>
                          <a:spcPts val="0"/>
                        </a:spcBef>
                        <a:spcAft>
                          <a:spcPts val="0"/>
                        </a:spcAft>
                        <a:buNone/>
                      </a:pPr>
                      <a:r>
                        <a:t/>
                      </a:r>
                      <a:endParaRPr/>
                    </a:p>
                  </a:txBody>
                  <a:tcPr marT="91425" marB="91425" marR="91425" marL="91425">
                    <a:lnL cap="flat" cmpd="sng" w="28575">
                      <a:solidFill>
                        <a:schemeClr val="dk2"/>
                      </a:solidFill>
                      <a:prstDash val="solid"/>
                      <a:round/>
                      <a:headEnd len="sm" w="sm" type="none"/>
                      <a:tailEnd len="sm" w="sm" type="none"/>
                    </a:lnL>
                    <a:lnR cap="flat" cmpd="sng" w="28575">
                      <a:solidFill>
                        <a:schemeClr val="dk2"/>
                      </a:solidFill>
                      <a:prstDash val="solid"/>
                      <a:round/>
                      <a:headEnd len="sm" w="sm" type="none"/>
                      <a:tailEnd len="sm" w="sm" type="none"/>
                    </a:lnR>
                    <a:lnT cap="flat" cmpd="sng" w="28575">
                      <a:solidFill>
                        <a:schemeClr val="dk2"/>
                      </a:solidFill>
                      <a:prstDash val="solid"/>
                      <a:round/>
                      <a:headEnd len="sm" w="sm" type="none"/>
                      <a:tailEnd len="sm" w="sm" type="none"/>
                    </a:lnT>
                    <a:lnB cap="flat" cmpd="sng" w="28575">
                      <a:solidFill>
                        <a:schemeClr val="dk2">
                          <a:alpha val="0"/>
                        </a:schemeClr>
                      </a:solidFill>
                      <a:prstDash val="solid"/>
                      <a:round/>
                      <a:headEnd len="sm" w="sm" type="none"/>
                      <a:tailEnd len="sm" w="sm" type="none"/>
                    </a:lnB>
                  </a:tcPr>
                </a:tc>
              </a:tr>
            </a:tbl>
          </a:graphicData>
        </a:graphic>
      </p:graphicFrame>
      <p:graphicFrame>
        <p:nvGraphicFramePr>
          <p:cNvPr id="133" name="Google Shape;133;p22"/>
          <p:cNvGraphicFramePr/>
          <p:nvPr/>
        </p:nvGraphicFramePr>
        <p:xfrm>
          <a:off x="3216075" y="1424250"/>
          <a:ext cx="3000000" cy="3000000"/>
        </p:xfrm>
        <a:graphic>
          <a:graphicData uri="http://schemas.openxmlformats.org/drawingml/2006/table">
            <a:tbl>
              <a:tblPr>
                <a:noFill/>
                <a:tableStyleId>{023DEC9C-ECB6-468F-B446-90BCE04BCB2E}</a:tableStyleId>
              </a:tblPr>
              <a:tblGrid>
                <a:gridCol w="2711825"/>
              </a:tblGrid>
              <a:tr h="3719250">
                <a:tc>
                  <a:txBody>
                    <a:bodyPr/>
                    <a:lstStyle/>
                    <a:p>
                      <a:pPr indent="0" lvl="0" marL="0" rtl="0" algn="l">
                        <a:spcBef>
                          <a:spcPts val="0"/>
                        </a:spcBef>
                        <a:spcAft>
                          <a:spcPts val="0"/>
                        </a:spcAft>
                        <a:buNone/>
                      </a:pPr>
                      <a:r>
                        <a:t/>
                      </a:r>
                      <a:endParaRPr/>
                    </a:p>
                  </a:txBody>
                  <a:tcPr marT="91425" marB="91425" marR="91425" marL="91425">
                    <a:lnL cap="flat" cmpd="sng" w="28575">
                      <a:solidFill>
                        <a:schemeClr val="dk2"/>
                      </a:solidFill>
                      <a:prstDash val="solid"/>
                      <a:round/>
                      <a:headEnd len="sm" w="sm" type="none"/>
                      <a:tailEnd len="sm" w="sm" type="none"/>
                    </a:lnL>
                    <a:lnR cap="flat" cmpd="sng" w="28575">
                      <a:solidFill>
                        <a:schemeClr val="dk2"/>
                      </a:solidFill>
                      <a:prstDash val="solid"/>
                      <a:round/>
                      <a:headEnd len="sm" w="sm" type="none"/>
                      <a:tailEnd len="sm" w="sm" type="none"/>
                    </a:lnR>
                    <a:lnT cap="flat" cmpd="sng" w="28575">
                      <a:solidFill>
                        <a:schemeClr val="dk2"/>
                      </a:solidFill>
                      <a:prstDash val="solid"/>
                      <a:round/>
                      <a:headEnd len="sm" w="sm" type="none"/>
                      <a:tailEnd len="sm" w="sm" type="none"/>
                    </a:lnT>
                    <a:lnB cap="flat" cmpd="sng" w="28575">
                      <a:solidFill>
                        <a:schemeClr val="dk2">
                          <a:alpha val="0"/>
                        </a:schemeClr>
                      </a:solidFill>
                      <a:prstDash val="solid"/>
                      <a:round/>
                      <a:headEnd len="sm" w="sm" type="none"/>
                      <a:tailEnd len="sm" w="sm" type="none"/>
                    </a:lnB>
                  </a:tcPr>
                </a:tc>
              </a:tr>
            </a:tbl>
          </a:graphicData>
        </a:graphic>
      </p:graphicFrame>
      <p:graphicFrame>
        <p:nvGraphicFramePr>
          <p:cNvPr id="134" name="Google Shape;134;p22"/>
          <p:cNvGraphicFramePr/>
          <p:nvPr/>
        </p:nvGraphicFramePr>
        <p:xfrm>
          <a:off x="6203563" y="1424250"/>
          <a:ext cx="3000000" cy="3000000"/>
        </p:xfrm>
        <a:graphic>
          <a:graphicData uri="http://schemas.openxmlformats.org/drawingml/2006/table">
            <a:tbl>
              <a:tblPr>
                <a:noFill/>
                <a:tableStyleId>{023DEC9C-ECB6-468F-B446-90BCE04BCB2E}</a:tableStyleId>
              </a:tblPr>
              <a:tblGrid>
                <a:gridCol w="2711825"/>
              </a:tblGrid>
              <a:tr h="3719250">
                <a:tc>
                  <a:txBody>
                    <a:bodyPr/>
                    <a:lstStyle/>
                    <a:p>
                      <a:pPr indent="0" lvl="0" marL="0" rtl="0" algn="l">
                        <a:spcBef>
                          <a:spcPts val="0"/>
                        </a:spcBef>
                        <a:spcAft>
                          <a:spcPts val="0"/>
                        </a:spcAft>
                        <a:buNone/>
                      </a:pPr>
                      <a:r>
                        <a:t/>
                      </a:r>
                      <a:endParaRPr/>
                    </a:p>
                  </a:txBody>
                  <a:tcPr marT="91425" marB="91425" marR="91425" marL="91425">
                    <a:lnL cap="flat" cmpd="sng" w="28575">
                      <a:solidFill>
                        <a:schemeClr val="dk2"/>
                      </a:solidFill>
                      <a:prstDash val="solid"/>
                      <a:round/>
                      <a:headEnd len="sm" w="sm" type="none"/>
                      <a:tailEnd len="sm" w="sm" type="none"/>
                    </a:lnL>
                    <a:lnR cap="flat" cmpd="sng" w="28575">
                      <a:solidFill>
                        <a:schemeClr val="dk2"/>
                      </a:solidFill>
                      <a:prstDash val="solid"/>
                      <a:round/>
                      <a:headEnd len="sm" w="sm" type="none"/>
                      <a:tailEnd len="sm" w="sm" type="none"/>
                    </a:lnR>
                    <a:lnT cap="flat" cmpd="sng" w="28575">
                      <a:solidFill>
                        <a:schemeClr val="dk2"/>
                      </a:solidFill>
                      <a:prstDash val="solid"/>
                      <a:round/>
                      <a:headEnd len="sm" w="sm" type="none"/>
                      <a:tailEnd len="sm" w="sm" type="none"/>
                    </a:lnT>
                    <a:lnB cap="flat" cmpd="sng" w="28575">
                      <a:solidFill>
                        <a:schemeClr val="dk2">
                          <a:alpha val="0"/>
                        </a:schemeClr>
                      </a:solidFill>
                      <a:prstDash val="solid"/>
                      <a:round/>
                      <a:headEnd len="sm" w="sm" type="none"/>
                      <a:tailEnd len="sm" w="sm" type="none"/>
                    </a:lnB>
                  </a:tcPr>
                </a:tc>
              </a:tr>
            </a:tbl>
          </a:graphicData>
        </a:graphic>
      </p:graphicFrame>
      <p:sp>
        <p:nvSpPr>
          <p:cNvPr id="135" name="Google Shape;135;p22"/>
          <p:cNvSpPr txBox="1"/>
          <p:nvPr>
            <p:ph type="title"/>
          </p:nvPr>
        </p:nvSpPr>
        <p:spPr>
          <a:xfrm>
            <a:off x="230900" y="454775"/>
            <a:ext cx="4406400" cy="442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3600"/>
              <a:buNone/>
              <a:defRPr>
                <a:solidFill>
                  <a:schemeClr val="dk2"/>
                </a:solidFill>
              </a:defRPr>
            </a:lvl1pPr>
            <a:lvl2pPr lvl="1">
              <a:spcBef>
                <a:spcPts val="0"/>
              </a:spcBef>
              <a:spcAft>
                <a:spcPts val="0"/>
              </a:spcAft>
              <a:buClr>
                <a:schemeClr val="dk2"/>
              </a:buClr>
              <a:buSzPts val="3600"/>
              <a:buNone/>
              <a:defRPr sz="3600">
                <a:solidFill>
                  <a:schemeClr val="dk2"/>
                </a:solidFill>
              </a:defRPr>
            </a:lvl2pPr>
            <a:lvl3pPr lvl="2">
              <a:spcBef>
                <a:spcPts val="0"/>
              </a:spcBef>
              <a:spcAft>
                <a:spcPts val="0"/>
              </a:spcAft>
              <a:buClr>
                <a:schemeClr val="dk2"/>
              </a:buClr>
              <a:buSzPts val="3600"/>
              <a:buNone/>
              <a:defRPr sz="3600">
                <a:solidFill>
                  <a:schemeClr val="dk2"/>
                </a:solidFill>
              </a:defRPr>
            </a:lvl3pPr>
            <a:lvl4pPr lvl="3">
              <a:spcBef>
                <a:spcPts val="0"/>
              </a:spcBef>
              <a:spcAft>
                <a:spcPts val="0"/>
              </a:spcAft>
              <a:buClr>
                <a:schemeClr val="dk2"/>
              </a:buClr>
              <a:buSzPts val="3600"/>
              <a:buNone/>
              <a:defRPr sz="3600">
                <a:solidFill>
                  <a:schemeClr val="dk2"/>
                </a:solidFill>
              </a:defRPr>
            </a:lvl4pPr>
            <a:lvl5pPr lvl="4">
              <a:spcBef>
                <a:spcPts val="0"/>
              </a:spcBef>
              <a:spcAft>
                <a:spcPts val="0"/>
              </a:spcAft>
              <a:buClr>
                <a:schemeClr val="dk2"/>
              </a:buClr>
              <a:buSzPts val="3600"/>
              <a:buNone/>
              <a:defRPr sz="3600">
                <a:solidFill>
                  <a:schemeClr val="dk2"/>
                </a:solidFill>
              </a:defRPr>
            </a:lvl5pPr>
            <a:lvl6pPr lvl="5">
              <a:spcBef>
                <a:spcPts val="0"/>
              </a:spcBef>
              <a:spcAft>
                <a:spcPts val="0"/>
              </a:spcAft>
              <a:buClr>
                <a:schemeClr val="dk2"/>
              </a:buClr>
              <a:buSzPts val="3600"/>
              <a:buNone/>
              <a:defRPr sz="3600">
                <a:solidFill>
                  <a:schemeClr val="dk2"/>
                </a:solidFill>
              </a:defRPr>
            </a:lvl6pPr>
            <a:lvl7pPr lvl="6">
              <a:spcBef>
                <a:spcPts val="0"/>
              </a:spcBef>
              <a:spcAft>
                <a:spcPts val="0"/>
              </a:spcAft>
              <a:buClr>
                <a:schemeClr val="dk2"/>
              </a:buClr>
              <a:buSzPts val="3600"/>
              <a:buNone/>
              <a:defRPr sz="3600">
                <a:solidFill>
                  <a:schemeClr val="dk2"/>
                </a:solidFill>
              </a:defRPr>
            </a:lvl7pPr>
            <a:lvl8pPr lvl="7">
              <a:spcBef>
                <a:spcPts val="0"/>
              </a:spcBef>
              <a:spcAft>
                <a:spcPts val="0"/>
              </a:spcAft>
              <a:buClr>
                <a:schemeClr val="dk2"/>
              </a:buClr>
              <a:buSzPts val="3600"/>
              <a:buNone/>
              <a:defRPr sz="3600">
                <a:solidFill>
                  <a:schemeClr val="dk2"/>
                </a:solidFill>
              </a:defRPr>
            </a:lvl8pPr>
            <a:lvl9pPr lvl="8">
              <a:spcBef>
                <a:spcPts val="0"/>
              </a:spcBef>
              <a:spcAft>
                <a:spcPts val="0"/>
              </a:spcAft>
              <a:buClr>
                <a:schemeClr val="dk2"/>
              </a:buClr>
              <a:buSzPts val="3600"/>
              <a:buNone/>
              <a:defRPr sz="3600">
                <a:solidFill>
                  <a:schemeClr val="dk2"/>
                </a:solidFill>
              </a:defRPr>
            </a:lvl9pPr>
          </a:lstStyle>
          <a:p/>
        </p:txBody>
      </p:sp>
      <p:sp>
        <p:nvSpPr>
          <p:cNvPr id="136" name="Google Shape;136;p22"/>
          <p:cNvSpPr txBox="1"/>
          <p:nvPr>
            <p:ph idx="1" type="body"/>
          </p:nvPr>
        </p:nvSpPr>
        <p:spPr>
          <a:xfrm>
            <a:off x="356300" y="2437750"/>
            <a:ext cx="2456400" cy="2462400"/>
          </a:xfrm>
          <a:prstGeom prst="rect">
            <a:avLst/>
          </a:prstGeom>
        </p:spPr>
        <p:txBody>
          <a:bodyPr anchorCtr="0" anchor="b" bIns="91425" lIns="91425" spcFirstLastPara="1" rIns="91425" wrap="square" tIns="91425">
            <a:noAutofit/>
          </a:bodyPr>
          <a:lstStyle>
            <a:lvl1pPr indent="-304800" lvl="0" marL="457200">
              <a:spcBef>
                <a:spcPts val="0"/>
              </a:spcBef>
              <a:spcAft>
                <a:spcPts val="0"/>
              </a:spcAft>
              <a:buClr>
                <a:schemeClr val="dk2"/>
              </a:buClr>
              <a:buSzPts val="1200"/>
              <a:buChar char="●"/>
              <a:defRPr>
                <a:solidFill>
                  <a:schemeClr val="dk2"/>
                </a:solidFill>
              </a:defRPr>
            </a:lvl1pPr>
            <a:lvl2pPr indent="-304800" lvl="1" marL="914400">
              <a:spcBef>
                <a:spcPts val="0"/>
              </a:spcBef>
              <a:spcAft>
                <a:spcPts val="0"/>
              </a:spcAft>
              <a:buClr>
                <a:schemeClr val="dk2"/>
              </a:buClr>
              <a:buSzPts val="1200"/>
              <a:buChar char="○"/>
              <a:defRPr>
                <a:solidFill>
                  <a:schemeClr val="dk2"/>
                </a:solidFill>
              </a:defRPr>
            </a:lvl2pPr>
            <a:lvl3pPr indent="-304800" lvl="2" marL="1371600">
              <a:spcBef>
                <a:spcPts val="0"/>
              </a:spcBef>
              <a:spcAft>
                <a:spcPts val="0"/>
              </a:spcAft>
              <a:buClr>
                <a:schemeClr val="dk2"/>
              </a:buClr>
              <a:buSzPts val="1200"/>
              <a:buChar char="■"/>
              <a:defRPr>
                <a:solidFill>
                  <a:schemeClr val="dk2"/>
                </a:solidFill>
              </a:defRPr>
            </a:lvl3pPr>
            <a:lvl4pPr indent="-304800" lvl="3" marL="1828800">
              <a:spcBef>
                <a:spcPts val="0"/>
              </a:spcBef>
              <a:spcAft>
                <a:spcPts val="0"/>
              </a:spcAft>
              <a:buClr>
                <a:schemeClr val="dk2"/>
              </a:buClr>
              <a:buSzPts val="1200"/>
              <a:buChar char="●"/>
              <a:defRPr>
                <a:solidFill>
                  <a:schemeClr val="dk2"/>
                </a:solidFill>
              </a:defRPr>
            </a:lvl4pPr>
            <a:lvl5pPr indent="-304800" lvl="4" marL="2286000">
              <a:spcBef>
                <a:spcPts val="0"/>
              </a:spcBef>
              <a:spcAft>
                <a:spcPts val="0"/>
              </a:spcAft>
              <a:buClr>
                <a:schemeClr val="dk2"/>
              </a:buClr>
              <a:buSzPts val="1200"/>
              <a:buChar char="○"/>
              <a:defRPr>
                <a:solidFill>
                  <a:schemeClr val="dk2"/>
                </a:solidFill>
              </a:defRPr>
            </a:lvl5pPr>
            <a:lvl6pPr indent="-304800" lvl="5" marL="2743200">
              <a:spcBef>
                <a:spcPts val="0"/>
              </a:spcBef>
              <a:spcAft>
                <a:spcPts val="0"/>
              </a:spcAft>
              <a:buClr>
                <a:schemeClr val="dk2"/>
              </a:buClr>
              <a:buSzPts val="1200"/>
              <a:buChar char="■"/>
              <a:defRPr>
                <a:solidFill>
                  <a:schemeClr val="dk2"/>
                </a:solidFill>
              </a:defRPr>
            </a:lvl6pPr>
            <a:lvl7pPr indent="-304800" lvl="6" marL="3200400">
              <a:spcBef>
                <a:spcPts val="0"/>
              </a:spcBef>
              <a:spcAft>
                <a:spcPts val="0"/>
              </a:spcAft>
              <a:buClr>
                <a:schemeClr val="dk2"/>
              </a:buClr>
              <a:buSzPts val="1200"/>
              <a:buChar char="●"/>
              <a:defRPr>
                <a:solidFill>
                  <a:schemeClr val="dk2"/>
                </a:solidFill>
              </a:defRPr>
            </a:lvl7pPr>
            <a:lvl8pPr indent="-304800" lvl="7" marL="3657600">
              <a:spcBef>
                <a:spcPts val="0"/>
              </a:spcBef>
              <a:spcAft>
                <a:spcPts val="0"/>
              </a:spcAft>
              <a:buClr>
                <a:schemeClr val="dk2"/>
              </a:buClr>
              <a:buSzPts val="1200"/>
              <a:buChar char="○"/>
              <a:defRPr>
                <a:solidFill>
                  <a:schemeClr val="dk2"/>
                </a:solidFill>
              </a:defRPr>
            </a:lvl8pPr>
            <a:lvl9pPr indent="-304800" lvl="8" marL="4114800">
              <a:spcBef>
                <a:spcPts val="0"/>
              </a:spcBef>
              <a:spcAft>
                <a:spcPts val="0"/>
              </a:spcAft>
              <a:buClr>
                <a:schemeClr val="dk2"/>
              </a:buClr>
              <a:buSzPts val="1200"/>
              <a:buChar char="■"/>
              <a:defRPr>
                <a:solidFill>
                  <a:schemeClr val="dk2"/>
                </a:solidFill>
              </a:defRPr>
            </a:lvl9pPr>
          </a:lstStyle>
          <a:p/>
        </p:txBody>
      </p:sp>
      <p:sp>
        <p:nvSpPr>
          <p:cNvPr id="137" name="Google Shape;137;p22"/>
          <p:cNvSpPr txBox="1"/>
          <p:nvPr>
            <p:ph idx="2" type="body"/>
          </p:nvPr>
        </p:nvSpPr>
        <p:spPr>
          <a:xfrm>
            <a:off x="3343788" y="2437750"/>
            <a:ext cx="2456400" cy="2462400"/>
          </a:xfrm>
          <a:prstGeom prst="rect">
            <a:avLst/>
          </a:prstGeom>
        </p:spPr>
        <p:txBody>
          <a:bodyPr anchorCtr="0" anchor="b" bIns="91425" lIns="91425" spcFirstLastPara="1" rIns="91425" wrap="square" tIns="91425">
            <a:noAutofit/>
          </a:bodyPr>
          <a:lstStyle>
            <a:lvl1pPr indent="-304800" lvl="0" marL="457200">
              <a:spcBef>
                <a:spcPts val="0"/>
              </a:spcBef>
              <a:spcAft>
                <a:spcPts val="0"/>
              </a:spcAft>
              <a:buClr>
                <a:schemeClr val="dk2"/>
              </a:buClr>
              <a:buSzPts val="1200"/>
              <a:buChar char="●"/>
              <a:defRPr>
                <a:solidFill>
                  <a:schemeClr val="dk2"/>
                </a:solidFill>
              </a:defRPr>
            </a:lvl1pPr>
            <a:lvl2pPr indent="-304800" lvl="1" marL="914400">
              <a:spcBef>
                <a:spcPts val="0"/>
              </a:spcBef>
              <a:spcAft>
                <a:spcPts val="0"/>
              </a:spcAft>
              <a:buClr>
                <a:schemeClr val="dk2"/>
              </a:buClr>
              <a:buSzPts val="1200"/>
              <a:buChar char="○"/>
              <a:defRPr>
                <a:solidFill>
                  <a:schemeClr val="dk2"/>
                </a:solidFill>
              </a:defRPr>
            </a:lvl2pPr>
            <a:lvl3pPr indent="-304800" lvl="2" marL="1371600">
              <a:spcBef>
                <a:spcPts val="0"/>
              </a:spcBef>
              <a:spcAft>
                <a:spcPts val="0"/>
              </a:spcAft>
              <a:buClr>
                <a:schemeClr val="dk2"/>
              </a:buClr>
              <a:buSzPts val="1200"/>
              <a:buChar char="■"/>
              <a:defRPr>
                <a:solidFill>
                  <a:schemeClr val="dk2"/>
                </a:solidFill>
              </a:defRPr>
            </a:lvl3pPr>
            <a:lvl4pPr indent="-304800" lvl="3" marL="1828800">
              <a:spcBef>
                <a:spcPts val="0"/>
              </a:spcBef>
              <a:spcAft>
                <a:spcPts val="0"/>
              </a:spcAft>
              <a:buClr>
                <a:schemeClr val="dk2"/>
              </a:buClr>
              <a:buSzPts val="1200"/>
              <a:buChar char="●"/>
              <a:defRPr>
                <a:solidFill>
                  <a:schemeClr val="dk2"/>
                </a:solidFill>
              </a:defRPr>
            </a:lvl4pPr>
            <a:lvl5pPr indent="-304800" lvl="4" marL="2286000">
              <a:spcBef>
                <a:spcPts val="0"/>
              </a:spcBef>
              <a:spcAft>
                <a:spcPts val="0"/>
              </a:spcAft>
              <a:buClr>
                <a:schemeClr val="dk2"/>
              </a:buClr>
              <a:buSzPts val="1200"/>
              <a:buChar char="○"/>
              <a:defRPr>
                <a:solidFill>
                  <a:schemeClr val="dk2"/>
                </a:solidFill>
              </a:defRPr>
            </a:lvl5pPr>
            <a:lvl6pPr indent="-304800" lvl="5" marL="2743200">
              <a:spcBef>
                <a:spcPts val="0"/>
              </a:spcBef>
              <a:spcAft>
                <a:spcPts val="0"/>
              </a:spcAft>
              <a:buClr>
                <a:schemeClr val="dk2"/>
              </a:buClr>
              <a:buSzPts val="1200"/>
              <a:buChar char="■"/>
              <a:defRPr>
                <a:solidFill>
                  <a:schemeClr val="dk2"/>
                </a:solidFill>
              </a:defRPr>
            </a:lvl6pPr>
            <a:lvl7pPr indent="-304800" lvl="6" marL="3200400">
              <a:spcBef>
                <a:spcPts val="0"/>
              </a:spcBef>
              <a:spcAft>
                <a:spcPts val="0"/>
              </a:spcAft>
              <a:buClr>
                <a:schemeClr val="dk2"/>
              </a:buClr>
              <a:buSzPts val="1200"/>
              <a:buChar char="●"/>
              <a:defRPr>
                <a:solidFill>
                  <a:schemeClr val="dk2"/>
                </a:solidFill>
              </a:defRPr>
            </a:lvl7pPr>
            <a:lvl8pPr indent="-304800" lvl="7" marL="3657600">
              <a:spcBef>
                <a:spcPts val="0"/>
              </a:spcBef>
              <a:spcAft>
                <a:spcPts val="0"/>
              </a:spcAft>
              <a:buClr>
                <a:schemeClr val="dk2"/>
              </a:buClr>
              <a:buSzPts val="1200"/>
              <a:buChar char="○"/>
              <a:defRPr>
                <a:solidFill>
                  <a:schemeClr val="dk2"/>
                </a:solidFill>
              </a:defRPr>
            </a:lvl8pPr>
            <a:lvl9pPr indent="-304800" lvl="8" marL="4114800">
              <a:spcBef>
                <a:spcPts val="0"/>
              </a:spcBef>
              <a:spcAft>
                <a:spcPts val="0"/>
              </a:spcAft>
              <a:buClr>
                <a:schemeClr val="dk2"/>
              </a:buClr>
              <a:buSzPts val="1200"/>
              <a:buChar char="■"/>
              <a:defRPr>
                <a:solidFill>
                  <a:schemeClr val="dk2"/>
                </a:solidFill>
              </a:defRPr>
            </a:lvl9pPr>
          </a:lstStyle>
          <a:p/>
        </p:txBody>
      </p:sp>
      <p:sp>
        <p:nvSpPr>
          <p:cNvPr id="138" name="Google Shape;138;p22"/>
          <p:cNvSpPr txBox="1"/>
          <p:nvPr>
            <p:ph idx="3" type="body"/>
          </p:nvPr>
        </p:nvSpPr>
        <p:spPr>
          <a:xfrm>
            <a:off x="6331275" y="2437750"/>
            <a:ext cx="2456400" cy="2462400"/>
          </a:xfrm>
          <a:prstGeom prst="rect">
            <a:avLst/>
          </a:prstGeom>
        </p:spPr>
        <p:txBody>
          <a:bodyPr anchorCtr="0" anchor="b" bIns="91425" lIns="91425" spcFirstLastPara="1" rIns="91425" wrap="square" tIns="91425">
            <a:noAutofit/>
          </a:bodyPr>
          <a:lstStyle>
            <a:lvl1pPr indent="-304800" lvl="0" marL="457200">
              <a:spcBef>
                <a:spcPts val="0"/>
              </a:spcBef>
              <a:spcAft>
                <a:spcPts val="0"/>
              </a:spcAft>
              <a:buClr>
                <a:schemeClr val="dk2"/>
              </a:buClr>
              <a:buSzPts val="1200"/>
              <a:buChar char="●"/>
              <a:defRPr>
                <a:solidFill>
                  <a:schemeClr val="dk2"/>
                </a:solidFill>
              </a:defRPr>
            </a:lvl1pPr>
            <a:lvl2pPr indent="-304800" lvl="1" marL="914400">
              <a:spcBef>
                <a:spcPts val="0"/>
              </a:spcBef>
              <a:spcAft>
                <a:spcPts val="0"/>
              </a:spcAft>
              <a:buClr>
                <a:schemeClr val="dk2"/>
              </a:buClr>
              <a:buSzPts val="1200"/>
              <a:buChar char="○"/>
              <a:defRPr>
                <a:solidFill>
                  <a:schemeClr val="dk2"/>
                </a:solidFill>
              </a:defRPr>
            </a:lvl2pPr>
            <a:lvl3pPr indent="-304800" lvl="2" marL="1371600">
              <a:spcBef>
                <a:spcPts val="0"/>
              </a:spcBef>
              <a:spcAft>
                <a:spcPts val="0"/>
              </a:spcAft>
              <a:buClr>
                <a:schemeClr val="dk2"/>
              </a:buClr>
              <a:buSzPts val="1200"/>
              <a:buChar char="■"/>
              <a:defRPr>
                <a:solidFill>
                  <a:schemeClr val="dk2"/>
                </a:solidFill>
              </a:defRPr>
            </a:lvl3pPr>
            <a:lvl4pPr indent="-304800" lvl="3" marL="1828800">
              <a:spcBef>
                <a:spcPts val="0"/>
              </a:spcBef>
              <a:spcAft>
                <a:spcPts val="0"/>
              </a:spcAft>
              <a:buClr>
                <a:schemeClr val="dk2"/>
              </a:buClr>
              <a:buSzPts val="1200"/>
              <a:buChar char="●"/>
              <a:defRPr>
                <a:solidFill>
                  <a:schemeClr val="dk2"/>
                </a:solidFill>
              </a:defRPr>
            </a:lvl4pPr>
            <a:lvl5pPr indent="-304800" lvl="4" marL="2286000">
              <a:spcBef>
                <a:spcPts val="0"/>
              </a:spcBef>
              <a:spcAft>
                <a:spcPts val="0"/>
              </a:spcAft>
              <a:buClr>
                <a:schemeClr val="dk2"/>
              </a:buClr>
              <a:buSzPts val="1200"/>
              <a:buChar char="○"/>
              <a:defRPr>
                <a:solidFill>
                  <a:schemeClr val="dk2"/>
                </a:solidFill>
              </a:defRPr>
            </a:lvl5pPr>
            <a:lvl6pPr indent="-304800" lvl="5" marL="2743200">
              <a:spcBef>
                <a:spcPts val="0"/>
              </a:spcBef>
              <a:spcAft>
                <a:spcPts val="0"/>
              </a:spcAft>
              <a:buClr>
                <a:schemeClr val="dk2"/>
              </a:buClr>
              <a:buSzPts val="1200"/>
              <a:buChar char="■"/>
              <a:defRPr>
                <a:solidFill>
                  <a:schemeClr val="dk2"/>
                </a:solidFill>
              </a:defRPr>
            </a:lvl6pPr>
            <a:lvl7pPr indent="-304800" lvl="6" marL="3200400">
              <a:spcBef>
                <a:spcPts val="0"/>
              </a:spcBef>
              <a:spcAft>
                <a:spcPts val="0"/>
              </a:spcAft>
              <a:buClr>
                <a:schemeClr val="dk2"/>
              </a:buClr>
              <a:buSzPts val="1200"/>
              <a:buChar char="●"/>
              <a:defRPr>
                <a:solidFill>
                  <a:schemeClr val="dk2"/>
                </a:solidFill>
              </a:defRPr>
            </a:lvl7pPr>
            <a:lvl8pPr indent="-304800" lvl="7" marL="3657600">
              <a:spcBef>
                <a:spcPts val="0"/>
              </a:spcBef>
              <a:spcAft>
                <a:spcPts val="0"/>
              </a:spcAft>
              <a:buClr>
                <a:schemeClr val="dk2"/>
              </a:buClr>
              <a:buSzPts val="1200"/>
              <a:buChar char="○"/>
              <a:defRPr>
                <a:solidFill>
                  <a:schemeClr val="dk2"/>
                </a:solidFill>
              </a:defRPr>
            </a:lvl8pPr>
            <a:lvl9pPr indent="-304800" lvl="8" marL="4114800">
              <a:spcBef>
                <a:spcPts val="0"/>
              </a:spcBef>
              <a:spcAft>
                <a:spcPts val="0"/>
              </a:spcAft>
              <a:buClr>
                <a:schemeClr val="dk2"/>
              </a:buClr>
              <a:buSzPts val="1200"/>
              <a:buChar char="■"/>
              <a:defRPr>
                <a:solidFill>
                  <a:schemeClr val="dk2"/>
                </a:solidFill>
              </a:defRPr>
            </a:lvl9pPr>
          </a:lstStyle>
          <a:p/>
        </p:txBody>
      </p:sp>
      <p:sp>
        <p:nvSpPr>
          <p:cNvPr id="139" name="Google Shape;139;p22"/>
          <p:cNvSpPr txBox="1"/>
          <p:nvPr>
            <p:ph idx="4" type="title"/>
          </p:nvPr>
        </p:nvSpPr>
        <p:spPr>
          <a:xfrm>
            <a:off x="333350" y="1565975"/>
            <a:ext cx="2502300" cy="6780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000"/>
              <a:buNone/>
              <a:defRPr sz="2000">
                <a:solidFill>
                  <a:schemeClr val="dk2"/>
                </a:solidFill>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p:txBody>
      </p:sp>
      <p:sp>
        <p:nvSpPr>
          <p:cNvPr id="140" name="Google Shape;140;p22"/>
          <p:cNvSpPr txBox="1"/>
          <p:nvPr>
            <p:ph idx="5" type="title"/>
          </p:nvPr>
        </p:nvSpPr>
        <p:spPr>
          <a:xfrm>
            <a:off x="3320850" y="1565975"/>
            <a:ext cx="2502300" cy="6780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000"/>
              <a:buNone/>
              <a:defRPr sz="2000">
                <a:solidFill>
                  <a:schemeClr val="dk2"/>
                </a:solidFill>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p:txBody>
      </p:sp>
      <p:sp>
        <p:nvSpPr>
          <p:cNvPr id="141" name="Google Shape;141;p22"/>
          <p:cNvSpPr txBox="1"/>
          <p:nvPr>
            <p:ph idx="6" type="title"/>
          </p:nvPr>
        </p:nvSpPr>
        <p:spPr>
          <a:xfrm>
            <a:off x="6308325" y="1565975"/>
            <a:ext cx="2502300" cy="6780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000"/>
              <a:buNone/>
              <a:defRPr sz="2000">
                <a:solidFill>
                  <a:schemeClr val="dk2"/>
                </a:solidFill>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p:txBody>
      </p:sp>
      <p:sp>
        <p:nvSpPr>
          <p:cNvPr id="142" name="Google Shape;142;p22"/>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bjectives &amp; Key Results">
  <p:cSld name="CUSTOM_8">
    <p:spTree>
      <p:nvGrpSpPr>
        <p:cNvPr id="143" name="Shape 143"/>
        <p:cNvGrpSpPr/>
        <p:nvPr/>
      </p:nvGrpSpPr>
      <p:grpSpPr>
        <a:xfrm>
          <a:off x="0" y="0"/>
          <a:ext cx="0" cy="0"/>
          <a:chOff x="0" y="0"/>
          <a:chExt cx="0" cy="0"/>
        </a:xfrm>
      </p:grpSpPr>
      <p:sp>
        <p:nvSpPr>
          <p:cNvPr id="144" name="Google Shape;144;p23"/>
          <p:cNvSpPr txBox="1"/>
          <p:nvPr>
            <p:ph type="title"/>
          </p:nvPr>
        </p:nvSpPr>
        <p:spPr>
          <a:xfrm>
            <a:off x="230900" y="457200"/>
            <a:ext cx="7261800" cy="562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3600"/>
              <a:buNone/>
              <a:defRPr/>
            </a:lvl1pPr>
            <a:lvl2pPr lvl="1">
              <a:spcBef>
                <a:spcPts val="0"/>
              </a:spcBef>
              <a:spcAft>
                <a:spcPts val="0"/>
              </a:spcAft>
              <a:buClr>
                <a:schemeClr val="dk1"/>
              </a:buClr>
              <a:buSzPts val="3600"/>
              <a:buNone/>
              <a:defRPr sz="3600"/>
            </a:lvl2pPr>
            <a:lvl3pPr lvl="2">
              <a:spcBef>
                <a:spcPts val="0"/>
              </a:spcBef>
              <a:spcAft>
                <a:spcPts val="0"/>
              </a:spcAft>
              <a:buClr>
                <a:schemeClr val="dk1"/>
              </a:buClr>
              <a:buSzPts val="3600"/>
              <a:buNone/>
              <a:defRPr sz="3600"/>
            </a:lvl3pPr>
            <a:lvl4pPr lvl="3">
              <a:spcBef>
                <a:spcPts val="0"/>
              </a:spcBef>
              <a:spcAft>
                <a:spcPts val="0"/>
              </a:spcAft>
              <a:buClr>
                <a:schemeClr val="dk1"/>
              </a:buClr>
              <a:buSzPts val="3600"/>
              <a:buNone/>
              <a:defRPr sz="3600"/>
            </a:lvl4pPr>
            <a:lvl5pPr lvl="4">
              <a:spcBef>
                <a:spcPts val="0"/>
              </a:spcBef>
              <a:spcAft>
                <a:spcPts val="0"/>
              </a:spcAft>
              <a:buClr>
                <a:schemeClr val="dk1"/>
              </a:buClr>
              <a:buSzPts val="3600"/>
              <a:buNone/>
              <a:defRPr sz="3600"/>
            </a:lvl5pPr>
            <a:lvl6pPr lvl="5">
              <a:spcBef>
                <a:spcPts val="0"/>
              </a:spcBef>
              <a:spcAft>
                <a:spcPts val="0"/>
              </a:spcAft>
              <a:buClr>
                <a:schemeClr val="dk1"/>
              </a:buClr>
              <a:buSzPts val="3600"/>
              <a:buNone/>
              <a:defRPr sz="3600"/>
            </a:lvl6pPr>
            <a:lvl7pPr lvl="6">
              <a:spcBef>
                <a:spcPts val="0"/>
              </a:spcBef>
              <a:spcAft>
                <a:spcPts val="0"/>
              </a:spcAft>
              <a:buClr>
                <a:schemeClr val="dk1"/>
              </a:buClr>
              <a:buSzPts val="3600"/>
              <a:buNone/>
              <a:defRPr sz="3600"/>
            </a:lvl7pPr>
            <a:lvl8pPr lvl="7">
              <a:spcBef>
                <a:spcPts val="0"/>
              </a:spcBef>
              <a:spcAft>
                <a:spcPts val="0"/>
              </a:spcAft>
              <a:buClr>
                <a:schemeClr val="dk1"/>
              </a:buClr>
              <a:buSzPts val="3600"/>
              <a:buNone/>
              <a:defRPr sz="3600"/>
            </a:lvl8pPr>
            <a:lvl9pPr lvl="8">
              <a:spcBef>
                <a:spcPts val="0"/>
              </a:spcBef>
              <a:spcAft>
                <a:spcPts val="0"/>
              </a:spcAft>
              <a:buClr>
                <a:schemeClr val="dk1"/>
              </a:buClr>
              <a:buSzPts val="3600"/>
              <a:buNone/>
              <a:defRPr sz="3600"/>
            </a:lvl9pPr>
          </a:lstStyle>
          <a:p/>
        </p:txBody>
      </p:sp>
      <p:sp>
        <p:nvSpPr>
          <p:cNvPr id="145" name="Google Shape;145;p23"/>
          <p:cNvSpPr/>
          <p:nvPr/>
        </p:nvSpPr>
        <p:spPr>
          <a:xfrm>
            <a:off x="230900" y="1552700"/>
            <a:ext cx="8684400" cy="7830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ace Grotesk"/>
              <a:ea typeface="Space Grotesk"/>
              <a:cs typeface="Space Grotesk"/>
              <a:sym typeface="Space Grotesk"/>
            </a:endParaRPr>
          </a:p>
        </p:txBody>
      </p:sp>
      <p:sp>
        <p:nvSpPr>
          <p:cNvPr id="146" name="Google Shape;146;p23"/>
          <p:cNvSpPr/>
          <p:nvPr/>
        </p:nvSpPr>
        <p:spPr>
          <a:xfrm>
            <a:off x="229800" y="2414133"/>
            <a:ext cx="8684400" cy="7830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ace Grotesk"/>
              <a:ea typeface="Space Grotesk"/>
              <a:cs typeface="Space Grotesk"/>
              <a:sym typeface="Space Grotesk"/>
            </a:endParaRPr>
          </a:p>
        </p:txBody>
      </p:sp>
      <p:sp>
        <p:nvSpPr>
          <p:cNvPr id="147" name="Google Shape;147;p23"/>
          <p:cNvSpPr/>
          <p:nvPr/>
        </p:nvSpPr>
        <p:spPr>
          <a:xfrm>
            <a:off x="229800" y="3275567"/>
            <a:ext cx="8684400" cy="7830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ace Grotesk"/>
              <a:ea typeface="Space Grotesk"/>
              <a:cs typeface="Space Grotesk"/>
              <a:sym typeface="Space Grotesk"/>
            </a:endParaRPr>
          </a:p>
        </p:txBody>
      </p:sp>
      <p:sp>
        <p:nvSpPr>
          <p:cNvPr id="148" name="Google Shape;148;p23"/>
          <p:cNvSpPr/>
          <p:nvPr/>
        </p:nvSpPr>
        <p:spPr>
          <a:xfrm>
            <a:off x="229800" y="4137000"/>
            <a:ext cx="8684400" cy="7830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ace Grotesk"/>
              <a:ea typeface="Space Grotesk"/>
              <a:cs typeface="Space Grotesk"/>
              <a:sym typeface="Space Grotesk"/>
            </a:endParaRPr>
          </a:p>
        </p:txBody>
      </p:sp>
      <p:sp>
        <p:nvSpPr>
          <p:cNvPr id="149" name="Google Shape;149;p23"/>
          <p:cNvSpPr txBox="1"/>
          <p:nvPr>
            <p:ph idx="1" type="subTitle"/>
          </p:nvPr>
        </p:nvSpPr>
        <p:spPr>
          <a:xfrm>
            <a:off x="228600" y="1552700"/>
            <a:ext cx="1782300" cy="7830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2"/>
              </a:buClr>
              <a:buSzPts val="1800"/>
              <a:buFont typeface="Crimson Pro Medium"/>
              <a:buNone/>
              <a:defRPr sz="1800">
                <a:solidFill>
                  <a:schemeClr val="dk2"/>
                </a:solidFill>
                <a:latin typeface="Crimson Pro Medium"/>
                <a:ea typeface="Crimson Pro Medium"/>
                <a:cs typeface="Crimson Pro Medium"/>
                <a:sym typeface="Crimson Pro Medium"/>
              </a:defRPr>
            </a:lvl1pPr>
            <a:lvl2pPr lvl="1">
              <a:spcBef>
                <a:spcPts val="0"/>
              </a:spcBef>
              <a:spcAft>
                <a:spcPts val="0"/>
              </a:spcAft>
              <a:buClr>
                <a:schemeClr val="dk2"/>
              </a:buClr>
              <a:buSzPts val="1800"/>
              <a:buFont typeface="Crimson Pro Medium"/>
              <a:buNone/>
              <a:defRPr sz="1800">
                <a:solidFill>
                  <a:schemeClr val="dk2"/>
                </a:solidFill>
                <a:latin typeface="Crimson Pro Medium"/>
                <a:ea typeface="Crimson Pro Medium"/>
                <a:cs typeface="Crimson Pro Medium"/>
                <a:sym typeface="Crimson Pro Medium"/>
              </a:defRPr>
            </a:lvl2pPr>
            <a:lvl3pPr lvl="2">
              <a:spcBef>
                <a:spcPts val="0"/>
              </a:spcBef>
              <a:spcAft>
                <a:spcPts val="0"/>
              </a:spcAft>
              <a:buClr>
                <a:schemeClr val="dk2"/>
              </a:buClr>
              <a:buSzPts val="1800"/>
              <a:buFont typeface="Crimson Pro Medium"/>
              <a:buNone/>
              <a:defRPr sz="1800">
                <a:solidFill>
                  <a:schemeClr val="dk2"/>
                </a:solidFill>
                <a:latin typeface="Crimson Pro Medium"/>
                <a:ea typeface="Crimson Pro Medium"/>
                <a:cs typeface="Crimson Pro Medium"/>
                <a:sym typeface="Crimson Pro Medium"/>
              </a:defRPr>
            </a:lvl3pPr>
            <a:lvl4pPr lvl="3">
              <a:spcBef>
                <a:spcPts val="0"/>
              </a:spcBef>
              <a:spcAft>
                <a:spcPts val="0"/>
              </a:spcAft>
              <a:buClr>
                <a:schemeClr val="dk2"/>
              </a:buClr>
              <a:buSzPts val="1800"/>
              <a:buFont typeface="Crimson Pro Medium"/>
              <a:buNone/>
              <a:defRPr sz="1800">
                <a:solidFill>
                  <a:schemeClr val="dk2"/>
                </a:solidFill>
                <a:latin typeface="Crimson Pro Medium"/>
                <a:ea typeface="Crimson Pro Medium"/>
                <a:cs typeface="Crimson Pro Medium"/>
                <a:sym typeface="Crimson Pro Medium"/>
              </a:defRPr>
            </a:lvl4pPr>
            <a:lvl5pPr lvl="4">
              <a:spcBef>
                <a:spcPts val="0"/>
              </a:spcBef>
              <a:spcAft>
                <a:spcPts val="0"/>
              </a:spcAft>
              <a:buClr>
                <a:schemeClr val="dk2"/>
              </a:buClr>
              <a:buSzPts val="1800"/>
              <a:buFont typeface="Crimson Pro Medium"/>
              <a:buNone/>
              <a:defRPr sz="1800">
                <a:solidFill>
                  <a:schemeClr val="dk2"/>
                </a:solidFill>
                <a:latin typeface="Crimson Pro Medium"/>
                <a:ea typeface="Crimson Pro Medium"/>
                <a:cs typeface="Crimson Pro Medium"/>
                <a:sym typeface="Crimson Pro Medium"/>
              </a:defRPr>
            </a:lvl5pPr>
            <a:lvl6pPr lvl="5">
              <a:spcBef>
                <a:spcPts val="0"/>
              </a:spcBef>
              <a:spcAft>
                <a:spcPts val="0"/>
              </a:spcAft>
              <a:buClr>
                <a:schemeClr val="dk2"/>
              </a:buClr>
              <a:buSzPts val="1800"/>
              <a:buFont typeface="Crimson Pro Medium"/>
              <a:buNone/>
              <a:defRPr sz="1800">
                <a:solidFill>
                  <a:schemeClr val="dk2"/>
                </a:solidFill>
                <a:latin typeface="Crimson Pro Medium"/>
                <a:ea typeface="Crimson Pro Medium"/>
                <a:cs typeface="Crimson Pro Medium"/>
                <a:sym typeface="Crimson Pro Medium"/>
              </a:defRPr>
            </a:lvl6pPr>
            <a:lvl7pPr lvl="6">
              <a:spcBef>
                <a:spcPts val="0"/>
              </a:spcBef>
              <a:spcAft>
                <a:spcPts val="0"/>
              </a:spcAft>
              <a:buClr>
                <a:schemeClr val="dk2"/>
              </a:buClr>
              <a:buSzPts val="1800"/>
              <a:buFont typeface="Crimson Pro Medium"/>
              <a:buNone/>
              <a:defRPr sz="1800">
                <a:solidFill>
                  <a:schemeClr val="dk2"/>
                </a:solidFill>
                <a:latin typeface="Crimson Pro Medium"/>
                <a:ea typeface="Crimson Pro Medium"/>
                <a:cs typeface="Crimson Pro Medium"/>
                <a:sym typeface="Crimson Pro Medium"/>
              </a:defRPr>
            </a:lvl7pPr>
            <a:lvl8pPr lvl="7">
              <a:spcBef>
                <a:spcPts val="0"/>
              </a:spcBef>
              <a:spcAft>
                <a:spcPts val="0"/>
              </a:spcAft>
              <a:buClr>
                <a:schemeClr val="dk2"/>
              </a:buClr>
              <a:buSzPts val="1800"/>
              <a:buFont typeface="Crimson Pro Medium"/>
              <a:buNone/>
              <a:defRPr sz="1800">
                <a:solidFill>
                  <a:schemeClr val="dk2"/>
                </a:solidFill>
                <a:latin typeface="Crimson Pro Medium"/>
                <a:ea typeface="Crimson Pro Medium"/>
                <a:cs typeface="Crimson Pro Medium"/>
                <a:sym typeface="Crimson Pro Medium"/>
              </a:defRPr>
            </a:lvl8pPr>
            <a:lvl9pPr lvl="8">
              <a:spcBef>
                <a:spcPts val="0"/>
              </a:spcBef>
              <a:spcAft>
                <a:spcPts val="0"/>
              </a:spcAft>
              <a:buClr>
                <a:schemeClr val="dk2"/>
              </a:buClr>
              <a:buSzPts val="1800"/>
              <a:buFont typeface="Crimson Pro Medium"/>
              <a:buNone/>
              <a:defRPr sz="1800">
                <a:solidFill>
                  <a:schemeClr val="dk2"/>
                </a:solidFill>
                <a:latin typeface="Crimson Pro Medium"/>
                <a:ea typeface="Crimson Pro Medium"/>
                <a:cs typeface="Crimson Pro Medium"/>
                <a:sym typeface="Crimson Pro Medium"/>
              </a:defRPr>
            </a:lvl9pPr>
          </a:lstStyle>
          <a:p/>
        </p:txBody>
      </p:sp>
      <p:sp>
        <p:nvSpPr>
          <p:cNvPr id="150" name="Google Shape;150;p23"/>
          <p:cNvSpPr txBox="1"/>
          <p:nvPr>
            <p:ph idx="2" type="subTitle"/>
          </p:nvPr>
        </p:nvSpPr>
        <p:spPr>
          <a:xfrm>
            <a:off x="228600" y="2414138"/>
            <a:ext cx="1782300" cy="7830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2"/>
              </a:buClr>
              <a:buSzPts val="1800"/>
              <a:buFont typeface="Crimson Pro Medium"/>
              <a:buNone/>
              <a:defRPr sz="1800">
                <a:solidFill>
                  <a:schemeClr val="dk2"/>
                </a:solidFill>
                <a:latin typeface="Crimson Pro Medium"/>
                <a:ea typeface="Crimson Pro Medium"/>
                <a:cs typeface="Crimson Pro Medium"/>
                <a:sym typeface="Crimson Pro Medium"/>
              </a:defRPr>
            </a:lvl1pPr>
            <a:lvl2pPr lvl="1">
              <a:spcBef>
                <a:spcPts val="0"/>
              </a:spcBef>
              <a:spcAft>
                <a:spcPts val="0"/>
              </a:spcAft>
              <a:buClr>
                <a:schemeClr val="dk2"/>
              </a:buClr>
              <a:buSzPts val="1800"/>
              <a:buFont typeface="Crimson Pro Medium"/>
              <a:buNone/>
              <a:defRPr sz="1800">
                <a:solidFill>
                  <a:schemeClr val="dk2"/>
                </a:solidFill>
                <a:latin typeface="Crimson Pro Medium"/>
                <a:ea typeface="Crimson Pro Medium"/>
                <a:cs typeface="Crimson Pro Medium"/>
                <a:sym typeface="Crimson Pro Medium"/>
              </a:defRPr>
            </a:lvl2pPr>
            <a:lvl3pPr lvl="2">
              <a:spcBef>
                <a:spcPts val="0"/>
              </a:spcBef>
              <a:spcAft>
                <a:spcPts val="0"/>
              </a:spcAft>
              <a:buClr>
                <a:schemeClr val="dk2"/>
              </a:buClr>
              <a:buSzPts val="1800"/>
              <a:buFont typeface="Crimson Pro Medium"/>
              <a:buNone/>
              <a:defRPr sz="1800">
                <a:solidFill>
                  <a:schemeClr val="dk2"/>
                </a:solidFill>
                <a:latin typeface="Crimson Pro Medium"/>
                <a:ea typeface="Crimson Pro Medium"/>
                <a:cs typeface="Crimson Pro Medium"/>
                <a:sym typeface="Crimson Pro Medium"/>
              </a:defRPr>
            </a:lvl3pPr>
            <a:lvl4pPr lvl="3">
              <a:spcBef>
                <a:spcPts val="0"/>
              </a:spcBef>
              <a:spcAft>
                <a:spcPts val="0"/>
              </a:spcAft>
              <a:buClr>
                <a:schemeClr val="dk2"/>
              </a:buClr>
              <a:buSzPts val="1800"/>
              <a:buFont typeface="Crimson Pro Medium"/>
              <a:buNone/>
              <a:defRPr sz="1800">
                <a:solidFill>
                  <a:schemeClr val="dk2"/>
                </a:solidFill>
                <a:latin typeface="Crimson Pro Medium"/>
                <a:ea typeface="Crimson Pro Medium"/>
                <a:cs typeface="Crimson Pro Medium"/>
                <a:sym typeface="Crimson Pro Medium"/>
              </a:defRPr>
            </a:lvl4pPr>
            <a:lvl5pPr lvl="4">
              <a:spcBef>
                <a:spcPts val="0"/>
              </a:spcBef>
              <a:spcAft>
                <a:spcPts val="0"/>
              </a:spcAft>
              <a:buClr>
                <a:schemeClr val="dk2"/>
              </a:buClr>
              <a:buSzPts val="1800"/>
              <a:buFont typeface="Crimson Pro Medium"/>
              <a:buNone/>
              <a:defRPr sz="1800">
                <a:solidFill>
                  <a:schemeClr val="dk2"/>
                </a:solidFill>
                <a:latin typeface="Crimson Pro Medium"/>
                <a:ea typeface="Crimson Pro Medium"/>
                <a:cs typeface="Crimson Pro Medium"/>
                <a:sym typeface="Crimson Pro Medium"/>
              </a:defRPr>
            </a:lvl5pPr>
            <a:lvl6pPr lvl="5">
              <a:spcBef>
                <a:spcPts val="0"/>
              </a:spcBef>
              <a:spcAft>
                <a:spcPts val="0"/>
              </a:spcAft>
              <a:buClr>
                <a:schemeClr val="dk2"/>
              </a:buClr>
              <a:buSzPts val="1800"/>
              <a:buFont typeface="Crimson Pro Medium"/>
              <a:buNone/>
              <a:defRPr sz="1800">
                <a:solidFill>
                  <a:schemeClr val="dk2"/>
                </a:solidFill>
                <a:latin typeface="Crimson Pro Medium"/>
                <a:ea typeface="Crimson Pro Medium"/>
                <a:cs typeface="Crimson Pro Medium"/>
                <a:sym typeface="Crimson Pro Medium"/>
              </a:defRPr>
            </a:lvl6pPr>
            <a:lvl7pPr lvl="6">
              <a:spcBef>
                <a:spcPts val="0"/>
              </a:spcBef>
              <a:spcAft>
                <a:spcPts val="0"/>
              </a:spcAft>
              <a:buClr>
                <a:schemeClr val="dk2"/>
              </a:buClr>
              <a:buSzPts val="1800"/>
              <a:buFont typeface="Crimson Pro Medium"/>
              <a:buNone/>
              <a:defRPr sz="1800">
                <a:solidFill>
                  <a:schemeClr val="dk2"/>
                </a:solidFill>
                <a:latin typeface="Crimson Pro Medium"/>
                <a:ea typeface="Crimson Pro Medium"/>
                <a:cs typeface="Crimson Pro Medium"/>
                <a:sym typeface="Crimson Pro Medium"/>
              </a:defRPr>
            </a:lvl7pPr>
            <a:lvl8pPr lvl="7">
              <a:spcBef>
                <a:spcPts val="0"/>
              </a:spcBef>
              <a:spcAft>
                <a:spcPts val="0"/>
              </a:spcAft>
              <a:buClr>
                <a:schemeClr val="dk2"/>
              </a:buClr>
              <a:buSzPts val="1800"/>
              <a:buFont typeface="Crimson Pro Medium"/>
              <a:buNone/>
              <a:defRPr sz="1800">
                <a:solidFill>
                  <a:schemeClr val="dk2"/>
                </a:solidFill>
                <a:latin typeface="Crimson Pro Medium"/>
                <a:ea typeface="Crimson Pro Medium"/>
                <a:cs typeface="Crimson Pro Medium"/>
                <a:sym typeface="Crimson Pro Medium"/>
              </a:defRPr>
            </a:lvl8pPr>
            <a:lvl9pPr lvl="8">
              <a:spcBef>
                <a:spcPts val="0"/>
              </a:spcBef>
              <a:spcAft>
                <a:spcPts val="0"/>
              </a:spcAft>
              <a:buClr>
                <a:schemeClr val="dk2"/>
              </a:buClr>
              <a:buSzPts val="1800"/>
              <a:buFont typeface="Crimson Pro Medium"/>
              <a:buNone/>
              <a:defRPr sz="1800">
                <a:solidFill>
                  <a:schemeClr val="dk2"/>
                </a:solidFill>
                <a:latin typeface="Crimson Pro Medium"/>
                <a:ea typeface="Crimson Pro Medium"/>
                <a:cs typeface="Crimson Pro Medium"/>
                <a:sym typeface="Crimson Pro Medium"/>
              </a:defRPr>
            </a:lvl9pPr>
          </a:lstStyle>
          <a:p/>
        </p:txBody>
      </p:sp>
      <p:sp>
        <p:nvSpPr>
          <p:cNvPr id="151" name="Google Shape;151;p23"/>
          <p:cNvSpPr txBox="1"/>
          <p:nvPr>
            <p:ph idx="3" type="subTitle"/>
          </p:nvPr>
        </p:nvSpPr>
        <p:spPr>
          <a:xfrm>
            <a:off x="228600" y="3275563"/>
            <a:ext cx="1782300" cy="7830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2"/>
              </a:buClr>
              <a:buSzPts val="1800"/>
              <a:buFont typeface="Crimson Pro Medium"/>
              <a:buNone/>
              <a:defRPr sz="1800">
                <a:solidFill>
                  <a:schemeClr val="dk2"/>
                </a:solidFill>
                <a:latin typeface="Crimson Pro Medium"/>
                <a:ea typeface="Crimson Pro Medium"/>
                <a:cs typeface="Crimson Pro Medium"/>
                <a:sym typeface="Crimson Pro Medium"/>
              </a:defRPr>
            </a:lvl1pPr>
            <a:lvl2pPr lvl="1">
              <a:spcBef>
                <a:spcPts val="0"/>
              </a:spcBef>
              <a:spcAft>
                <a:spcPts val="0"/>
              </a:spcAft>
              <a:buClr>
                <a:schemeClr val="dk2"/>
              </a:buClr>
              <a:buSzPts val="1800"/>
              <a:buFont typeface="Crimson Pro Medium"/>
              <a:buNone/>
              <a:defRPr sz="1800">
                <a:solidFill>
                  <a:schemeClr val="dk2"/>
                </a:solidFill>
                <a:latin typeface="Crimson Pro Medium"/>
                <a:ea typeface="Crimson Pro Medium"/>
                <a:cs typeface="Crimson Pro Medium"/>
                <a:sym typeface="Crimson Pro Medium"/>
              </a:defRPr>
            </a:lvl2pPr>
            <a:lvl3pPr lvl="2">
              <a:spcBef>
                <a:spcPts val="0"/>
              </a:spcBef>
              <a:spcAft>
                <a:spcPts val="0"/>
              </a:spcAft>
              <a:buClr>
                <a:schemeClr val="dk2"/>
              </a:buClr>
              <a:buSzPts val="1800"/>
              <a:buFont typeface="Crimson Pro Medium"/>
              <a:buNone/>
              <a:defRPr sz="1800">
                <a:solidFill>
                  <a:schemeClr val="dk2"/>
                </a:solidFill>
                <a:latin typeface="Crimson Pro Medium"/>
                <a:ea typeface="Crimson Pro Medium"/>
                <a:cs typeface="Crimson Pro Medium"/>
                <a:sym typeface="Crimson Pro Medium"/>
              </a:defRPr>
            </a:lvl3pPr>
            <a:lvl4pPr lvl="3">
              <a:spcBef>
                <a:spcPts val="0"/>
              </a:spcBef>
              <a:spcAft>
                <a:spcPts val="0"/>
              </a:spcAft>
              <a:buClr>
                <a:schemeClr val="dk2"/>
              </a:buClr>
              <a:buSzPts val="1800"/>
              <a:buFont typeface="Crimson Pro Medium"/>
              <a:buNone/>
              <a:defRPr sz="1800">
                <a:solidFill>
                  <a:schemeClr val="dk2"/>
                </a:solidFill>
                <a:latin typeface="Crimson Pro Medium"/>
                <a:ea typeface="Crimson Pro Medium"/>
                <a:cs typeface="Crimson Pro Medium"/>
                <a:sym typeface="Crimson Pro Medium"/>
              </a:defRPr>
            </a:lvl4pPr>
            <a:lvl5pPr lvl="4">
              <a:spcBef>
                <a:spcPts val="0"/>
              </a:spcBef>
              <a:spcAft>
                <a:spcPts val="0"/>
              </a:spcAft>
              <a:buClr>
                <a:schemeClr val="dk2"/>
              </a:buClr>
              <a:buSzPts val="1800"/>
              <a:buFont typeface="Crimson Pro Medium"/>
              <a:buNone/>
              <a:defRPr sz="1800">
                <a:solidFill>
                  <a:schemeClr val="dk2"/>
                </a:solidFill>
                <a:latin typeface="Crimson Pro Medium"/>
                <a:ea typeface="Crimson Pro Medium"/>
                <a:cs typeface="Crimson Pro Medium"/>
                <a:sym typeface="Crimson Pro Medium"/>
              </a:defRPr>
            </a:lvl5pPr>
            <a:lvl6pPr lvl="5">
              <a:spcBef>
                <a:spcPts val="0"/>
              </a:spcBef>
              <a:spcAft>
                <a:spcPts val="0"/>
              </a:spcAft>
              <a:buClr>
                <a:schemeClr val="dk2"/>
              </a:buClr>
              <a:buSzPts val="1800"/>
              <a:buFont typeface="Crimson Pro Medium"/>
              <a:buNone/>
              <a:defRPr sz="1800">
                <a:solidFill>
                  <a:schemeClr val="dk2"/>
                </a:solidFill>
                <a:latin typeface="Crimson Pro Medium"/>
                <a:ea typeface="Crimson Pro Medium"/>
                <a:cs typeface="Crimson Pro Medium"/>
                <a:sym typeface="Crimson Pro Medium"/>
              </a:defRPr>
            </a:lvl6pPr>
            <a:lvl7pPr lvl="6">
              <a:spcBef>
                <a:spcPts val="0"/>
              </a:spcBef>
              <a:spcAft>
                <a:spcPts val="0"/>
              </a:spcAft>
              <a:buClr>
                <a:schemeClr val="dk2"/>
              </a:buClr>
              <a:buSzPts val="1800"/>
              <a:buFont typeface="Crimson Pro Medium"/>
              <a:buNone/>
              <a:defRPr sz="1800">
                <a:solidFill>
                  <a:schemeClr val="dk2"/>
                </a:solidFill>
                <a:latin typeface="Crimson Pro Medium"/>
                <a:ea typeface="Crimson Pro Medium"/>
                <a:cs typeface="Crimson Pro Medium"/>
                <a:sym typeface="Crimson Pro Medium"/>
              </a:defRPr>
            </a:lvl7pPr>
            <a:lvl8pPr lvl="7">
              <a:spcBef>
                <a:spcPts val="0"/>
              </a:spcBef>
              <a:spcAft>
                <a:spcPts val="0"/>
              </a:spcAft>
              <a:buClr>
                <a:schemeClr val="dk2"/>
              </a:buClr>
              <a:buSzPts val="1800"/>
              <a:buFont typeface="Crimson Pro Medium"/>
              <a:buNone/>
              <a:defRPr sz="1800">
                <a:solidFill>
                  <a:schemeClr val="dk2"/>
                </a:solidFill>
                <a:latin typeface="Crimson Pro Medium"/>
                <a:ea typeface="Crimson Pro Medium"/>
                <a:cs typeface="Crimson Pro Medium"/>
                <a:sym typeface="Crimson Pro Medium"/>
              </a:defRPr>
            </a:lvl8pPr>
            <a:lvl9pPr lvl="8">
              <a:spcBef>
                <a:spcPts val="0"/>
              </a:spcBef>
              <a:spcAft>
                <a:spcPts val="0"/>
              </a:spcAft>
              <a:buClr>
                <a:schemeClr val="dk2"/>
              </a:buClr>
              <a:buSzPts val="1800"/>
              <a:buFont typeface="Crimson Pro Medium"/>
              <a:buNone/>
              <a:defRPr sz="1800">
                <a:solidFill>
                  <a:schemeClr val="dk2"/>
                </a:solidFill>
                <a:latin typeface="Crimson Pro Medium"/>
                <a:ea typeface="Crimson Pro Medium"/>
                <a:cs typeface="Crimson Pro Medium"/>
                <a:sym typeface="Crimson Pro Medium"/>
              </a:defRPr>
            </a:lvl9pPr>
          </a:lstStyle>
          <a:p/>
        </p:txBody>
      </p:sp>
      <p:sp>
        <p:nvSpPr>
          <p:cNvPr id="152" name="Google Shape;152;p23"/>
          <p:cNvSpPr txBox="1"/>
          <p:nvPr>
            <p:ph idx="4" type="subTitle"/>
          </p:nvPr>
        </p:nvSpPr>
        <p:spPr>
          <a:xfrm>
            <a:off x="228600" y="4136988"/>
            <a:ext cx="1782300" cy="7830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2"/>
              </a:buClr>
              <a:buSzPts val="1800"/>
              <a:buFont typeface="Crimson Pro Medium"/>
              <a:buNone/>
              <a:defRPr sz="1800">
                <a:solidFill>
                  <a:schemeClr val="dk2"/>
                </a:solidFill>
                <a:latin typeface="Crimson Pro Medium"/>
                <a:ea typeface="Crimson Pro Medium"/>
                <a:cs typeface="Crimson Pro Medium"/>
                <a:sym typeface="Crimson Pro Medium"/>
              </a:defRPr>
            </a:lvl1pPr>
            <a:lvl2pPr lvl="1">
              <a:spcBef>
                <a:spcPts val="0"/>
              </a:spcBef>
              <a:spcAft>
                <a:spcPts val="0"/>
              </a:spcAft>
              <a:buClr>
                <a:schemeClr val="dk2"/>
              </a:buClr>
              <a:buSzPts val="1800"/>
              <a:buFont typeface="Crimson Pro Medium"/>
              <a:buNone/>
              <a:defRPr sz="1800">
                <a:solidFill>
                  <a:schemeClr val="dk2"/>
                </a:solidFill>
                <a:latin typeface="Crimson Pro Medium"/>
                <a:ea typeface="Crimson Pro Medium"/>
                <a:cs typeface="Crimson Pro Medium"/>
                <a:sym typeface="Crimson Pro Medium"/>
              </a:defRPr>
            </a:lvl2pPr>
            <a:lvl3pPr lvl="2">
              <a:spcBef>
                <a:spcPts val="0"/>
              </a:spcBef>
              <a:spcAft>
                <a:spcPts val="0"/>
              </a:spcAft>
              <a:buClr>
                <a:schemeClr val="dk2"/>
              </a:buClr>
              <a:buSzPts val="1800"/>
              <a:buFont typeface="Crimson Pro Medium"/>
              <a:buNone/>
              <a:defRPr sz="1800">
                <a:solidFill>
                  <a:schemeClr val="dk2"/>
                </a:solidFill>
                <a:latin typeface="Crimson Pro Medium"/>
                <a:ea typeface="Crimson Pro Medium"/>
                <a:cs typeface="Crimson Pro Medium"/>
                <a:sym typeface="Crimson Pro Medium"/>
              </a:defRPr>
            </a:lvl3pPr>
            <a:lvl4pPr lvl="3">
              <a:spcBef>
                <a:spcPts val="0"/>
              </a:spcBef>
              <a:spcAft>
                <a:spcPts val="0"/>
              </a:spcAft>
              <a:buClr>
                <a:schemeClr val="dk2"/>
              </a:buClr>
              <a:buSzPts val="1800"/>
              <a:buFont typeface="Crimson Pro Medium"/>
              <a:buNone/>
              <a:defRPr sz="1800">
                <a:solidFill>
                  <a:schemeClr val="dk2"/>
                </a:solidFill>
                <a:latin typeface="Crimson Pro Medium"/>
                <a:ea typeface="Crimson Pro Medium"/>
                <a:cs typeface="Crimson Pro Medium"/>
                <a:sym typeface="Crimson Pro Medium"/>
              </a:defRPr>
            </a:lvl4pPr>
            <a:lvl5pPr lvl="4">
              <a:spcBef>
                <a:spcPts val="0"/>
              </a:spcBef>
              <a:spcAft>
                <a:spcPts val="0"/>
              </a:spcAft>
              <a:buClr>
                <a:schemeClr val="dk2"/>
              </a:buClr>
              <a:buSzPts val="1800"/>
              <a:buFont typeface="Crimson Pro Medium"/>
              <a:buNone/>
              <a:defRPr sz="1800">
                <a:solidFill>
                  <a:schemeClr val="dk2"/>
                </a:solidFill>
                <a:latin typeface="Crimson Pro Medium"/>
                <a:ea typeface="Crimson Pro Medium"/>
                <a:cs typeface="Crimson Pro Medium"/>
                <a:sym typeface="Crimson Pro Medium"/>
              </a:defRPr>
            </a:lvl5pPr>
            <a:lvl6pPr lvl="5">
              <a:spcBef>
                <a:spcPts val="0"/>
              </a:spcBef>
              <a:spcAft>
                <a:spcPts val="0"/>
              </a:spcAft>
              <a:buClr>
                <a:schemeClr val="dk2"/>
              </a:buClr>
              <a:buSzPts val="1800"/>
              <a:buFont typeface="Crimson Pro Medium"/>
              <a:buNone/>
              <a:defRPr sz="1800">
                <a:solidFill>
                  <a:schemeClr val="dk2"/>
                </a:solidFill>
                <a:latin typeface="Crimson Pro Medium"/>
                <a:ea typeface="Crimson Pro Medium"/>
                <a:cs typeface="Crimson Pro Medium"/>
                <a:sym typeface="Crimson Pro Medium"/>
              </a:defRPr>
            </a:lvl6pPr>
            <a:lvl7pPr lvl="6">
              <a:spcBef>
                <a:spcPts val="0"/>
              </a:spcBef>
              <a:spcAft>
                <a:spcPts val="0"/>
              </a:spcAft>
              <a:buClr>
                <a:schemeClr val="dk2"/>
              </a:buClr>
              <a:buSzPts val="1800"/>
              <a:buFont typeface="Crimson Pro Medium"/>
              <a:buNone/>
              <a:defRPr sz="1800">
                <a:solidFill>
                  <a:schemeClr val="dk2"/>
                </a:solidFill>
                <a:latin typeface="Crimson Pro Medium"/>
                <a:ea typeface="Crimson Pro Medium"/>
                <a:cs typeface="Crimson Pro Medium"/>
                <a:sym typeface="Crimson Pro Medium"/>
              </a:defRPr>
            </a:lvl7pPr>
            <a:lvl8pPr lvl="7">
              <a:spcBef>
                <a:spcPts val="0"/>
              </a:spcBef>
              <a:spcAft>
                <a:spcPts val="0"/>
              </a:spcAft>
              <a:buClr>
                <a:schemeClr val="dk2"/>
              </a:buClr>
              <a:buSzPts val="1800"/>
              <a:buFont typeface="Crimson Pro Medium"/>
              <a:buNone/>
              <a:defRPr sz="1800">
                <a:solidFill>
                  <a:schemeClr val="dk2"/>
                </a:solidFill>
                <a:latin typeface="Crimson Pro Medium"/>
                <a:ea typeface="Crimson Pro Medium"/>
                <a:cs typeface="Crimson Pro Medium"/>
                <a:sym typeface="Crimson Pro Medium"/>
              </a:defRPr>
            </a:lvl8pPr>
            <a:lvl9pPr lvl="8">
              <a:spcBef>
                <a:spcPts val="0"/>
              </a:spcBef>
              <a:spcAft>
                <a:spcPts val="0"/>
              </a:spcAft>
              <a:buClr>
                <a:schemeClr val="dk2"/>
              </a:buClr>
              <a:buSzPts val="1800"/>
              <a:buFont typeface="Crimson Pro Medium"/>
              <a:buNone/>
              <a:defRPr sz="1800">
                <a:solidFill>
                  <a:schemeClr val="dk2"/>
                </a:solidFill>
                <a:latin typeface="Crimson Pro Medium"/>
                <a:ea typeface="Crimson Pro Medium"/>
                <a:cs typeface="Crimson Pro Medium"/>
                <a:sym typeface="Crimson Pro Medium"/>
              </a:defRPr>
            </a:lvl9pPr>
          </a:lstStyle>
          <a:p/>
        </p:txBody>
      </p:sp>
      <p:sp>
        <p:nvSpPr>
          <p:cNvPr id="153" name="Google Shape;153;p23"/>
          <p:cNvSpPr txBox="1"/>
          <p:nvPr>
            <p:ph idx="5" type="body"/>
          </p:nvPr>
        </p:nvSpPr>
        <p:spPr>
          <a:xfrm>
            <a:off x="3940475" y="1552850"/>
            <a:ext cx="4973700" cy="783000"/>
          </a:xfrm>
          <a:prstGeom prst="rect">
            <a:avLst/>
          </a:prstGeom>
        </p:spPr>
        <p:txBody>
          <a:bodyPr anchorCtr="0" anchor="ctr" bIns="91425" lIns="91425" spcFirstLastPara="1" rIns="91425" wrap="square" tIns="91425">
            <a:noAutofit/>
          </a:bodyPr>
          <a:lstStyle>
            <a:lvl1pPr indent="-304800" lvl="0" marL="457200">
              <a:spcBef>
                <a:spcPts val="0"/>
              </a:spcBef>
              <a:spcAft>
                <a:spcPts val="0"/>
              </a:spcAft>
              <a:buClr>
                <a:schemeClr val="dk2"/>
              </a:buClr>
              <a:buSzPts val="1200"/>
              <a:buChar char="●"/>
              <a:defRPr>
                <a:solidFill>
                  <a:schemeClr val="dk2"/>
                </a:solidFill>
              </a:defRPr>
            </a:lvl1pPr>
            <a:lvl2pPr indent="-304800" lvl="1" marL="914400">
              <a:spcBef>
                <a:spcPts val="0"/>
              </a:spcBef>
              <a:spcAft>
                <a:spcPts val="0"/>
              </a:spcAft>
              <a:buClr>
                <a:schemeClr val="dk2"/>
              </a:buClr>
              <a:buSzPts val="1200"/>
              <a:buChar char="○"/>
              <a:defRPr>
                <a:solidFill>
                  <a:schemeClr val="dk2"/>
                </a:solidFill>
              </a:defRPr>
            </a:lvl2pPr>
            <a:lvl3pPr indent="-304800" lvl="2" marL="1371600">
              <a:spcBef>
                <a:spcPts val="0"/>
              </a:spcBef>
              <a:spcAft>
                <a:spcPts val="0"/>
              </a:spcAft>
              <a:buClr>
                <a:schemeClr val="dk2"/>
              </a:buClr>
              <a:buSzPts val="1200"/>
              <a:buChar char="■"/>
              <a:defRPr>
                <a:solidFill>
                  <a:schemeClr val="dk2"/>
                </a:solidFill>
              </a:defRPr>
            </a:lvl3pPr>
            <a:lvl4pPr indent="-304800" lvl="3" marL="1828800">
              <a:spcBef>
                <a:spcPts val="0"/>
              </a:spcBef>
              <a:spcAft>
                <a:spcPts val="0"/>
              </a:spcAft>
              <a:buClr>
                <a:schemeClr val="dk2"/>
              </a:buClr>
              <a:buSzPts val="1200"/>
              <a:buChar char="●"/>
              <a:defRPr>
                <a:solidFill>
                  <a:schemeClr val="dk2"/>
                </a:solidFill>
              </a:defRPr>
            </a:lvl4pPr>
            <a:lvl5pPr indent="-304800" lvl="4" marL="2286000">
              <a:spcBef>
                <a:spcPts val="0"/>
              </a:spcBef>
              <a:spcAft>
                <a:spcPts val="0"/>
              </a:spcAft>
              <a:buClr>
                <a:schemeClr val="dk2"/>
              </a:buClr>
              <a:buSzPts val="1200"/>
              <a:buChar char="○"/>
              <a:defRPr>
                <a:solidFill>
                  <a:schemeClr val="dk2"/>
                </a:solidFill>
              </a:defRPr>
            </a:lvl5pPr>
            <a:lvl6pPr indent="-304800" lvl="5" marL="2743200">
              <a:spcBef>
                <a:spcPts val="0"/>
              </a:spcBef>
              <a:spcAft>
                <a:spcPts val="0"/>
              </a:spcAft>
              <a:buClr>
                <a:schemeClr val="dk2"/>
              </a:buClr>
              <a:buSzPts val="1200"/>
              <a:buChar char="■"/>
              <a:defRPr>
                <a:solidFill>
                  <a:schemeClr val="dk2"/>
                </a:solidFill>
              </a:defRPr>
            </a:lvl6pPr>
            <a:lvl7pPr indent="-304800" lvl="6" marL="3200400">
              <a:spcBef>
                <a:spcPts val="0"/>
              </a:spcBef>
              <a:spcAft>
                <a:spcPts val="0"/>
              </a:spcAft>
              <a:buClr>
                <a:schemeClr val="dk2"/>
              </a:buClr>
              <a:buSzPts val="1200"/>
              <a:buChar char="●"/>
              <a:defRPr>
                <a:solidFill>
                  <a:schemeClr val="dk2"/>
                </a:solidFill>
              </a:defRPr>
            </a:lvl7pPr>
            <a:lvl8pPr indent="-304800" lvl="7" marL="3657600">
              <a:spcBef>
                <a:spcPts val="0"/>
              </a:spcBef>
              <a:spcAft>
                <a:spcPts val="0"/>
              </a:spcAft>
              <a:buClr>
                <a:schemeClr val="dk2"/>
              </a:buClr>
              <a:buSzPts val="1200"/>
              <a:buChar char="○"/>
              <a:defRPr>
                <a:solidFill>
                  <a:schemeClr val="dk2"/>
                </a:solidFill>
              </a:defRPr>
            </a:lvl8pPr>
            <a:lvl9pPr indent="-304800" lvl="8" marL="4114800">
              <a:spcBef>
                <a:spcPts val="0"/>
              </a:spcBef>
              <a:spcAft>
                <a:spcPts val="0"/>
              </a:spcAft>
              <a:buClr>
                <a:schemeClr val="dk2"/>
              </a:buClr>
              <a:buSzPts val="1200"/>
              <a:buChar char="■"/>
              <a:defRPr>
                <a:solidFill>
                  <a:schemeClr val="dk2"/>
                </a:solidFill>
              </a:defRPr>
            </a:lvl9pPr>
          </a:lstStyle>
          <a:p/>
        </p:txBody>
      </p:sp>
      <p:sp>
        <p:nvSpPr>
          <p:cNvPr id="154" name="Google Shape;154;p23"/>
          <p:cNvSpPr txBox="1"/>
          <p:nvPr>
            <p:ph idx="6" type="body"/>
          </p:nvPr>
        </p:nvSpPr>
        <p:spPr>
          <a:xfrm>
            <a:off x="3940475" y="2414213"/>
            <a:ext cx="4973700" cy="783000"/>
          </a:xfrm>
          <a:prstGeom prst="rect">
            <a:avLst/>
          </a:prstGeom>
        </p:spPr>
        <p:txBody>
          <a:bodyPr anchorCtr="0" anchor="ctr" bIns="91425" lIns="91425" spcFirstLastPara="1" rIns="91425" wrap="square" tIns="91425">
            <a:noAutofit/>
          </a:bodyPr>
          <a:lstStyle>
            <a:lvl1pPr indent="-304800" lvl="0" marL="457200">
              <a:spcBef>
                <a:spcPts val="0"/>
              </a:spcBef>
              <a:spcAft>
                <a:spcPts val="0"/>
              </a:spcAft>
              <a:buClr>
                <a:schemeClr val="dk2"/>
              </a:buClr>
              <a:buSzPts val="1200"/>
              <a:buChar char="●"/>
              <a:defRPr>
                <a:solidFill>
                  <a:schemeClr val="dk2"/>
                </a:solidFill>
              </a:defRPr>
            </a:lvl1pPr>
            <a:lvl2pPr indent="-304800" lvl="1" marL="914400">
              <a:spcBef>
                <a:spcPts val="0"/>
              </a:spcBef>
              <a:spcAft>
                <a:spcPts val="0"/>
              </a:spcAft>
              <a:buClr>
                <a:schemeClr val="dk2"/>
              </a:buClr>
              <a:buSzPts val="1200"/>
              <a:buChar char="○"/>
              <a:defRPr>
                <a:solidFill>
                  <a:schemeClr val="dk2"/>
                </a:solidFill>
              </a:defRPr>
            </a:lvl2pPr>
            <a:lvl3pPr indent="-304800" lvl="2" marL="1371600">
              <a:spcBef>
                <a:spcPts val="0"/>
              </a:spcBef>
              <a:spcAft>
                <a:spcPts val="0"/>
              </a:spcAft>
              <a:buClr>
                <a:schemeClr val="dk2"/>
              </a:buClr>
              <a:buSzPts val="1200"/>
              <a:buChar char="■"/>
              <a:defRPr>
                <a:solidFill>
                  <a:schemeClr val="dk2"/>
                </a:solidFill>
              </a:defRPr>
            </a:lvl3pPr>
            <a:lvl4pPr indent="-304800" lvl="3" marL="1828800">
              <a:spcBef>
                <a:spcPts val="0"/>
              </a:spcBef>
              <a:spcAft>
                <a:spcPts val="0"/>
              </a:spcAft>
              <a:buClr>
                <a:schemeClr val="dk2"/>
              </a:buClr>
              <a:buSzPts val="1200"/>
              <a:buChar char="●"/>
              <a:defRPr>
                <a:solidFill>
                  <a:schemeClr val="dk2"/>
                </a:solidFill>
              </a:defRPr>
            </a:lvl4pPr>
            <a:lvl5pPr indent="-304800" lvl="4" marL="2286000">
              <a:spcBef>
                <a:spcPts val="0"/>
              </a:spcBef>
              <a:spcAft>
                <a:spcPts val="0"/>
              </a:spcAft>
              <a:buClr>
                <a:schemeClr val="dk2"/>
              </a:buClr>
              <a:buSzPts val="1200"/>
              <a:buChar char="○"/>
              <a:defRPr>
                <a:solidFill>
                  <a:schemeClr val="dk2"/>
                </a:solidFill>
              </a:defRPr>
            </a:lvl5pPr>
            <a:lvl6pPr indent="-304800" lvl="5" marL="2743200">
              <a:spcBef>
                <a:spcPts val="0"/>
              </a:spcBef>
              <a:spcAft>
                <a:spcPts val="0"/>
              </a:spcAft>
              <a:buClr>
                <a:schemeClr val="dk2"/>
              </a:buClr>
              <a:buSzPts val="1200"/>
              <a:buChar char="■"/>
              <a:defRPr>
                <a:solidFill>
                  <a:schemeClr val="dk2"/>
                </a:solidFill>
              </a:defRPr>
            </a:lvl6pPr>
            <a:lvl7pPr indent="-304800" lvl="6" marL="3200400">
              <a:spcBef>
                <a:spcPts val="0"/>
              </a:spcBef>
              <a:spcAft>
                <a:spcPts val="0"/>
              </a:spcAft>
              <a:buClr>
                <a:schemeClr val="dk2"/>
              </a:buClr>
              <a:buSzPts val="1200"/>
              <a:buChar char="●"/>
              <a:defRPr>
                <a:solidFill>
                  <a:schemeClr val="dk2"/>
                </a:solidFill>
              </a:defRPr>
            </a:lvl7pPr>
            <a:lvl8pPr indent="-304800" lvl="7" marL="3657600">
              <a:spcBef>
                <a:spcPts val="0"/>
              </a:spcBef>
              <a:spcAft>
                <a:spcPts val="0"/>
              </a:spcAft>
              <a:buClr>
                <a:schemeClr val="dk2"/>
              </a:buClr>
              <a:buSzPts val="1200"/>
              <a:buChar char="○"/>
              <a:defRPr>
                <a:solidFill>
                  <a:schemeClr val="dk2"/>
                </a:solidFill>
              </a:defRPr>
            </a:lvl8pPr>
            <a:lvl9pPr indent="-304800" lvl="8" marL="4114800">
              <a:spcBef>
                <a:spcPts val="0"/>
              </a:spcBef>
              <a:spcAft>
                <a:spcPts val="0"/>
              </a:spcAft>
              <a:buClr>
                <a:schemeClr val="dk2"/>
              </a:buClr>
              <a:buSzPts val="1200"/>
              <a:buChar char="■"/>
              <a:defRPr>
                <a:solidFill>
                  <a:schemeClr val="dk2"/>
                </a:solidFill>
              </a:defRPr>
            </a:lvl9pPr>
          </a:lstStyle>
          <a:p/>
        </p:txBody>
      </p:sp>
      <p:sp>
        <p:nvSpPr>
          <p:cNvPr id="155" name="Google Shape;155;p23"/>
          <p:cNvSpPr txBox="1"/>
          <p:nvPr>
            <p:ph idx="7" type="body"/>
          </p:nvPr>
        </p:nvSpPr>
        <p:spPr>
          <a:xfrm>
            <a:off x="3940475" y="3275613"/>
            <a:ext cx="4973700" cy="783000"/>
          </a:xfrm>
          <a:prstGeom prst="rect">
            <a:avLst/>
          </a:prstGeom>
        </p:spPr>
        <p:txBody>
          <a:bodyPr anchorCtr="0" anchor="ctr" bIns="91425" lIns="91425" spcFirstLastPara="1" rIns="91425" wrap="square" tIns="91425">
            <a:noAutofit/>
          </a:bodyPr>
          <a:lstStyle>
            <a:lvl1pPr indent="-304800" lvl="0" marL="457200">
              <a:spcBef>
                <a:spcPts val="0"/>
              </a:spcBef>
              <a:spcAft>
                <a:spcPts val="0"/>
              </a:spcAft>
              <a:buClr>
                <a:schemeClr val="dk2"/>
              </a:buClr>
              <a:buSzPts val="1200"/>
              <a:buChar char="●"/>
              <a:defRPr>
                <a:solidFill>
                  <a:schemeClr val="dk2"/>
                </a:solidFill>
              </a:defRPr>
            </a:lvl1pPr>
            <a:lvl2pPr indent="-304800" lvl="1" marL="914400">
              <a:spcBef>
                <a:spcPts val="0"/>
              </a:spcBef>
              <a:spcAft>
                <a:spcPts val="0"/>
              </a:spcAft>
              <a:buClr>
                <a:schemeClr val="dk2"/>
              </a:buClr>
              <a:buSzPts val="1200"/>
              <a:buChar char="○"/>
              <a:defRPr>
                <a:solidFill>
                  <a:schemeClr val="dk2"/>
                </a:solidFill>
              </a:defRPr>
            </a:lvl2pPr>
            <a:lvl3pPr indent="-304800" lvl="2" marL="1371600">
              <a:spcBef>
                <a:spcPts val="0"/>
              </a:spcBef>
              <a:spcAft>
                <a:spcPts val="0"/>
              </a:spcAft>
              <a:buClr>
                <a:schemeClr val="dk2"/>
              </a:buClr>
              <a:buSzPts val="1200"/>
              <a:buChar char="■"/>
              <a:defRPr>
                <a:solidFill>
                  <a:schemeClr val="dk2"/>
                </a:solidFill>
              </a:defRPr>
            </a:lvl3pPr>
            <a:lvl4pPr indent="-304800" lvl="3" marL="1828800">
              <a:spcBef>
                <a:spcPts val="0"/>
              </a:spcBef>
              <a:spcAft>
                <a:spcPts val="0"/>
              </a:spcAft>
              <a:buClr>
                <a:schemeClr val="dk2"/>
              </a:buClr>
              <a:buSzPts val="1200"/>
              <a:buChar char="●"/>
              <a:defRPr>
                <a:solidFill>
                  <a:schemeClr val="dk2"/>
                </a:solidFill>
              </a:defRPr>
            </a:lvl4pPr>
            <a:lvl5pPr indent="-304800" lvl="4" marL="2286000">
              <a:spcBef>
                <a:spcPts val="0"/>
              </a:spcBef>
              <a:spcAft>
                <a:spcPts val="0"/>
              </a:spcAft>
              <a:buClr>
                <a:schemeClr val="dk2"/>
              </a:buClr>
              <a:buSzPts val="1200"/>
              <a:buChar char="○"/>
              <a:defRPr>
                <a:solidFill>
                  <a:schemeClr val="dk2"/>
                </a:solidFill>
              </a:defRPr>
            </a:lvl5pPr>
            <a:lvl6pPr indent="-304800" lvl="5" marL="2743200">
              <a:spcBef>
                <a:spcPts val="0"/>
              </a:spcBef>
              <a:spcAft>
                <a:spcPts val="0"/>
              </a:spcAft>
              <a:buClr>
                <a:schemeClr val="dk2"/>
              </a:buClr>
              <a:buSzPts val="1200"/>
              <a:buChar char="■"/>
              <a:defRPr>
                <a:solidFill>
                  <a:schemeClr val="dk2"/>
                </a:solidFill>
              </a:defRPr>
            </a:lvl6pPr>
            <a:lvl7pPr indent="-304800" lvl="6" marL="3200400">
              <a:spcBef>
                <a:spcPts val="0"/>
              </a:spcBef>
              <a:spcAft>
                <a:spcPts val="0"/>
              </a:spcAft>
              <a:buClr>
                <a:schemeClr val="dk2"/>
              </a:buClr>
              <a:buSzPts val="1200"/>
              <a:buChar char="●"/>
              <a:defRPr>
                <a:solidFill>
                  <a:schemeClr val="dk2"/>
                </a:solidFill>
              </a:defRPr>
            </a:lvl7pPr>
            <a:lvl8pPr indent="-304800" lvl="7" marL="3657600">
              <a:spcBef>
                <a:spcPts val="0"/>
              </a:spcBef>
              <a:spcAft>
                <a:spcPts val="0"/>
              </a:spcAft>
              <a:buClr>
                <a:schemeClr val="dk2"/>
              </a:buClr>
              <a:buSzPts val="1200"/>
              <a:buChar char="○"/>
              <a:defRPr>
                <a:solidFill>
                  <a:schemeClr val="dk2"/>
                </a:solidFill>
              </a:defRPr>
            </a:lvl8pPr>
            <a:lvl9pPr indent="-304800" lvl="8" marL="4114800">
              <a:spcBef>
                <a:spcPts val="0"/>
              </a:spcBef>
              <a:spcAft>
                <a:spcPts val="0"/>
              </a:spcAft>
              <a:buClr>
                <a:schemeClr val="dk2"/>
              </a:buClr>
              <a:buSzPts val="1200"/>
              <a:buChar char="■"/>
              <a:defRPr>
                <a:solidFill>
                  <a:schemeClr val="dk2"/>
                </a:solidFill>
              </a:defRPr>
            </a:lvl9pPr>
          </a:lstStyle>
          <a:p/>
        </p:txBody>
      </p:sp>
      <p:sp>
        <p:nvSpPr>
          <p:cNvPr id="156" name="Google Shape;156;p23"/>
          <p:cNvSpPr txBox="1"/>
          <p:nvPr>
            <p:ph idx="8" type="body"/>
          </p:nvPr>
        </p:nvSpPr>
        <p:spPr>
          <a:xfrm>
            <a:off x="3940475" y="4137013"/>
            <a:ext cx="4973700" cy="783000"/>
          </a:xfrm>
          <a:prstGeom prst="rect">
            <a:avLst/>
          </a:prstGeom>
        </p:spPr>
        <p:txBody>
          <a:bodyPr anchorCtr="0" anchor="ctr" bIns="91425" lIns="91425" spcFirstLastPara="1" rIns="91425" wrap="square" tIns="91425">
            <a:noAutofit/>
          </a:bodyPr>
          <a:lstStyle>
            <a:lvl1pPr indent="-304800" lvl="0" marL="457200">
              <a:spcBef>
                <a:spcPts val="0"/>
              </a:spcBef>
              <a:spcAft>
                <a:spcPts val="0"/>
              </a:spcAft>
              <a:buClr>
                <a:schemeClr val="dk2"/>
              </a:buClr>
              <a:buSzPts val="1200"/>
              <a:buChar char="●"/>
              <a:defRPr>
                <a:solidFill>
                  <a:schemeClr val="dk2"/>
                </a:solidFill>
              </a:defRPr>
            </a:lvl1pPr>
            <a:lvl2pPr indent="-304800" lvl="1" marL="914400">
              <a:spcBef>
                <a:spcPts val="0"/>
              </a:spcBef>
              <a:spcAft>
                <a:spcPts val="0"/>
              </a:spcAft>
              <a:buClr>
                <a:schemeClr val="dk2"/>
              </a:buClr>
              <a:buSzPts val="1200"/>
              <a:buChar char="○"/>
              <a:defRPr>
                <a:solidFill>
                  <a:schemeClr val="dk2"/>
                </a:solidFill>
              </a:defRPr>
            </a:lvl2pPr>
            <a:lvl3pPr indent="-304800" lvl="2" marL="1371600">
              <a:spcBef>
                <a:spcPts val="0"/>
              </a:spcBef>
              <a:spcAft>
                <a:spcPts val="0"/>
              </a:spcAft>
              <a:buClr>
                <a:schemeClr val="dk2"/>
              </a:buClr>
              <a:buSzPts val="1200"/>
              <a:buChar char="■"/>
              <a:defRPr>
                <a:solidFill>
                  <a:schemeClr val="dk2"/>
                </a:solidFill>
              </a:defRPr>
            </a:lvl3pPr>
            <a:lvl4pPr indent="-304800" lvl="3" marL="1828800">
              <a:spcBef>
                <a:spcPts val="0"/>
              </a:spcBef>
              <a:spcAft>
                <a:spcPts val="0"/>
              </a:spcAft>
              <a:buClr>
                <a:schemeClr val="dk2"/>
              </a:buClr>
              <a:buSzPts val="1200"/>
              <a:buChar char="●"/>
              <a:defRPr>
                <a:solidFill>
                  <a:schemeClr val="dk2"/>
                </a:solidFill>
              </a:defRPr>
            </a:lvl4pPr>
            <a:lvl5pPr indent="-304800" lvl="4" marL="2286000">
              <a:spcBef>
                <a:spcPts val="0"/>
              </a:spcBef>
              <a:spcAft>
                <a:spcPts val="0"/>
              </a:spcAft>
              <a:buClr>
                <a:schemeClr val="dk2"/>
              </a:buClr>
              <a:buSzPts val="1200"/>
              <a:buChar char="○"/>
              <a:defRPr>
                <a:solidFill>
                  <a:schemeClr val="dk2"/>
                </a:solidFill>
              </a:defRPr>
            </a:lvl5pPr>
            <a:lvl6pPr indent="-304800" lvl="5" marL="2743200">
              <a:spcBef>
                <a:spcPts val="0"/>
              </a:spcBef>
              <a:spcAft>
                <a:spcPts val="0"/>
              </a:spcAft>
              <a:buClr>
                <a:schemeClr val="dk2"/>
              </a:buClr>
              <a:buSzPts val="1200"/>
              <a:buChar char="■"/>
              <a:defRPr>
                <a:solidFill>
                  <a:schemeClr val="dk2"/>
                </a:solidFill>
              </a:defRPr>
            </a:lvl6pPr>
            <a:lvl7pPr indent="-304800" lvl="6" marL="3200400">
              <a:spcBef>
                <a:spcPts val="0"/>
              </a:spcBef>
              <a:spcAft>
                <a:spcPts val="0"/>
              </a:spcAft>
              <a:buClr>
                <a:schemeClr val="dk2"/>
              </a:buClr>
              <a:buSzPts val="1200"/>
              <a:buChar char="●"/>
              <a:defRPr>
                <a:solidFill>
                  <a:schemeClr val="dk2"/>
                </a:solidFill>
              </a:defRPr>
            </a:lvl7pPr>
            <a:lvl8pPr indent="-304800" lvl="7" marL="3657600">
              <a:spcBef>
                <a:spcPts val="0"/>
              </a:spcBef>
              <a:spcAft>
                <a:spcPts val="0"/>
              </a:spcAft>
              <a:buClr>
                <a:schemeClr val="dk2"/>
              </a:buClr>
              <a:buSzPts val="1200"/>
              <a:buChar char="○"/>
              <a:defRPr>
                <a:solidFill>
                  <a:schemeClr val="dk2"/>
                </a:solidFill>
              </a:defRPr>
            </a:lvl8pPr>
            <a:lvl9pPr indent="-304800" lvl="8" marL="4114800">
              <a:spcBef>
                <a:spcPts val="0"/>
              </a:spcBef>
              <a:spcAft>
                <a:spcPts val="0"/>
              </a:spcAft>
              <a:buClr>
                <a:schemeClr val="dk2"/>
              </a:buClr>
              <a:buSzPts val="1200"/>
              <a:buChar char="■"/>
              <a:defRPr>
                <a:solidFill>
                  <a:schemeClr val="dk2"/>
                </a:solidFill>
              </a:defRPr>
            </a:lvl9pPr>
          </a:lstStyle>
          <a:p/>
        </p:txBody>
      </p:sp>
      <p:sp>
        <p:nvSpPr>
          <p:cNvPr id="157" name="Google Shape;157;p23"/>
          <p:cNvSpPr txBox="1"/>
          <p:nvPr>
            <p:ph idx="9" type="subTitle"/>
          </p:nvPr>
        </p:nvSpPr>
        <p:spPr>
          <a:xfrm>
            <a:off x="3205625" y="1552850"/>
            <a:ext cx="714600" cy="7830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2"/>
              </a:buClr>
              <a:buSzPts val="1800"/>
              <a:buFont typeface="Crimson Pro Medium"/>
              <a:buNone/>
              <a:defRPr sz="1800">
                <a:solidFill>
                  <a:schemeClr val="dk2"/>
                </a:solidFill>
                <a:latin typeface="Crimson Pro Medium"/>
                <a:ea typeface="Crimson Pro Medium"/>
                <a:cs typeface="Crimson Pro Medium"/>
                <a:sym typeface="Crimson Pro Medium"/>
              </a:defRPr>
            </a:lvl1pPr>
            <a:lvl2pPr lvl="1">
              <a:spcBef>
                <a:spcPts val="0"/>
              </a:spcBef>
              <a:spcAft>
                <a:spcPts val="0"/>
              </a:spcAft>
              <a:buClr>
                <a:schemeClr val="dk2"/>
              </a:buClr>
              <a:buSzPts val="1800"/>
              <a:buFont typeface="Crimson Pro Medium"/>
              <a:buNone/>
              <a:defRPr sz="1800">
                <a:solidFill>
                  <a:schemeClr val="dk2"/>
                </a:solidFill>
                <a:latin typeface="Crimson Pro Medium"/>
                <a:ea typeface="Crimson Pro Medium"/>
                <a:cs typeface="Crimson Pro Medium"/>
                <a:sym typeface="Crimson Pro Medium"/>
              </a:defRPr>
            </a:lvl2pPr>
            <a:lvl3pPr lvl="2">
              <a:spcBef>
                <a:spcPts val="0"/>
              </a:spcBef>
              <a:spcAft>
                <a:spcPts val="0"/>
              </a:spcAft>
              <a:buClr>
                <a:schemeClr val="dk2"/>
              </a:buClr>
              <a:buSzPts val="1800"/>
              <a:buFont typeface="Crimson Pro Medium"/>
              <a:buNone/>
              <a:defRPr sz="1800">
                <a:solidFill>
                  <a:schemeClr val="dk2"/>
                </a:solidFill>
                <a:latin typeface="Crimson Pro Medium"/>
                <a:ea typeface="Crimson Pro Medium"/>
                <a:cs typeface="Crimson Pro Medium"/>
                <a:sym typeface="Crimson Pro Medium"/>
              </a:defRPr>
            </a:lvl3pPr>
            <a:lvl4pPr lvl="3">
              <a:spcBef>
                <a:spcPts val="0"/>
              </a:spcBef>
              <a:spcAft>
                <a:spcPts val="0"/>
              </a:spcAft>
              <a:buClr>
                <a:schemeClr val="dk2"/>
              </a:buClr>
              <a:buSzPts val="1800"/>
              <a:buFont typeface="Crimson Pro Medium"/>
              <a:buNone/>
              <a:defRPr sz="1800">
                <a:solidFill>
                  <a:schemeClr val="dk2"/>
                </a:solidFill>
                <a:latin typeface="Crimson Pro Medium"/>
                <a:ea typeface="Crimson Pro Medium"/>
                <a:cs typeface="Crimson Pro Medium"/>
                <a:sym typeface="Crimson Pro Medium"/>
              </a:defRPr>
            </a:lvl4pPr>
            <a:lvl5pPr lvl="4">
              <a:spcBef>
                <a:spcPts val="0"/>
              </a:spcBef>
              <a:spcAft>
                <a:spcPts val="0"/>
              </a:spcAft>
              <a:buClr>
                <a:schemeClr val="dk2"/>
              </a:buClr>
              <a:buSzPts val="1800"/>
              <a:buFont typeface="Crimson Pro Medium"/>
              <a:buNone/>
              <a:defRPr sz="1800">
                <a:solidFill>
                  <a:schemeClr val="dk2"/>
                </a:solidFill>
                <a:latin typeface="Crimson Pro Medium"/>
                <a:ea typeface="Crimson Pro Medium"/>
                <a:cs typeface="Crimson Pro Medium"/>
                <a:sym typeface="Crimson Pro Medium"/>
              </a:defRPr>
            </a:lvl5pPr>
            <a:lvl6pPr lvl="5">
              <a:spcBef>
                <a:spcPts val="0"/>
              </a:spcBef>
              <a:spcAft>
                <a:spcPts val="0"/>
              </a:spcAft>
              <a:buClr>
                <a:schemeClr val="dk2"/>
              </a:buClr>
              <a:buSzPts val="1800"/>
              <a:buFont typeface="Crimson Pro Medium"/>
              <a:buNone/>
              <a:defRPr sz="1800">
                <a:solidFill>
                  <a:schemeClr val="dk2"/>
                </a:solidFill>
                <a:latin typeface="Crimson Pro Medium"/>
                <a:ea typeface="Crimson Pro Medium"/>
                <a:cs typeface="Crimson Pro Medium"/>
                <a:sym typeface="Crimson Pro Medium"/>
              </a:defRPr>
            </a:lvl6pPr>
            <a:lvl7pPr lvl="6">
              <a:spcBef>
                <a:spcPts val="0"/>
              </a:spcBef>
              <a:spcAft>
                <a:spcPts val="0"/>
              </a:spcAft>
              <a:buClr>
                <a:schemeClr val="dk2"/>
              </a:buClr>
              <a:buSzPts val="1800"/>
              <a:buFont typeface="Crimson Pro Medium"/>
              <a:buNone/>
              <a:defRPr sz="1800">
                <a:solidFill>
                  <a:schemeClr val="dk2"/>
                </a:solidFill>
                <a:latin typeface="Crimson Pro Medium"/>
                <a:ea typeface="Crimson Pro Medium"/>
                <a:cs typeface="Crimson Pro Medium"/>
                <a:sym typeface="Crimson Pro Medium"/>
              </a:defRPr>
            </a:lvl7pPr>
            <a:lvl8pPr lvl="7">
              <a:spcBef>
                <a:spcPts val="0"/>
              </a:spcBef>
              <a:spcAft>
                <a:spcPts val="0"/>
              </a:spcAft>
              <a:buClr>
                <a:schemeClr val="dk2"/>
              </a:buClr>
              <a:buSzPts val="1800"/>
              <a:buFont typeface="Crimson Pro Medium"/>
              <a:buNone/>
              <a:defRPr sz="1800">
                <a:solidFill>
                  <a:schemeClr val="dk2"/>
                </a:solidFill>
                <a:latin typeface="Crimson Pro Medium"/>
                <a:ea typeface="Crimson Pro Medium"/>
                <a:cs typeface="Crimson Pro Medium"/>
                <a:sym typeface="Crimson Pro Medium"/>
              </a:defRPr>
            </a:lvl8pPr>
            <a:lvl9pPr lvl="8">
              <a:spcBef>
                <a:spcPts val="0"/>
              </a:spcBef>
              <a:spcAft>
                <a:spcPts val="0"/>
              </a:spcAft>
              <a:buClr>
                <a:schemeClr val="dk2"/>
              </a:buClr>
              <a:buSzPts val="1800"/>
              <a:buFont typeface="Crimson Pro Medium"/>
              <a:buNone/>
              <a:defRPr sz="1800">
                <a:solidFill>
                  <a:schemeClr val="dk2"/>
                </a:solidFill>
                <a:latin typeface="Crimson Pro Medium"/>
                <a:ea typeface="Crimson Pro Medium"/>
                <a:cs typeface="Crimson Pro Medium"/>
                <a:sym typeface="Crimson Pro Medium"/>
              </a:defRPr>
            </a:lvl9pPr>
          </a:lstStyle>
          <a:p/>
        </p:txBody>
      </p:sp>
      <p:sp>
        <p:nvSpPr>
          <p:cNvPr id="158" name="Google Shape;158;p23"/>
          <p:cNvSpPr txBox="1"/>
          <p:nvPr>
            <p:ph idx="13" type="subTitle"/>
          </p:nvPr>
        </p:nvSpPr>
        <p:spPr>
          <a:xfrm>
            <a:off x="3205625" y="2414292"/>
            <a:ext cx="714600" cy="7830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2"/>
              </a:buClr>
              <a:buSzPts val="1800"/>
              <a:buFont typeface="Crimson Pro Medium"/>
              <a:buNone/>
              <a:defRPr sz="1800">
                <a:solidFill>
                  <a:schemeClr val="dk2"/>
                </a:solidFill>
                <a:latin typeface="Crimson Pro Medium"/>
                <a:ea typeface="Crimson Pro Medium"/>
                <a:cs typeface="Crimson Pro Medium"/>
                <a:sym typeface="Crimson Pro Medium"/>
              </a:defRPr>
            </a:lvl1pPr>
            <a:lvl2pPr lvl="1">
              <a:spcBef>
                <a:spcPts val="0"/>
              </a:spcBef>
              <a:spcAft>
                <a:spcPts val="0"/>
              </a:spcAft>
              <a:buClr>
                <a:schemeClr val="dk2"/>
              </a:buClr>
              <a:buSzPts val="1800"/>
              <a:buFont typeface="Crimson Pro Medium"/>
              <a:buNone/>
              <a:defRPr sz="1800">
                <a:solidFill>
                  <a:schemeClr val="dk2"/>
                </a:solidFill>
                <a:latin typeface="Crimson Pro Medium"/>
                <a:ea typeface="Crimson Pro Medium"/>
                <a:cs typeface="Crimson Pro Medium"/>
                <a:sym typeface="Crimson Pro Medium"/>
              </a:defRPr>
            </a:lvl2pPr>
            <a:lvl3pPr lvl="2">
              <a:spcBef>
                <a:spcPts val="0"/>
              </a:spcBef>
              <a:spcAft>
                <a:spcPts val="0"/>
              </a:spcAft>
              <a:buClr>
                <a:schemeClr val="dk2"/>
              </a:buClr>
              <a:buSzPts val="1800"/>
              <a:buFont typeface="Crimson Pro Medium"/>
              <a:buNone/>
              <a:defRPr sz="1800">
                <a:solidFill>
                  <a:schemeClr val="dk2"/>
                </a:solidFill>
                <a:latin typeface="Crimson Pro Medium"/>
                <a:ea typeface="Crimson Pro Medium"/>
                <a:cs typeface="Crimson Pro Medium"/>
                <a:sym typeface="Crimson Pro Medium"/>
              </a:defRPr>
            </a:lvl3pPr>
            <a:lvl4pPr lvl="3">
              <a:spcBef>
                <a:spcPts val="0"/>
              </a:spcBef>
              <a:spcAft>
                <a:spcPts val="0"/>
              </a:spcAft>
              <a:buClr>
                <a:schemeClr val="dk2"/>
              </a:buClr>
              <a:buSzPts val="1800"/>
              <a:buFont typeface="Crimson Pro Medium"/>
              <a:buNone/>
              <a:defRPr sz="1800">
                <a:solidFill>
                  <a:schemeClr val="dk2"/>
                </a:solidFill>
                <a:latin typeface="Crimson Pro Medium"/>
                <a:ea typeface="Crimson Pro Medium"/>
                <a:cs typeface="Crimson Pro Medium"/>
                <a:sym typeface="Crimson Pro Medium"/>
              </a:defRPr>
            </a:lvl4pPr>
            <a:lvl5pPr lvl="4">
              <a:spcBef>
                <a:spcPts val="0"/>
              </a:spcBef>
              <a:spcAft>
                <a:spcPts val="0"/>
              </a:spcAft>
              <a:buClr>
                <a:schemeClr val="dk2"/>
              </a:buClr>
              <a:buSzPts val="1800"/>
              <a:buFont typeface="Crimson Pro Medium"/>
              <a:buNone/>
              <a:defRPr sz="1800">
                <a:solidFill>
                  <a:schemeClr val="dk2"/>
                </a:solidFill>
                <a:latin typeface="Crimson Pro Medium"/>
                <a:ea typeface="Crimson Pro Medium"/>
                <a:cs typeface="Crimson Pro Medium"/>
                <a:sym typeface="Crimson Pro Medium"/>
              </a:defRPr>
            </a:lvl5pPr>
            <a:lvl6pPr lvl="5">
              <a:spcBef>
                <a:spcPts val="0"/>
              </a:spcBef>
              <a:spcAft>
                <a:spcPts val="0"/>
              </a:spcAft>
              <a:buClr>
                <a:schemeClr val="dk2"/>
              </a:buClr>
              <a:buSzPts val="1800"/>
              <a:buFont typeface="Crimson Pro Medium"/>
              <a:buNone/>
              <a:defRPr sz="1800">
                <a:solidFill>
                  <a:schemeClr val="dk2"/>
                </a:solidFill>
                <a:latin typeface="Crimson Pro Medium"/>
                <a:ea typeface="Crimson Pro Medium"/>
                <a:cs typeface="Crimson Pro Medium"/>
                <a:sym typeface="Crimson Pro Medium"/>
              </a:defRPr>
            </a:lvl6pPr>
            <a:lvl7pPr lvl="6">
              <a:spcBef>
                <a:spcPts val="0"/>
              </a:spcBef>
              <a:spcAft>
                <a:spcPts val="0"/>
              </a:spcAft>
              <a:buClr>
                <a:schemeClr val="dk2"/>
              </a:buClr>
              <a:buSzPts val="1800"/>
              <a:buFont typeface="Crimson Pro Medium"/>
              <a:buNone/>
              <a:defRPr sz="1800">
                <a:solidFill>
                  <a:schemeClr val="dk2"/>
                </a:solidFill>
                <a:latin typeface="Crimson Pro Medium"/>
                <a:ea typeface="Crimson Pro Medium"/>
                <a:cs typeface="Crimson Pro Medium"/>
                <a:sym typeface="Crimson Pro Medium"/>
              </a:defRPr>
            </a:lvl7pPr>
            <a:lvl8pPr lvl="7">
              <a:spcBef>
                <a:spcPts val="0"/>
              </a:spcBef>
              <a:spcAft>
                <a:spcPts val="0"/>
              </a:spcAft>
              <a:buClr>
                <a:schemeClr val="dk2"/>
              </a:buClr>
              <a:buSzPts val="1800"/>
              <a:buFont typeface="Crimson Pro Medium"/>
              <a:buNone/>
              <a:defRPr sz="1800">
                <a:solidFill>
                  <a:schemeClr val="dk2"/>
                </a:solidFill>
                <a:latin typeface="Crimson Pro Medium"/>
                <a:ea typeface="Crimson Pro Medium"/>
                <a:cs typeface="Crimson Pro Medium"/>
                <a:sym typeface="Crimson Pro Medium"/>
              </a:defRPr>
            </a:lvl8pPr>
            <a:lvl9pPr lvl="8">
              <a:spcBef>
                <a:spcPts val="0"/>
              </a:spcBef>
              <a:spcAft>
                <a:spcPts val="0"/>
              </a:spcAft>
              <a:buClr>
                <a:schemeClr val="dk2"/>
              </a:buClr>
              <a:buSzPts val="1800"/>
              <a:buFont typeface="Crimson Pro Medium"/>
              <a:buNone/>
              <a:defRPr sz="1800">
                <a:solidFill>
                  <a:schemeClr val="dk2"/>
                </a:solidFill>
                <a:latin typeface="Crimson Pro Medium"/>
                <a:ea typeface="Crimson Pro Medium"/>
                <a:cs typeface="Crimson Pro Medium"/>
                <a:sym typeface="Crimson Pro Medium"/>
              </a:defRPr>
            </a:lvl9pPr>
          </a:lstStyle>
          <a:p/>
        </p:txBody>
      </p:sp>
      <p:sp>
        <p:nvSpPr>
          <p:cNvPr id="159" name="Google Shape;159;p23"/>
          <p:cNvSpPr txBox="1"/>
          <p:nvPr>
            <p:ph idx="14" type="subTitle"/>
          </p:nvPr>
        </p:nvSpPr>
        <p:spPr>
          <a:xfrm>
            <a:off x="3205625" y="3275721"/>
            <a:ext cx="714600" cy="7830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2"/>
              </a:buClr>
              <a:buSzPts val="1800"/>
              <a:buFont typeface="Crimson Pro Medium"/>
              <a:buNone/>
              <a:defRPr sz="1800">
                <a:solidFill>
                  <a:schemeClr val="dk2"/>
                </a:solidFill>
                <a:latin typeface="Crimson Pro Medium"/>
                <a:ea typeface="Crimson Pro Medium"/>
                <a:cs typeface="Crimson Pro Medium"/>
                <a:sym typeface="Crimson Pro Medium"/>
              </a:defRPr>
            </a:lvl1pPr>
            <a:lvl2pPr lvl="1">
              <a:spcBef>
                <a:spcPts val="0"/>
              </a:spcBef>
              <a:spcAft>
                <a:spcPts val="0"/>
              </a:spcAft>
              <a:buClr>
                <a:schemeClr val="dk2"/>
              </a:buClr>
              <a:buSzPts val="1800"/>
              <a:buFont typeface="Crimson Pro Medium"/>
              <a:buNone/>
              <a:defRPr sz="1800">
                <a:solidFill>
                  <a:schemeClr val="dk2"/>
                </a:solidFill>
                <a:latin typeface="Crimson Pro Medium"/>
                <a:ea typeface="Crimson Pro Medium"/>
                <a:cs typeface="Crimson Pro Medium"/>
                <a:sym typeface="Crimson Pro Medium"/>
              </a:defRPr>
            </a:lvl2pPr>
            <a:lvl3pPr lvl="2">
              <a:spcBef>
                <a:spcPts val="0"/>
              </a:spcBef>
              <a:spcAft>
                <a:spcPts val="0"/>
              </a:spcAft>
              <a:buClr>
                <a:schemeClr val="dk2"/>
              </a:buClr>
              <a:buSzPts val="1800"/>
              <a:buFont typeface="Crimson Pro Medium"/>
              <a:buNone/>
              <a:defRPr sz="1800">
                <a:solidFill>
                  <a:schemeClr val="dk2"/>
                </a:solidFill>
                <a:latin typeface="Crimson Pro Medium"/>
                <a:ea typeface="Crimson Pro Medium"/>
                <a:cs typeface="Crimson Pro Medium"/>
                <a:sym typeface="Crimson Pro Medium"/>
              </a:defRPr>
            </a:lvl3pPr>
            <a:lvl4pPr lvl="3">
              <a:spcBef>
                <a:spcPts val="0"/>
              </a:spcBef>
              <a:spcAft>
                <a:spcPts val="0"/>
              </a:spcAft>
              <a:buClr>
                <a:schemeClr val="dk2"/>
              </a:buClr>
              <a:buSzPts val="1800"/>
              <a:buFont typeface="Crimson Pro Medium"/>
              <a:buNone/>
              <a:defRPr sz="1800">
                <a:solidFill>
                  <a:schemeClr val="dk2"/>
                </a:solidFill>
                <a:latin typeface="Crimson Pro Medium"/>
                <a:ea typeface="Crimson Pro Medium"/>
                <a:cs typeface="Crimson Pro Medium"/>
                <a:sym typeface="Crimson Pro Medium"/>
              </a:defRPr>
            </a:lvl4pPr>
            <a:lvl5pPr lvl="4">
              <a:spcBef>
                <a:spcPts val="0"/>
              </a:spcBef>
              <a:spcAft>
                <a:spcPts val="0"/>
              </a:spcAft>
              <a:buClr>
                <a:schemeClr val="dk2"/>
              </a:buClr>
              <a:buSzPts val="1800"/>
              <a:buFont typeface="Crimson Pro Medium"/>
              <a:buNone/>
              <a:defRPr sz="1800">
                <a:solidFill>
                  <a:schemeClr val="dk2"/>
                </a:solidFill>
                <a:latin typeface="Crimson Pro Medium"/>
                <a:ea typeface="Crimson Pro Medium"/>
                <a:cs typeface="Crimson Pro Medium"/>
                <a:sym typeface="Crimson Pro Medium"/>
              </a:defRPr>
            </a:lvl5pPr>
            <a:lvl6pPr lvl="5">
              <a:spcBef>
                <a:spcPts val="0"/>
              </a:spcBef>
              <a:spcAft>
                <a:spcPts val="0"/>
              </a:spcAft>
              <a:buClr>
                <a:schemeClr val="dk2"/>
              </a:buClr>
              <a:buSzPts val="1800"/>
              <a:buFont typeface="Crimson Pro Medium"/>
              <a:buNone/>
              <a:defRPr sz="1800">
                <a:solidFill>
                  <a:schemeClr val="dk2"/>
                </a:solidFill>
                <a:latin typeface="Crimson Pro Medium"/>
                <a:ea typeface="Crimson Pro Medium"/>
                <a:cs typeface="Crimson Pro Medium"/>
                <a:sym typeface="Crimson Pro Medium"/>
              </a:defRPr>
            </a:lvl6pPr>
            <a:lvl7pPr lvl="6">
              <a:spcBef>
                <a:spcPts val="0"/>
              </a:spcBef>
              <a:spcAft>
                <a:spcPts val="0"/>
              </a:spcAft>
              <a:buClr>
                <a:schemeClr val="dk2"/>
              </a:buClr>
              <a:buSzPts val="1800"/>
              <a:buFont typeface="Crimson Pro Medium"/>
              <a:buNone/>
              <a:defRPr sz="1800">
                <a:solidFill>
                  <a:schemeClr val="dk2"/>
                </a:solidFill>
                <a:latin typeface="Crimson Pro Medium"/>
                <a:ea typeface="Crimson Pro Medium"/>
                <a:cs typeface="Crimson Pro Medium"/>
                <a:sym typeface="Crimson Pro Medium"/>
              </a:defRPr>
            </a:lvl7pPr>
            <a:lvl8pPr lvl="7">
              <a:spcBef>
                <a:spcPts val="0"/>
              </a:spcBef>
              <a:spcAft>
                <a:spcPts val="0"/>
              </a:spcAft>
              <a:buClr>
                <a:schemeClr val="dk2"/>
              </a:buClr>
              <a:buSzPts val="1800"/>
              <a:buFont typeface="Crimson Pro Medium"/>
              <a:buNone/>
              <a:defRPr sz="1800">
                <a:solidFill>
                  <a:schemeClr val="dk2"/>
                </a:solidFill>
                <a:latin typeface="Crimson Pro Medium"/>
                <a:ea typeface="Crimson Pro Medium"/>
                <a:cs typeface="Crimson Pro Medium"/>
                <a:sym typeface="Crimson Pro Medium"/>
              </a:defRPr>
            </a:lvl8pPr>
            <a:lvl9pPr lvl="8">
              <a:spcBef>
                <a:spcPts val="0"/>
              </a:spcBef>
              <a:spcAft>
                <a:spcPts val="0"/>
              </a:spcAft>
              <a:buClr>
                <a:schemeClr val="dk2"/>
              </a:buClr>
              <a:buSzPts val="1800"/>
              <a:buFont typeface="Crimson Pro Medium"/>
              <a:buNone/>
              <a:defRPr sz="1800">
                <a:solidFill>
                  <a:schemeClr val="dk2"/>
                </a:solidFill>
                <a:latin typeface="Crimson Pro Medium"/>
                <a:ea typeface="Crimson Pro Medium"/>
                <a:cs typeface="Crimson Pro Medium"/>
                <a:sym typeface="Crimson Pro Medium"/>
              </a:defRPr>
            </a:lvl9pPr>
          </a:lstStyle>
          <a:p/>
        </p:txBody>
      </p:sp>
      <p:sp>
        <p:nvSpPr>
          <p:cNvPr id="160" name="Google Shape;160;p23"/>
          <p:cNvSpPr txBox="1"/>
          <p:nvPr>
            <p:ph idx="15" type="subTitle"/>
          </p:nvPr>
        </p:nvSpPr>
        <p:spPr>
          <a:xfrm>
            <a:off x="3205625" y="4137150"/>
            <a:ext cx="714600" cy="7830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2"/>
              </a:buClr>
              <a:buSzPts val="1800"/>
              <a:buFont typeface="Crimson Pro Medium"/>
              <a:buNone/>
              <a:defRPr sz="1800">
                <a:solidFill>
                  <a:schemeClr val="dk2"/>
                </a:solidFill>
                <a:latin typeface="Crimson Pro Medium"/>
                <a:ea typeface="Crimson Pro Medium"/>
                <a:cs typeface="Crimson Pro Medium"/>
                <a:sym typeface="Crimson Pro Medium"/>
              </a:defRPr>
            </a:lvl1pPr>
            <a:lvl2pPr lvl="1">
              <a:spcBef>
                <a:spcPts val="0"/>
              </a:spcBef>
              <a:spcAft>
                <a:spcPts val="0"/>
              </a:spcAft>
              <a:buClr>
                <a:schemeClr val="dk2"/>
              </a:buClr>
              <a:buSzPts val="1800"/>
              <a:buFont typeface="Crimson Pro Medium"/>
              <a:buNone/>
              <a:defRPr sz="1800">
                <a:solidFill>
                  <a:schemeClr val="dk2"/>
                </a:solidFill>
                <a:latin typeface="Crimson Pro Medium"/>
                <a:ea typeface="Crimson Pro Medium"/>
                <a:cs typeface="Crimson Pro Medium"/>
                <a:sym typeface="Crimson Pro Medium"/>
              </a:defRPr>
            </a:lvl2pPr>
            <a:lvl3pPr lvl="2">
              <a:spcBef>
                <a:spcPts val="0"/>
              </a:spcBef>
              <a:spcAft>
                <a:spcPts val="0"/>
              </a:spcAft>
              <a:buClr>
                <a:schemeClr val="dk2"/>
              </a:buClr>
              <a:buSzPts val="1800"/>
              <a:buFont typeface="Crimson Pro Medium"/>
              <a:buNone/>
              <a:defRPr sz="1800">
                <a:solidFill>
                  <a:schemeClr val="dk2"/>
                </a:solidFill>
                <a:latin typeface="Crimson Pro Medium"/>
                <a:ea typeface="Crimson Pro Medium"/>
                <a:cs typeface="Crimson Pro Medium"/>
                <a:sym typeface="Crimson Pro Medium"/>
              </a:defRPr>
            </a:lvl3pPr>
            <a:lvl4pPr lvl="3">
              <a:spcBef>
                <a:spcPts val="0"/>
              </a:spcBef>
              <a:spcAft>
                <a:spcPts val="0"/>
              </a:spcAft>
              <a:buClr>
                <a:schemeClr val="dk2"/>
              </a:buClr>
              <a:buSzPts val="1800"/>
              <a:buFont typeface="Crimson Pro Medium"/>
              <a:buNone/>
              <a:defRPr sz="1800">
                <a:solidFill>
                  <a:schemeClr val="dk2"/>
                </a:solidFill>
                <a:latin typeface="Crimson Pro Medium"/>
                <a:ea typeface="Crimson Pro Medium"/>
                <a:cs typeface="Crimson Pro Medium"/>
                <a:sym typeface="Crimson Pro Medium"/>
              </a:defRPr>
            </a:lvl4pPr>
            <a:lvl5pPr lvl="4">
              <a:spcBef>
                <a:spcPts val="0"/>
              </a:spcBef>
              <a:spcAft>
                <a:spcPts val="0"/>
              </a:spcAft>
              <a:buClr>
                <a:schemeClr val="dk2"/>
              </a:buClr>
              <a:buSzPts val="1800"/>
              <a:buFont typeface="Crimson Pro Medium"/>
              <a:buNone/>
              <a:defRPr sz="1800">
                <a:solidFill>
                  <a:schemeClr val="dk2"/>
                </a:solidFill>
                <a:latin typeface="Crimson Pro Medium"/>
                <a:ea typeface="Crimson Pro Medium"/>
                <a:cs typeface="Crimson Pro Medium"/>
                <a:sym typeface="Crimson Pro Medium"/>
              </a:defRPr>
            </a:lvl5pPr>
            <a:lvl6pPr lvl="5">
              <a:spcBef>
                <a:spcPts val="0"/>
              </a:spcBef>
              <a:spcAft>
                <a:spcPts val="0"/>
              </a:spcAft>
              <a:buClr>
                <a:schemeClr val="dk2"/>
              </a:buClr>
              <a:buSzPts val="1800"/>
              <a:buFont typeface="Crimson Pro Medium"/>
              <a:buNone/>
              <a:defRPr sz="1800">
                <a:solidFill>
                  <a:schemeClr val="dk2"/>
                </a:solidFill>
                <a:latin typeface="Crimson Pro Medium"/>
                <a:ea typeface="Crimson Pro Medium"/>
                <a:cs typeface="Crimson Pro Medium"/>
                <a:sym typeface="Crimson Pro Medium"/>
              </a:defRPr>
            </a:lvl6pPr>
            <a:lvl7pPr lvl="6">
              <a:spcBef>
                <a:spcPts val="0"/>
              </a:spcBef>
              <a:spcAft>
                <a:spcPts val="0"/>
              </a:spcAft>
              <a:buClr>
                <a:schemeClr val="dk2"/>
              </a:buClr>
              <a:buSzPts val="1800"/>
              <a:buFont typeface="Crimson Pro Medium"/>
              <a:buNone/>
              <a:defRPr sz="1800">
                <a:solidFill>
                  <a:schemeClr val="dk2"/>
                </a:solidFill>
                <a:latin typeface="Crimson Pro Medium"/>
                <a:ea typeface="Crimson Pro Medium"/>
                <a:cs typeface="Crimson Pro Medium"/>
                <a:sym typeface="Crimson Pro Medium"/>
              </a:defRPr>
            </a:lvl7pPr>
            <a:lvl8pPr lvl="7">
              <a:spcBef>
                <a:spcPts val="0"/>
              </a:spcBef>
              <a:spcAft>
                <a:spcPts val="0"/>
              </a:spcAft>
              <a:buClr>
                <a:schemeClr val="dk2"/>
              </a:buClr>
              <a:buSzPts val="1800"/>
              <a:buFont typeface="Crimson Pro Medium"/>
              <a:buNone/>
              <a:defRPr sz="1800">
                <a:solidFill>
                  <a:schemeClr val="dk2"/>
                </a:solidFill>
                <a:latin typeface="Crimson Pro Medium"/>
                <a:ea typeface="Crimson Pro Medium"/>
                <a:cs typeface="Crimson Pro Medium"/>
                <a:sym typeface="Crimson Pro Medium"/>
              </a:defRPr>
            </a:lvl8pPr>
            <a:lvl9pPr lvl="8">
              <a:spcBef>
                <a:spcPts val="0"/>
              </a:spcBef>
              <a:spcAft>
                <a:spcPts val="0"/>
              </a:spcAft>
              <a:buClr>
                <a:schemeClr val="dk2"/>
              </a:buClr>
              <a:buSzPts val="1800"/>
              <a:buFont typeface="Crimson Pro Medium"/>
              <a:buNone/>
              <a:defRPr sz="1800">
                <a:solidFill>
                  <a:schemeClr val="dk2"/>
                </a:solidFill>
                <a:latin typeface="Crimson Pro Medium"/>
                <a:ea typeface="Crimson Pro Medium"/>
                <a:cs typeface="Crimson Pro Medium"/>
                <a:sym typeface="Crimson Pro Medium"/>
              </a:defRPr>
            </a:lvl9pPr>
          </a:lstStyle>
          <a:p/>
        </p:txBody>
      </p:sp>
      <p:sp>
        <p:nvSpPr>
          <p:cNvPr id="161" name="Google Shape;161;p2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ey Takeaway">
  <p:cSld name="CUSTOM_9">
    <p:bg>
      <p:bgPr>
        <a:solidFill>
          <a:schemeClr val="lt1"/>
        </a:solidFill>
      </p:bgPr>
    </p:bg>
    <p:spTree>
      <p:nvGrpSpPr>
        <p:cNvPr id="162" name="Shape 162"/>
        <p:cNvGrpSpPr/>
        <p:nvPr/>
      </p:nvGrpSpPr>
      <p:grpSpPr>
        <a:xfrm>
          <a:off x="0" y="0"/>
          <a:ext cx="0" cy="0"/>
          <a:chOff x="0" y="0"/>
          <a:chExt cx="0" cy="0"/>
        </a:xfrm>
      </p:grpSpPr>
      <p:sp>
        <p:nvSpPr>
          <p:cNvPr id="163" name="Google Shape;163;p24"/>
          <p:cNvSpPr txBox="1"/>
          <p:nvPr>
            <p:ph type="title"/>
          </p:nvPr>
        </p:nvSpPr>
        <p:spPr>
          <a:xfrm>
            <a:off x="230900" y="457200"/>
            <a:ext cx="4406400" cy="562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3600"/>
              <a:buNone/>
              <a:defRPr/>
            </a:lvl1pPr>
            <a:lvl2pPr lvl="1">
              <a:spcBef>
                <a:spcPts val="0"/>
              </a:spcBef>
              <a:spcAft>
                <a:spcPts val="0"/>
              </a:spcAft>
              <a:buClr>
                <a:schemeClr val="dk1"/>
              </a:buClr>
              <a:buSzPts val="3600"/>
              <a:buNone/>
              <a:defRPr sz="3600"/>
            </a:lvl2pPr>
            <a:lvl3pPr lvl="2">
              <a:spcBef>
                <a:spcPts val="0"/>
              </a:spcBef>
              <a:spcAft>
                <a:spcPts val="0"/>
              </a:spcAft>
              <a:buClr>
                <a:schemeClr val="dk1"/>
              </a:buClr>
              <a:buSzPts val="3600"/>
              <a:buNone/>
              <a:defRPr sz="3600"/>
            </a:lvl3pPr>
            <a:lvl4pPr lvl="3">
              <a:spcBef>
                <a:spcPts val="0"/>
              </a:spcBef>
              <a:spcAft>
                <a:spcPts val="0"/>
              </a:spcAft>
              <a:buClr>
                <a:schemeClr val="dk1"/>
              </a:buClr>
              <a:buSzPts val="3600"/>
              <a:buNone/>
              <a:defRPr sz="3600"/>
            </a:lvl4pPr>
            <a:lvl5pPr lvl="4">
              <a:spcBef>
                <a:spcPts val="0"/>
              </a:spcBef>
              <a:spcAft>
                <a:spcPts val="0"/>
              </a:spcAft>
              <a:buClr>
                <a:schemeClr val="dk1"/>
              </a:buClr>
              <a:buSzPts val="3600"/>
              <a:buNone/>
              <a:defRPr sz="3600"/>
            </a:lvl5pPr>
            <a:lvl6pPr lvl="5">
              <a:spcBef>
                <a:spcPts val="0"/>
              </a:spcBef>
              <a:spcAft>
                <a:spcPts val="0"/>
              </a:spcAft>
              <a:buClr>
                <a:schemeClr val="dk1"/>
              </a:buClr>
              <a:buSzPts val="3600"/>
              <a:buNone/>
              <a:defRPr sz="3600"/>
            </a:lvl6pPr>
            <a:lvl7pPr lvl="6">
              <a:spcBef>
                <a:spcPts val="0"/>
              </a:spcBef>
              <a:spcAft>
                <a:spcPts val="0"/>
              </a:spcAft>
              <a:buClr>
                <a:schemeClr val="dk1"/>
              </a:buClr>
              <a:buSzPts val="3600"/>
              <a:buNone/>
              <a:defRPr sz="3600"/>
            </a:lvl7pPr>
            <a:lvl8pPr lvl="7">
              <a:spcBef>
                <a:spcPts val="0"/>
              </a:spcBef>
              <a:spcAft>
                <a:spcPts val="0"/>
              </a:spcAft>
              <a:buClr>
                <a:schemeClr val="dk1"/>
              </a:buClr>
              <a:buSzPts val="3600"/>
              <a:buNone/>
              <a:defRPr sz="3600"/>
            </a:lvl8pPr>
            <a:lvl9pPr lvl="8">
              <a:spcBef>
                <a:spcPts val="0"/>
              </a:spcBef>
              <a:spcAft>
                <a:spcPts val="0"/>
              </a:spcAft>
              <a:buClr>
                <a:schemeClr val="dk1"/>
              </a:buClr>
              <a:buSzPts val="3600"/>
              <a:buNone/>
              <a:defRPr sz="3600"/>
            </a:lvl9pPr>
          </a:lstStyle>
          <a:p/>
        </p:txBody>
      </p:sp>
      <p:sp>
        <p:nvSpPr>
          <p:cNvPr id="164" name="Google Shape;164;p24"/>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rketing Channel Activation">
  <p:cSld name="CUSTOM_9_1">
    <p:bg>
      <p:bgPr>
        <a:solidFill>
          <a:schemeClr val="lt1"/>
        </a:solidFill>
      </p:bgPr>
    </p:bg>
    <p:spTree>
      <p:nvGrpSpPr>
        <p:cNvPr id="165" name="Shape 165"/>
        <p:cNvGrpSpPr/>
        <p:nvPr/>
      </p:nvGrpSpPr>
      <p:grpSpPr>
        <a:xfrm>
          <a:off x="0" y="0"/>
          <a:ext cx="0" cy="0"/>
          <a:chOff x="0" y="0"/>
          <a:chExt cx="0" cy="0"/>
        </a:xfrm>
      </p:grpSpPr>
      <p:grpSp>
        <p:nvGrpSpPr>
          <p:cNvPr id="166" name="Google Shape;166;p25"/>
          <p:cNvGrpSpPr/>
          <p:nvPr/>
        </p:nvGrpSpPr>
        <p:grpSpPr>
          <a:xfrm>
            <a:off x="4637287" y="1494264"/>
            <a:ext cx="4163582" cy="3311923"/>
            <a:chOff x="376350" y="1494264"/>
            <a:chExt cx="6291300" cy="3311923"/>
          </a:xfrm>
        </p:grpSpPr>
        <p:cxnSp>
          <p:nvCxnSpPr>
            <p:cNvPr id="167" name="Google Shape;167;p25"/>
            <p:cNvCxnSpPr/>
            <p:nvPr/>
          </p:nvCxnSpPr>
          <p:spPr>
            <a:xfrm>
              <a:off x="376350" y="1494264"/>
              <a:ext cx="6291300" cy="0"/>
            </a:xfrm>
            <a:prstGeom prst="straightConnector1">
              <a:avLst/>
            </a:prstGeom>
            <a:noFill/>
            <a:ln cap="flat" cmpd="sng" w="19050">
              <a:solidFill>
                <a:schemeClr val="dk1"/>
              </a:solidFill>
              <a:prstDash val="solid"/>
              <a:round/>
              <a:headEnd len="med" w="med" type="none"/>
              <a:tailEnd len="med" w="med" type="none"/>
            </a:ln>
          </p:spPr>
        </p:cxnSp>
        <p:cxnSp>
          <p:nvCxnSpPr>
            <p:cNvPr id="168" name="Google Shape;168;p25"/>
            <p:cNvCxnSpPr/>
            <p:nvPr/>
          </p:nvCxnSpPr>
          <p:spPr>
            <a:xfrm>
              <a:off x="376350" y="2317875"/>
              <a:ext cx="6291300" cy="0"/>
            </a:xfrm>
            <a:prstGeom prst="straightConnector1">
              <a:avLst/>
            </a:prstGeom>
            <a:noFill/>
            <a:ln cap="flat" cmpd="sng" w="19050">
              <a:solidFill>
                <a:schemeClr val="dk1"/>
              </a:solidFill>
              <a:prstDash val="solid"/>
              <a:round/>
              <a:headEnd len="med" w="med" type="none"/>
              <a:tailEnd len="med" w="med" type="none"/>
            </a:ln>
          </p:spPr>
        </p:cxnSp>
        <p:cxnSp>
          <p:nvCxnSpPr>
            <p:cNvPr id="169" name="Google Shape;169;p25"/>
            <p:cNvCxnSpPr/>
            <p:nvPr/>
          </p:nvCxnSpPr>
          <p:spPr>
            <a:xfrm>
              <a:off x="376350" y="3150225"/>
              <a:ext cx="6291300" cy="0"/>
            </a:xfrm>
            <a:prstGeom prst="straightConnector1">
              <a:avLst/>
            </a:prstGeom>
            <a:noFill/>
            <a:ln cap="flat" cmpd="sng" w="19050">
              <a:solidFill>
                <a:schemeClr val="dk1"/>
              </a:solidFill>
              <a:prstDash val="solid"/>
              <a:round/>
              <a:headEnd len="med" w="med" type="none"/>
              <a:tailEnd len="med" w="med" type="none"/>
            </a:ln>
          </p:spPr>
        </p:cxnSp>
        <p:cxnSp>
          <p:nvCxnSpPr>
            <p:cNvPr id="170" name="Google Shape;170;p25"/>
            <p:cNvCxnSpPr/>
            <p:nvPr/>
          </p:nvCxnSpPr>
          <p:spPr>
            <a:xfrm>
              <a:off x="376350" y="3982575"/>
              <a:ext cx="6291300" cy="0"/>
            </a:xfrm>
            <a:prstGeom prst="straightConnector1">
              <a:avLst/>
            </a:prstGeom>
            <a:noFill/>
            <a:ln cap="flat" cmpd="sng" w="19050">
              <a:solidFill>
                <a:schemeClr val="dk1"/>
              </a:solidFill>
              <a:prstDash val="solid"/>
              <a:round/>
              <a:headEnd len="med" w="med" type="none"/>
              <a:tailEnd len="med" w="med" type="none"/>
            </a:ln>
          </p:spPr>
        </p:cxnSp>
        <p:cxnSp>
          <p:nvCxnSpPr>
            <p:cNvPr id="171" name="Google Shape;171;p25"/>
            <p:cNvCxnSpPr/>
            <p:nvPr/>
          </p:nvCxnSpPr>
          <p:spPr>
            <a:xfrm>
              <a:off x="376350" y="4806186"/>
              <a:ext cx="6291300" cy="0"/>
            </a:xfrm>
            <a:prstGeom prst="straightConnector1">
              <a:avLst/>
            </a:prstGeom>
            <a:noFill/>
            <a:ln cap="flat" cmpd="sng" w="19050">
              <a:solidFill>
                <a:schemeClr val="dk1"/>
              </a:solidFill>
              <a:prstDash val="solid"/>
              <a:round/>
              <a:headEnd len="med" w="med" type="none"/>
              <a:tailEnd len="med" w="med" type="none"/>
            </a:ln>
          </p:spPr>
        </p:cxnSp>
      </p:grpSp>
      <p:sp>
        <p:nvSpPr>
          <p:cNvPr id="172" name="Google Shape;172;p25"/>
          <p:cNvSpPr/>
          <p:nvPr/>
        </p:nvSpPr>
        <p:spPr>
          <a:xfrm rot="10800000">
            <a:off x="342900" y="1485525"/>
            <a:ext cx="6358200" cy="3329400"/>
          </a:xfrm>
          <a:prstGeom prst="trapezoid">
            <a:avLst>
              <a:gd fmla="val 57745"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ace Grotesk"/>
              <a:ea typeface="Space Grotesk"/>
              <a:cs typeface="Space Grotesk"/>
              <a:sym typeface="Space Grotesk"/>
            </a:endParaRPr>
          </a:p>
        </p:txBody>
      </p:sp>
      <p:sp>
        <p:nvSpPr>
          <p:cNvPr id="173" name="Google Shape;173;p25"/>
          <p:cNvSpPr txBox="1"/>
          <p:nvPr>
            <p:ph type="title"/>
          </p:nvPr>
        </p:nvSpPr>
        <p:spPr>
          <a:xfrm>
            <a:off x="230900" y="457200"/>
            <a:ext cx="4406400" cy="562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3600"/>
              <a:buNone/>
              <a:defRPr/>
            </a:lvl1pPr>
            <a:lvl2pPr lvl="1">
              <a:spcBef>
                <a:spcPts val="0"/>
              </a:spcBef>
              <a:spcAft>
                <a:spcPts val="0"/>
              </a:spcAft>
              <a:buClr>
                <a:schemeClr val="dk1"/>
              </a:buClr>
              <a:buSzPts val="3600"/>
              <a:buNone/>
              <a:defRPr sz="3600"/>
            </a:lvl2pPr>
            <a:lvl3pPr lvl="2">
              <a:spcBef>
                <a:spcPts val="0"/>
              </a:spcBef>
              <a:spcAft>
                <a:spcPts val="0"/>
              </a:spcAft>
              <a:buClr>
                <a:schemeClr val="dk1"/>
              </a:buClr>
              <a:buSzPts val="3600"/>
              <a:buNone/>
              <a:defRPr sz="3600"/>
            </a:lvl3pPr>
            <a:lvl4pPr lvl="3">
              <a:spcBef>
                <a:spcPts val="0"/>
              </a:spcBef>
              <a:spcAft>
                <a:spcPts val="0"/>
              </a:spcAft>
              <a:buClr>
                <a:schemeClr val="dk1"/>
              </a:buClr>
              <a:buSzPts val="3600"/>
              <a:buNone/>
              <a:defRPr sz="3600"/>
            </a:lvl4pPr>
            <a:lvl5pPr lvl="4">
              <a:spcBef>
                <a:spcPts val="0"/>
              </a:spcBef>
              <a:spcAft>
                <a:spcPts val="0"/>
              </a:spcAft>
              <a:buClr>
                <a:schemeClr val="dk1"/>
              </a:buClr>
              <a:buSzPts val="3600"/>
              <a:buNone/>
              <a:defRPr sz="3600"/>
            </a:lvl5pPr>
            <a:lvl6pPr lvl="5">
              <a:spcBef>
                <a:spcPts val="0"/>
              </a:spcBef>
              <a:spcAft>
                <a:spcPts val="0"/>
              </a:spcAft>
              <a:buClr>
                <a:schemeClr val="dk1"/>
              </a:buClr>
              <a:buSzPts val="3600"/>
              <a:buNone/>
              <a:defRPr sz="3600"/>
            </a:lvl6pPr>
            <a:lvl7pPr lvl="6">
              <a:spcBef>
                <a:spcPts val="0"/>
              </a:spcBef>
              <a:spcAft>
                <a:spcPts val="0"/>
              </a:spcAft>
              <a:buClr>
                <a:schemeClr val="dk1"/>
              </a:buClr>
              <a:buSzPts val="3600"/>
              <a:buNone/>
              <a:defRPr sz="3600"/>
            </a:lvl7pPr>
            <a:lvl8pPr lvl="7">
              <a:spcBef>
                <a:spcPts val="0"/>
              </a:spcBef>
              <a:spcAft>
                <a:spcPts val="0"/>
              </a:spcAft>
              <a:buClr>
                <a:schemeClr val="dk1"/>
              </a:buClr>
              <a:buSzPts val="3600"/>
              <a:buNone/>
              <a:defRPr sz="3600"/>
            </a:lvl8pPr>
            <a:lvl9pPr lvl="8">
              <a:spcBef>
                <a:spcPts val="0"/>
              </a:spcBef>
              <a:spcAft>
                <a:spcPts val="0"/>
              </a:spcAft>
              <a:buClr>
                <a:schemeClr val="dk1"/>
              </a:buClr>
              <a:buSzPts val="3600"/>
              <a:buNone/>
              <a:defRPr sz="3600"/>
            </a:lvl9pPr>
          </a:lstStyle>
          <a:p/>
        </p:txBody>
      </p:sp>
      <p:grpSp>
        <p:nvGrpSpPr>
          <p:cNvPr id="174" name="Google Shape;174;p25"/>
          <p:cNvGrpSpPr/>
          <p:nvPr/>
        </p:nvGrpSpPr>
        <p:grpSpPr>
          <a:xfrm>
            <a:off x="342887" y="2317875"/>
            <a:ext cx="5878660" cy="1664700"/>
            <a:chOff x="376350" y="2317875"/>
            <a:chExt cx="5817000" cy="1664700"/>
          </a:xfrm>
        </p:grpSpPr>
        <p:cxnSp>
          <p:nvCxnSpPr>
            <p:cNvPr id="175" name="Google Shape;175;p25"/>
            <p:cNvCxnSpPr/>
            <p:nvPr/>
          </p:nvCxnSpPr>
          <p:spPr>
            <a:xfrm>
              <a:off x="376350" y="2317875"/>
              <a:ext cx="5817000" cy="0"/>
            </a:xfrm>
            <a:prstGeom prst="straightConnector1">
              <a:avLst/>
            </a:prstGeom>
            <a:noFill/>
            <a:ln cap="flat" cmpd="sng" w="19050">
              <a:solidFill>
                <a:schemeClr val="lt1"/>
              </a:solidFill>
              <a:prstDash val="solid"/>
              <a:round/>
              <a:headEnd len="med" w="med" type="none"/>
              <a:tailEnd len="med" w="med" type="none"/>
            </a:ln>
          </p:spPr>
        </p:cxnSp>
        <p:cxnSp>
          <p:nvCxnSpPr>
            <p:cNvPr id="176" name="Google Shape;176;p25"/>
            <p:cNvCxnSpPr>
              <a:endCxn id="172" idx="1"/>
            </p:cNvCxnSpPr>
            <p:nvPr/>
          </p:nvCxnSpPr>
          <p:spPr>
            <a:xfrm>
              <a:off x="376374" y="3150225"/>
              <a:ext cx="5340300" cy="0"/>
            </a:xfrm>
            <a:prstGeom prst="straightConnector1">
              <a:avLst/>
            </a:prstGeom>
            <a:noFill/>
            <a:ln cap="flat" cmpd="sng" w="19050">
              <a:solidFill>
                <a:schemeClr val="lt1"/>
              </a:solidFill>
              <a:prstDash val="solid"/>
              <a:round/>
              <a:headEnd len="med" w="med" type="none"/>
              <a:tailEnd len="med" w="med" type="none"/>
            </a:ln>
          </p:spPr>
        </p:cxnSp>
        <p:cxnSp>
          <p:nvCxnSpPr>
            <p:cNvPr id="177" name="Google Shape;177;p25"/>
            <p:cNvCxnSpPr/>
            <p:nvPr/>
          </p:nvCxnSpPr>
          <p:spPr>
            <a:xfrm>
              <a:off x="376350" y="3982575"/>
              <a:ext cx="4865700" cy="0"/>
            </a:xfrm>
            <a:prstGeom prst="straightConnector1">
              <a:avLst/>
            </a:prstGeom>
            <a:noFill/>
            <a:ln cap="flat" cmpd="sng" w="19050">
              <a:solidFill>
                <a:schemeClr val="lt1"/>
              </a:solidFill>
              <a:prstDash val="solid"/>
              <a:round/>
              <a:headEnd len="med" w="med" type="none"/>
              <a:tailEnd len="med" w="med" type="none"/>
            </a:ln>
          </p:spPr>
        </p:cxnSp>
      </p:grpSp>
      <p:sp>
        <p:nvSpPr>
          <p:cNvPr id="178" name="Google Shape;178;p25"/>
          <p:cNvSpPr txBox="1"/>
          <p:nvPr>
            <p:ph idx="1" type="subTitle"/>
          </p:nvPr>
        </p:nvSpPr>
        <p:spPr>
          <a:xfrm>
            <a:off x="2630850" y="1503002"/>
            <a:ext cx="1782300" cy="7830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1800"/>
              <a:buFont typeface="Crimson Pro Medium"/>
              <a:buNone/>
              <a:defRPr sz="1800">
                <a:solidFill>
                  <a:schemeClr val="lt1"/>
                </a:solidFill>
                <a:latin typeface="Crimson Pro Medium"/>
                <a:ea typeface="Crimson Pro Medium"/>
                <a:cs typeface="Crimson Pro Medium"/>
                <a:sym typeface="Crimson Pro Medium"/>
              </a:defRPr>
            </a:lvl1pPr>
            <a:lvl2pPr lvl="1" algn="ctr">
              <a:spcBef>
                <a:spcPts val="0"/>
              </a:spcBef>
              <a:spcAft>
                <a:spcPts val="0"/>
              </a:spcAft>
              <a:buClr>
                <a:schemeClr val="lt1"/>
              </a:buClr>
              <a:buSzPts val="1800"/>
              <a:buFont typeface="Crimson Pro Medium"/>
              <a:buNone/>
              <a:defRPr sz="1800">
                <a:solidFill>
                  <a:schemeClr val="lt1"/>
                </a:solidFill>
                <a:latin typeface="Crimson Pro Medium"/>
                <a:ea typeface="Crimson Pro Medium"/>
                <a:cs typeface="Crimson Pro Medium"/>
                <a:sym typeface="Crimson Pro Medium"/>
              </a:defRPr>
            </a:lvl2pPr>
            <a:lvl3pPr lvl="2" algn="ctr">
              <a:spcBef>
                <a:spcPts val="0"/>
              </a:spcBef>
              <a:spcAft>
                <a:spcPts val="0"/>
              </a:spcAft>
              <a:buClr>
                <a:schemeClr val="lt1"/>
              </a:buClr>
              <a:buSzPts val="1800"/>
              <a:buFont typeface="Crimson Pro Medium"/>
              <a:buNone/>
              <a:defRPr sz="1800">
                <a:solidFill>
                  <a:schemeClr val="lt1"/>
                </a:solidFill>
                <a:latin typeface="Crimson Pro Medium"/>
                <a:ea typeface="Crimson Pro Medium"/>
                <a:cs typeface="Crimson Pro Medium"/>
                <a:sym typeface="Crimson Pro Medium"/>
              </a:defRPr>
            </a:lvl3pPr>
            <a:lvl4pPr lvl="3" algn="ctr">
              <a:spcBef>
                <a:spcPts val="0"/>
              </a:spcBef>
              <a:spcAft>
                <a:spcPts val="0"/>
              </a:spcAft>
              <a:buClr>
                <a:schemeClr val="lt1"/>
              </a:buClr>
              <a:buSzPts val="1800"/>
              <a:buFont typeface="Crimson Pro Medium"/>
              <a:buNone/>
              <a:defRPr sz="1800">
                <a:solidFill>
                  <a:schemeClr val="lt1"/>
                </a:solidFill>
                <a:latin typeface="Crimson Pro Medium"/>
                <a:ea typeface="Crimson Pro Medium"/>
                <a:cs typeface="Crimson Pro Medium"/>
                <a:sym typeface="Crimson Pro Medium"/>
              </a:defRPr>
            </a:lvl4pPr>
            <a:lvl5pPr lvl="4" algn="ctr">
              <a:spcBef>
                <a:spcPts val="0"/>
              </a:spcBef>
              <a:spcAft>
                <a:spcPts val="0"/>
              </a:spcAft>
              <a:buClr>
                <a:schemeClr val="lt1"/>
              </a:buClr>
              <a:buSzPts val="1800"/>
              <a:buFont typeface="Crimson Pro Medium"/>
              <a:buNone/>
              <a:defRPr sz="1800">
                <a:solidFill>
                  <a:schemeClr val="lt1"/>
                </a:solidFill>
                <a:latin typeface="Crimson Pro Medium"/>
                <a:ea typeface="Crimson Pro Medium"/>
                <a:cs typeface="Crimson Pro Medium"/>
                <a:sym typeface="Crimson Pro Medium"/>
              </a:defRPr>
            </a:lvl5pPr>
            <a:lvl6pPr lvl="5" algn="ctr">
              <a:spcBef>
                <a:spcPts val="0"/>
              </a:spcBef>
              <a:spcAft>
                <a:spcPts val="0"/>
              </a:spcAft>
              <a:buClr>
                <a:schemeClr val="lt1"/>
              </a:buClr>
              <a:buSzPts val="1800"/>
              <a:buFont typeface="Crimson Pro Medium"/>
              <a:buNone/>
              <a:defRPr sz="1800">
                <a:solidFill>
                  <a:schemeClr val="lt1"/>
                </a:solidFill>
                <a:latin typeface="Crimson Pro Medium"/>
                <a:ea typeface="Crimson Pro Medium"/>
                <a:cs typeface="Crimson Pro Medium"/>
                <a:sym typeface="Crimson Pro Medium"/>
              </a:defRPr>
            </a:lvl6pPr>
            <a:lvl7pPr lvl="6" algn="ctr">
              <a:spcBef>
                <a:spcPts val="0"/>
              </a:spcBef>
              <a:spcAft>
                <a:spcPts val="0"/>
              </a:spcAft>
              <a:buClr>
                <a:schemeClr val="lt1"/>
              </a:buClr>
              <a:buSzPts val="1800"/>
              <a:buFont typeface="Crimson Pro Medium"/>
              <a:buNone/>
              <a:defRPr sz="1800">
                <a:solidFill>
                  <a:schemeClr val="lt1"/>
                </a:solidFill>
                <a:latin typeface="Crimson Pro Medium"/>
                <a:ea typeface="Crimson Pro Medium"/>
                <a:cs typeface="Crimson Pro Medium"/>
                <a:sym typeface="Crimson Pro Medium"/>
              </a:defRPr>
            </a:lvl7pPr>
            <a:lvl8pPr lvl="7" algn="ctr">
              <a:spcBef>
                <a:spcPts val="0"/>
              </a:spcBef>
              <a:spcAft>
                <a:spcPts val="0"/>
              </a:spcAft>
              <a:buClr>
                <a:schemeClr val="lt1"/>
              </a:buClr>
              <a:buSzPts val="1800"/>
              <a:buFont typeface="Crimson Pro Medium"/>
              <a:buNone/>
              <a:defRPr sz="1800">
                <a:solidFill>
                  <a:schemeClr val="lt1"/>
                </a:solidFill>
                <a:latin typeface="Crimson Pro Medium"/>
                <a:ea typeface="Crimson Pro Medium"/>
                <a:cs typeface="Crimson Pro Medium"/>
                <a:sym typeface="Crimson Pro Medium"/>
              </a:defRPr>
            </a:lvl8pPr>
            <a:lvl9pPr lvl="8" algn="ctr">
              <a:spcBef>
                <a:spcPts val="0"/>
              </a:spcBef>
              <a:spcAft>
                <a:spcPts val="0"/>
              </a:spcAft>
              <a:buClr>
                <a:schemeClr val="lt1"/>
              </a:buClr>
              <a:buSzPts val="1800"/>
              <a:buFont typeface="Crimson Pro Medium"/>
              <a:buNone/>
              <a:defRPr sz="1800">
                <a:solidFill>
                  <a:schemeClr val="lt1"/>
                </a:solidFill>
                <a:latin typeface="Crimson Pro Medium"/>
                <a:ea typeface="Crimson Pro Medium"/>
                <a:cs typeface="Crimson Pro Medium"/>
                <a:sym typeface="Crimson Pro Medium"/>
              </a:defRPr>
            </a:lvl9pPr>
          </a:lstStyle>
          <a:p/>
        </p:txBody>
      </p:sp>
      <p:sp>
        <p:nvSpPr>
          <p:cNvPr id="179" name="Google Shape;179;p25"/>
          <p:cNvSpPr txBox="1"/>
          <p:nvPr>
            <p:ph idx="2" type="subTitle"/>
          </p:nvPr>
        </p:nvSpPr>
        <p:spPr>
          <a:xfrm>
            <a:off x="2630850" y="2359377"/>
            <a:ext cx="1782300" cy="7830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1800"/>
              <a:buFont typeface="Crimson Pro Medium"/>
              <a:buNone/>
              <a:defRPr sz="1800">
                <a:solidFill>
                  <a:schemeClr val="lt1"/>
                </a:solidFill>
                <a:latin typeface="Crimson Pro Medium"/>
                <a:ea typeface="Crimson Pro Medium"/>
                <a:cs typeface="Crimson Pro Medium"/>
                <a:sym typeface="Crimson Pro Medium"/>
              </a:defRPr>
            </a:lvl1pPr>
            <a:lvl2pPr lvl="1" algn="ctr">
              <a:spcBef>
                <a:spcPts val="0"/>
              </a:spcBef>
              <a:spcAft>
                <a:spcPts val="0"/>
              </a:spcAft>
              <a:buClr>
                <a:schemeClr val="lt1"/>
              </a:buClr>
              <a:buSzPts val="1800"/>
              <a:buFont typeface="Crimson Pro Medium"/>
              <a:buNone/>
              <a:defRPr sz="1800">
                <a:solidFill>
                  <a:schemeClr val="lt1"/>
                </a:solidFill>
                <a:latin typeface="Crimson Pro Medium"/>
                <a:ea typeface="Crimson Pro Medium"/>
                <a:cs typeface="Crimson Pro Medium"/>
                <a:sym typeface="Crimson Pro Medium"/>
              </a:defRPr>
            </a:lvl2pPr>
            <a:lvl3pPr lvl="2" algn="ctr">
              <a:spcBef>
                <a:spcPts val="0"/>
              </a:spcBef>
              <a:spcAft>
                <a:spcPts val="0"/>
              </a:spcAft>
              <a:buClr>
                <a:schemeClr val="lt1"/>
              </a:buClr>
              <a:buSzPts val="1800"/>
              <a:buFont typeface="Crimson Pro Medium"/>
              <a:buNone/>
              <a:defRPr sz="1800">
                <a:solidFill>
                  <a:schemeClr val="lt1"/>
                </a:solidFill>
                <a:latin typeface="Crimson Pro Medium"/>
                <a:ea typeface="Crimson Pro Medium"/>
                <a:cs typeface="Crimson Pro Medium"/>
                <a:sym typeface="Crimson Pro Medium"/>
              </a:defRPr>
            </a:lvl3pPr>
            <a:lvl4pPr lvl="3" algn="ctr">
              <a:spcBef>
                <a:spcPts val="0"/>
              </a:spcBef>
              <a:spcAft>
                <a:spcPts val="0"/>
              </a:spcAft>
              <a:buClr>
                <a:schemeClr val="lt1"/>
              </a:buClr>
              <a:buSzPts val="1800"/>
              <a:buFont typeface="Crimson Pro Medium"/>
              <a:buNone/>
              <a:defRPr sz="1800">
                <a:solidFill>
                  <a:schemeClr val="lt1"/>
                </a:solidFill>
                <a:latin typeface="Crimson Pro Medium"/>
                <a:ea typeface="Crimson Pro Medium"/>
                <a:cs typeface="Crimson Pro Medium"/>
                <a:sym typeface="Crimson Pro Medium"/>
              </a:defRPr>
            </a:lvl4pPr>
            <a:lvl5pPr lvl="4" algn="ctr">
              <a:spcBef>
                <a:spcPts val="0"/>
              </a:spcBef>
              <a:spcAft>
                <a:spcPts val="0"/>
              </a:spcAft>
              <a:buClr>
                <a:schemeClr val="lt1"/>
              </a:buClr>
              <a:buSzPts val="1800"/>
              <a:buFont typeface="Crimson Pro Medium"/>
              <a:buNone/>
              <a:defRPr sz="1800">
                <a:solidFill>
                  <a:schemeClr val="lt1"/>
                </a:solidFill>
                <a:latin typeface="Crimson Pro Medium"/>
                <a:ea typeface="Crimson Pro Medium"/>
                <a:cs typeface="Crimson Pro Medium"/>
                <a:sym typeface="Crimson Pro Medium"/>
              </a:defRPr>
            </a:lvl5pPr>
            <a:lvl6pPr lvl="5" algn="ctr">
              <a:spcBef>
                <a:spcPts val="0"/>
              </a:spcBef>
              <a:spcAft>
                <a:spcPts val="0"/>
              </a:spcAft>
              <a:buClr>
                <a:schemeClr val="lt1"/>
              </a:buClr>
              <a:buSzPts val="1800"/>
              <a:buFont typeface="Crimson Pro Medium"/>
              <a:buNone/>
              <a:defRPr sz="1800">
                <a:solidFill>
                  <a:schemeClr val="lt1"/>
                </a:solidFill>
                <a:latin typeface="Crimson Pro Medium"/>
                <a:ea typeface="Crimson Pro Medium"/>
                <a:cs typeface="Crimson Pro Medium"/>
                <a:sym typeface="Crimson Pro Medium"/>
              </a:defRPr>
            </a:lvl6pPr>
            <a:lvl7pPr lvl="6" algn="ctr">
              <a:spcBef>
                <a:spcPts val="0"/>
              </a:spcBef>
              <a:spcAft>
                <a:spcPts val="0"/>
              </a:spcAft>
              <a:buClr>
                <a:schemeClr val="lt1"/>
              </a:buClr>
              <a:buSzPts val="1800"/>
              <a:buFont typeface="Crimson Pro Medium"/>
              <a:buNone/>
              <a:defRPr sz="1800">
                <a:solidFill>
                  <a:schemeClr val="lt1"/>
                </a:solidFill>
                <a:latin typeface="Crimson Pro Medium"/>
                <a:ea typeface="Crimson Pro Medium"/>
                <a:cs typeface="Crimson Pro Medium"/>
                <a:sym typeface="Crimson Pro Medium"/>
              </a:defRPr>
            </a:lvl7pPr>
            <a:lvl8pPr lvl="7" algn="ctr">
              <a:spcBef>
                <a:spcPts val="0"/>
              </a:spcBef>
              <a:spcAft>
                <a:spcPts val="0"/>
              </a:spcAft>
              <a:buClr>
                <a:schemeClr val="lt1"/>
              </a:buClr>
              <a:buSzPts val="1800"/>
              <a:buFont typeface="Crimson Pro Medium"/>
              <a:buNone/>
              <a:defRPr sz="1800">
                <a:solidFill>
                  <a:schemeClr val="lt1"/>
                </a:solidFill>
                <a:latin typeface="Crimson Pro Medium"/>
                <a:ea typeface="Crimson Pro Medium"/>
                <a:cs typeface="Crimson Pro Medium"/>
                <a:sym typeface="Crimson Pro Medium"/>
              </a:defRPr>
            </a:lvl8pPr>
            <a:lvl9pPr lvl="8" algn="ctr">
              <a:spcBef>
                <a:spcPts val="0"/>
              </a:spcBef>
              <a:spcAft>
                <a:spcPts val="0"/>
              </a:spcAft>
              <a:buClr>
                <a:schemeClr val="lt1"/>
              </a:buClr>
              <a:buSzPts val="1800"/>
              <a:buFont typeface="Crimson Pro Medium"/>
              <a:buNone/>
              <a:defRPr sz="1800">
                <a:solidFill>
                  <a:schemeClr val="lt1"/>
                </a:solidFill>
                <a:latin typeface="Crimson Pro Medium"/>
                <a:ea typeface="Crimson Pro Medium"/>
                <a:cs typeface="Crimson Pro Medium"/>
                <a:sym typeface="Crimson Pro Medium"/>
              </a:defRPr>
            </a:lvl9pPr>
          </a:lstStyle>
          <a:p/>
        </p:txBody>
      </p:sp>
      <p:sp>
        <p:nvSpPr>
          <p:cNvPr id="180" name="Google Shape;180;p25"/>
          <p:cNvSpPr txBox="1"/>
          <p:nvPr>
            <p:ph idx="3" type="subTitle"/>
          </p:nvPr>
        </p:nvSpPr>
        <p:spPr>
          <a:xfrm>
            <a:off x="2630850" y="3142377"/>
            <a:ext cx="1782300" cy="7830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1800"/>
              <a:buFont typeface="Crimson Pro Medium"/>
              <a:buNone/>
              <a:defRPr sz="1800">
                <a:solidFill>
                  <a:schemeClr val="lt1"/>
                </a:solidFill>
                <a:latin typeface="Crimson Pro Medium"/>
                <a:ea typeface="Crimson Pro Medium"/>
                <a:cs typeface="Crimson Pro Medium"/>
                <a:sym typeface="Crimson Pro Medium"/>
              </a:defRPr>
            </a:lvl1pPr>
            <a:lvl2pPr lvl="1" algn="ctr">
              <a:spcBef>
                <a:spcPts val="0"/>
              </a:spcBef>
              <a:spcAft>
                <a:spcPts val="0"/>
              </a:spcAft>
              <a:buClr>
                <a:schemeClr val="lt1"/>
              </a:buClr>
              <a:buSzPts val="1800"/>
              <a:buFont typeface="Crimson Pro Medium"/>
              <a:buNone/>
              <a:defRPr sz="1800">
                <a:solidFill>
                  <a:schemeClr val="lt1"/>
                </a:solidFill>
                <a:latin typeface="Crimson Pro Medium"/>
                <a:ea typeface="Crimson Pro Medium"/>
                <a:cs typeface="Crimson Pro Medium"/>
                <a:sym typeface="Crimson Pro Medium"/>
              </a:defRPr>
            </a:lvl2pPr>
            <a:lvl3pPr lvl="2" algn="ctr">
              <a:spcBef>
                <a:spcPts val="0"/>
              </a:spcBef>
              <a:spcAft>
                <a:spcPts val="0"/>
              </a:spcAft>
              <a:buClr>
                <a:schemeClr val="lt1"/>
              </a:buClr>
              <a:buSzPts val="1800"/>
              <a:buFont typeface="Crimson Pro Medium"/>
              <a:buNone/>
              <a:defRPr sz="1800">
                <a:solidFill>
                  <a:schemeClr val="lt1"/>
                </a:solidFill>
                <a:latin typeface="Crimson Pro Medium"/>
                <a:ea typeface="Crimson Pro Medium"/>
                <a:cs typeface="Crimson Pro Medium"/>
                <a:sym typeface="Crimson Pro Medium"/>
              </a:defRPr>
            </a:lvl3pPr>
            <a:lvl4pPr lvl="3" algn="ctr">
              <a:spcBef>
                <a:spcPts val="0"/>
              </a:spcBef>
              <a:spcAft>
                <a:spcPts val="0"/>
              </a:spcAft>
              <a:buClr>
                <a:schemeClr val="lt1"/>
              </a:buClr>
              <a:buSzPts val="1800"/>
              <a:buFont typeface="Crimson Pro Medium"/>
              <a:buNone/>
              <a:defRPr sz="1800">
                <a:solidFill>
                  <a:schemeClr val="lt1"/>
                </a:solidFill>
                <a:latin typeface="Crimson Pro Medium"/>
                <a:ea typeface="Crimson Pro Medium"/>
                <a:cs typeface="Crimson Pro Medium"/>
                <a:sym typeface="Crimson Pro Medium"/>
              </a:defRPr>
            </a:lvl4pPr>
            <a:lvl5pPr lvl="4" algn="ctr">
              <a:spcBef>
                <a:spcPts val="0"/>
              </a:spcBef>
              <a:spcAft>
                <a:spcPts val="0"/>
              </a:spcAft>
              <a:buClr>
                <a:schemeClr val="lt1"/>
              </a:buClr>
              <a:buSzPts val="1800"/>
              <a:buFont typeface="Crimson Pro Medium"/>
              <a:buNone/>
              <a:defRPr sz="1800">
                <a:solidFill>
                  <a:schemeClr val="lt1"/>
                </a:solidFill>
                <a:latin typeface="Crimson Pro Medium"/>
                <a:ea typeface="Crimson Pro Medium"/>
                <a:cs typeface="Crimson Pro Medium"/>
                <a:sym typeface="Crimson Pro Medium"/>
              </a:defRPr>
            </a:lvl5pPr>
            <a:lvl6pPr lvl="5" algn="ctr">
              <a:spcBef>
                <a:spcPts val="0"/>
              </a:spcBef>
              <a:spcAft>
                <a:spcPts val="0"/>
              </a:spcAft>
              <a:buClr>
                <a:schemeClr val="lt1"/>
              </a:buClr>
              <a:buSzPts val="1800"/>
              <a:buFont typeface="Crimson Pro Medium"/>
              <a:buNone/>
              <a:defRPr sz="1800">
                <a:solidFill>
                  <a:schemeClr val="lt1"/>
                </a:solidFill>
                <a:latin typeface="Crimson Pro Medium"/>
                <a:ea typeface="Crimson Pro Medium"/>
                <a:cs typeface="Crimson Pro Medium"/>
                <a:sym typeface="Crimson Pro Medium"/>
              </a:defRPr>
            </a:lvl6pPr>
            <a:lvl7pPr lvl="6" algn="ctr">
              <a:spcBef>
                <a:spcPts val="0"/>
              </a:spcBef>
              <a:spcAft>
                <a:spcPts val="0"/>
              </a:spcAft>
              <a:buClr>
                <a:schemeClr val="lt1"/>
              </a:buClr>
              <a:buSzPts val="1800"/>
              <a:buFont typeface="Crimson Pro Medium"/>
              <a:buNone/>
              <a:defRPr sz="1800">
                <a:solidFill>
                  <a:schemeClr val="lt1"/>
                </a:solidFill>
                <a:latin typeface="Crimson Pro Medium"/>
                <a:ea typeface="Crimson Pro Medium"/>
                <a:cs typeface="Crimson Pro Medium"/>
                <a:sym typeface="Crimson Pro Medium"/>
              </a:defRPr>
            </a:lvl7pPr>
            <a:lvl8pPr lvl="7" algn="ctr">
              <a:spcBef>
                <a:spcPts val="0"/>
              </a:spcBef>
              <a:spcAft>
                <a:spcPts val="0"/>
              </a:spcAft>
              <a:buClr>
                <a:schemeClr val="lt1"/>
              </a:buClr>
              <a:buSzPts val="1800"/>
              <a:buFont typeface="Crimson Pro Medium"/>
              <a:buNone/>
              <a:defRPr sz="1800">
                <a:solidFill>
                  <a:schemeClr val="lt1"/>
                </a:solidFill>
                <a:latin typeface="Crimson Pro Medium"/>
                <a:ea typeface="Crimson Pro Medium"/>
                <a:cs typeface="Crimson Pro Medium"/>
                <a:sym typeface="Crimson Pro Medium"/>
              </a:defRPr>
            </a:lvl8pPr>
            <a:lvl9pPr lvl="8" algn="ctr">
              <a:spcBef>
                <a:spcPts val="0"/>
              </a:spcBef>
              <a:spcAft>
                <a:spcPts val="0"/>
              </a:spcAft>
              <a:buClr>
                <a:schemeClr val="lt1"/>
              </a:buClr>
              <a:buSzPts val="1800"/>
              <a:buFont typeface="Crimson Pro Medium"/>
              <a:buNone/>
              <a:defRPr sz="1800">
                <a:solidFill>
                  <a:schemeClr val="lt1"/>
                </a:solidFill>
                <a:latin typeface="Crimson Pro Medium"/>
                <a:ea typeface="Crimson Pro Medium"/>
                <a:cs typeface="Crimson Pro Medium"/>
                <a:sym typeface="Crimson Pro Medium"/>
              </a:defRPr>
            </a:lvl9pPr>
          </a:lstStyle>
          <a:p/>
        </p:txBody>
      </p:sp>
      <p:sp>
        <p:nvSpPr>
          <p:cNvPr id="181" name="Google Shape;181;p25"/>
          <p:cNvSpPr txBox="1"/>
          <p:nvPr>
            <p:ph idx="4" type="subTitle"/>
          </p:nvPr>
        </p:nvSpPr>
        <p:spPr>
          <a:xfrm>
            <a:off x="2630850" y="3998752"/>
            <a:ext cx="1782300" cy="7830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1800"/>
              <a:buFont typeface="Crimson Pro Medium"/>
              <a:buNone/>
              <a:defRPr sz="1800">
                <a:solidFill>
                  <a:schemeClr val="lt1"/>
                </a:solidFill>
                <a:latin typeface="Crimson Pro Medium"/>
                <a:ea typeface="Crimson Pro Medium"/>
                <a:cs typeface="Crimson Pro Medium"/>
                <a:sym typeface="Crimson Pro Medium"/>
              </a:defRPr>
            </a:lvl1pPr>
            <a:lvl2pPr lvl="1" algn="ctr">
              <a:spcBef>
                <a:spcPts val="0"/>
              </a:spcBef>
              <a:spcAft>
                <a:spcPts val="0"/>
              </a:spcAft>
              <a:buClr>
                <a:schemeClr val="lt1"/>
              </a:buClr>
              <a:buSzPts val="1800"/>
              <a:buFont typeface="Crimson Pro Medium"/>
              <a:buNone/>
              <a:defRPr sz="1800">
                <a:solidFill>
                  <a:schemeClr val="lt1"/>
                </a:solidFill>
                <a:latin typeface="Crimson Pro Medium"/>
                <a:ea typeface="Crimson Pro Medium"/>
                <a:cs typeface="Crimson Pro Medium"/>
                <a:sym typeface="Crimson Pro Medium"/>
              </a:defRPr>
            </a:lvl2pPr>
            <a:lvl3pPr lvl="2" algn="ctr">
              <a:spcBef>
                <a:spcPts val="0"/>
              </a:spcBef>
              <a:spcAft>
                <a:spcPts val="0"/>
              </a:spcAft>
              <a:buClr>
                <a:schemeClr val="lt1"/>
              </a:buClr>
              <a:buSzPts val="1800"/>
              <a:buFont typeface="Crimson Pro Medium"/>
              <a:buNone/>
              <a:defRPr sz="1800">
                <a:solidFill>
                  <a:schemeClr val="lt1"/>
                </a:solidFill>
                <a:latin typeface="Crimson Pro Medium"/>
                <a:ea typeface="Crimson Pro Medium"/>
                <a:cs typeface="Crimson Pro Medium"/>
                <a:sym typeface="Crimson Pro Medium"/>
              </a:defRPr>
            </a:lvl3pPr>
            <a:lvl4pPr lvl="3" algn="ctr">
              <a:spcBef>
                <a:spcPts val="0"/>
              </a:spcBef>
              <a:spcAft>
                <a:spcPts val="0"/>
              </a:spcAft>
              <a:buClr>
                <a:schemeClr val="lt1"/>
              </a:buClr>
              <a:buSzPts val="1800"/>
              <a:buFont typeface="Crimson Pro Medium"/>
              <a:buNone/>
              <a:defRPr sz="1800">
                <a:solidFill>
                  <a:schemeClr val="lt1"/>
                </a:solidFill>
                <a:latin typeface="Crimson Pro Medium"/>
                <a:ea typeface="Crimson Pro Medium"/>
                <a:cs typeface="Crimson Pro Medium"/>
                <a:sym typeface="Crimson Pro Medium"/>
              </a:defRPr>
            </a:lvl4pPr>
            <a:lvl5pPr lvl="4" algn="ctr">
              <a:spcBef>
                <a:spcPts val="0"/>
              </a:spcBef>
              <a:spcAft>
                <a:spcPts val="0"/>
              </a:spcAft>
              <a:buClr>
                <a:schemeClr val="lt1"/>
              </a:buClr>
              <a:buSzPts val="1800"/>
              <a:buFont typeface="Crimson Pro Medium"/>
              <a:buNone/>
              <a:defRPr sz="1800">
                <a:solidFill>
                  <a:schemeClr val="lt1"/>
                </a:solidFill>
                <a:latin typeface="Crimson Pro Medium"/>
                <a:ea typeface="Crimson Pro Medium"/>
                <a:cs typeface="Crimson Pro Medium"/>
                <a:sym typeface="Crimson Pro Medium"/>
              </a:defRPr>
            </a:lvl5pPr>
            <a:lvl6pPr lvl="5" algn="ctr">
              <a:spcBef>
                <a:spcPts val="0"/>
              </a:spcBef>
              <a:spcAft>
                <a:spcPts val="0"/>
              </a:spcAft>
              <a:buClr>
                <a:schemeClr val="lt1"/>
              </a:buClr>
              <a:buSzPts val="1800"/>
              <a:buFont typeface="Crimson Pro Medium"/>
              <a:buNone/>
              <a:defRPr sz="1800">
                <a:solidFill>
                  <a:schemeClr val="lt1"/>
                </a:solidFill>
                <a:latin typeface="Crimson Pro Medium"/>
                <a:ea typeface="Crimson Pro Medium"/>
                <a:cs typeface="Crimson Pro Medium"/>
                <a:sym typeface="Crimson Pro Medium"/>
              </a:defRPr>
            </a:lvl6pPr>
            <a:lvl7pPr lvl="6" algn="ctr">
              <a:spcBef>
                <a:spcPts val="0"/>
              </a:spcBef>
              <a:spcAft>
                <a:spcPts val="0"/>
              </a:spcAft>
              <a:buClr>
                <a:schemeClr val="lt1"/>
              </a:buClr>
              <a:buSzPts val="1800"/>
              <a:buFont typeface="Crimson Pro Medium"/>
              <a:buNone/>
              <a:defRPr sz="1800">
                <a:solidFill>
                  <a:schemeClr val="lt1"/>
                </a:solidFill>
                <a:latin typeface="Crimson Pro Medium"/>
                <a:ea typeface="Crimson Pro Medium"/>
                <a:cs typeface="Crimson Pro Medium"/>
                <a:sym typeface="Crimson Pro Medium"/>
              </a:defRPr>
            </a:lvl7pPr>
            <a:lvl8pPr lvl="7" algn="ctr">
              <a:spcBef>
                <a:spcPts val="0"/>
              </a:spcBef>
              <a:spcAft>
                <a:spcPts val="0"/>
              </a:spcAft>
              <a:buClr>
                <a:schemeClr val="lt1"/>
              </a:buClr>
              <a:buSzPts val="1800"/>
              <a:buFont typeface="Crimson Pro Medium"/>
              <a:buNone/>
              <a:defRPr sz="1800">
                <a:solidFill>
                  <a:schemeClr val="lt1"/>
                </a:solidFill>
                <a:latin typeface="Crimson Pro Medium"/>
                <a:ea typeface="Crimson Pro Medium"/>
                <a:cs typeface="Crimson Pro Medium"/>
                <a:sym typeface="Crimson Pro Medium"/>
              </a:defRPr>
            </a:lvl8pPr>
            <a:lvl9pPr lvl="8" algn="ctr">
              <a:spcBef>
                <a:spcPts val="0"/>
              </a:spcBef>
              <a:spcAft>
                <a:spcPts val="0"/>
              </a:spcAft>
              <a:buClr>
                <a:schemeClr val="lt1"/>
              </a:buClr>
              <a:buSzPts val="1800"/>
              <a:buFont typeface="Crimson Pro Medium"/>
              <a:buNone/>
              <a:defRPr sz="1800">
                <a:solidFill>
                  <a:schemeClr val="lt1"/>
                </a:solidFill>
                <a:latin typeface="Crimson Pro Medium"/>
                <a:ea typeface="Crimson Pro Medium"/>
                <a:cs typeface="Crimson Pro Medium"/>
                <a:sym typeface="Crimson Pro Medium"/>
              </a:defRPr>
            </a:lvl9pPr>
          </a:lstStyle>
          <a:p/>
        </p:txBody>
      </p:sp>
      <p:sp>
        <p:nvSpPr>
          <p:cNvPr id="182" name="Google Shape;182;p25"/>
          <p:cNvSpPr txBox="1"/>
          <p:nvPr>
            <p:ph idx="5" type="title"/>
          </p:nvPr>
        </p:nvSpPr>
        <p:spPr>
          <a:xfrm>
            <a:off x="6658275" y="1539825"/>
            <a:ext cx="2142600" cy="6780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sz="18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83" name="Google Shape;183;p25"/>
          <p:cNvSpPr txBox="1"/>
          <p:nvPr>
            <p:ph idx="6" type="title"/>
          </p:nvPr>
        </p:nvSpPr>
        <p:spPr>
          <a:xfrm>
            <a:off x="6156125" y="2372675"/>
            <a:ext cx="2644500" cy="6780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sz="18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84" name="Google Shape;184;p25"/>
          <p:cNvSpPr txBox="1"/>
          <p:nvPr>
            <p:ph idx="7" type="title"/>
          </p:nvPr>
        </p:nvSpPr>
        <p:spPr>
          <a:xfrm>
            <a:off x="5724800" y="3197675"/>
            <a:ext cx="3075900" cy="6780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sz="18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85" name="Google Shape;185;p25"/>
          <p:cNvSpPr txBox="1"/>
          <p:nvPr>
            <p:ph idx="8" type="title"/>
          </p:nvPr>
        </p:nvSpPr>
        <p:spPr>
          <a:xfrm>
            <a:off x="5229250" y="4051250"/>
            <a:ext cx="3571500" cy="6780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sz="18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86" name="Google Shape;186;p25"/>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p:cSld name="SECTION_TITLE_AND_DESCRIPTION">
    <p:spTree>
      <p:nvGrpSpPr>
        <p:cNvPr id="187" name="Shape 187"/>
        <p:cNvGrpSpPr/>
        <p:nvPr/>
      </p:nvGrpSpPr>
      <p:grpSpPr>
        <a:xfrm>
          <a:off x="0" y="0"/>
          <a:ext cx="0" cy="0"/>
          <a:chOff x="0" y="0"/>
          <a:chExt cx="0" cy="0"/>
        </a:xfrm>
      </p:grpSpPr>
      <p:sp>
        <p:nvSpPr>
          <p:cNvPr id="188" name="Google Shape;188;p26"/>
          <p:cNvSpPr/>
          <p:nvPr>
            <p:ph idx="2" type="pic"/>
          </p:nvPr>
        </p:nvSpPr>
        <p:spPr>
          <a:xfrm>
            <a:off x="0" y="0"/>
            <a:ext cx="9144000" cy="5143500"/>
          </a:xfrm>
          <a:prstGeom prst="rect">
            <a:avLst/>
          </a:prstGeom>
          <a:noFill/>
          <a:ln>
            <a:noFill/>
          </a:ln>
        </p:spPr>
      </p:sp>
      <p:sp>
        <p:nvSpPr>
          <p:cNvPr id="189" name="Google Shape;189;p26"/>
          <p:cNvSpPr txBox="1"/>
          <p:nvPr>
            <p:ph type="title"/>
          </p:nvPr>
        </p:nvSpPr>
        <p:spPr>
          <a:xfrm>
            <a:off x="4634650" y="0"/>
            <a:ext cx="4280700" cy="1954800"/>
          </a:xfrm>
          <a:prstGeom prst="rect">
            <a:avLst/>
          </a:prstGeom>
        </p:spPr>
        <p:txBody>
          <a:bodyPr anchorCtr="0" anchor="t" bIns="91425" lIns="91425" spcFirstLastPara="1" rIns="91425" wrap="square" tIns="91425">
            <a:noAutofit/>
          </a:bodyPr>
          <a:lstStyle>
            <a:lvl1pPr lvl="0" algn="r">
              <a:spcBef>
                <a:spcPts val="0"/>
              </a:spcBef>
              <a:spcAft>
                <a:spcPts val="0"/>
              </a:spcAft>
              <a:buClr>
                <a:schemeClr val="dk1"/>
              </a:buClr>
              <a:buSzPts val="7200"/>
              <a:buNone/>
              <a:defRPr sz="7200"/>
            </a:lvl1pPr>
            <a:lvl2pPr lvl="1">
              <a:spcBef>
                <a:spcPts val="0"/>
              </a:spcBef>
              <a:spcAft>
                <a:spcPts val="0"/>
              </a:spcAft>
              <a:buClr>
                <a:schemeClr val="dk1"/>
              </a:buClr>
              <a:buSzPts val="7200"/>
              <a:buNone/>
              <a:defRPr sz="7200"/>
            </a:lvl2pPr>
            <a:lvl3pPr lvl="2">
              <a:spcBef>
                <a:spcPts val="0"/>
              </a:spcBef>
              <a:spcAft>
                <a:spcPts val="0"/>
              </a:spcAft>
              <a:buClr>
                <a:schemeClr val="dk1"/>
              </a:buClr>
              <a:buSzPts val="7200"/>
              <a:buNone/>
              <a:defRPr sz="7200"/>
            </a:lvl3pPr>
            <a:lvl4pPr lvl="3">
              <a:spcBef>
                <a:spcPts val="0"/>
              </a:spcBef>
              <a:spcAft>
                <a:spcPts val="0"/>
              </a:spcAft>
              <a:buClr>
                <a:schemeClr val="dk1"/>
              </a:buClr>
              <a:buSzPts val="7200"/>
              <a:buNone/>
              <a:defRPr sz="7200"/>
            </a:lvl4pPr>
            <a:lvl5pPr lvl="4">
              <a:spcBef>
                <a:spcPts val="0"/>
              </a:spcBef>
              <a:spcAft>
                <a:spcPts val="0"/>
              </a:spcAft>
              <a:buClr>
                <a:schemeClr val="dk1"/>
              </a:buClr>
              <a:buSzPts val="7200"/>
              <a:buNone/>
              <a:defRPr sz="7200"/>
            </a:lvl5pPr>
            <a:lvl6pPr lvl="5">
              <a:spcBef>
                <a:spcPts val="0"/>
              </a:spcBef>
              <a:spcAft>
                <a:spcPts val="0"/>
              </a:spcAft>
              <a:buClr>
                <a:schemeClr val="dk1"/>
              </a:buClr>
              <a:buSzPts val="7200"/>
              <a:buNone/>
              <a:defRPr sz="7200"/>
            </a:lvl6pPr>
            <a:lvl7pPr lvl="6">
              <a:spcBef>
                <a:spcPts val="0"/>
              </a:spcBef>
              <a:spcAft>
                <a:spcPts val="0"/>
              </a:spcAft>
              <a:buClr>
                <a:schemeClr val="dk1"/>
              </a:buClr>
              <a:buSzPts val="7200"/>
              <a:buNone/>
              <a:defRPr sz="7200"/>
            </a:lvl7pPr>
            <a:lvl8pPr lvl="7">
              <a:spcBef>
                <a:spcPts val="0"/>
              </a:spcBef>
              <a:spcAft>
                <a:spcPts val="0"/>
              </a:spcAft>
              <a:buClr>
                <a:schemeClr val="dk1"/>
              </a:buClr>
              <a:buSzPts val="7200"/>
              <a:buNone/>
              <a:defRPr sz="7200"/>
            </a:lvl8pPr>
            <a:lvl9pPr lvl="8">
              <a:spcBef>
                <a:spcPts val="0"/>
              </a:spcBef>
              <a:spcAft>
                <a:spcPts val="0"/>
              </a:spcAft>
              <a:buClr>
                <a:schemeClr val="dk1"/>
              </a:buClr>
              <a:buSzPts val="7200"/>
              <a:buNone/>
              <a:defRPr sz="7200"/>
            </a:lvl9pPr>
          </a:lstStyle>
          <a:p/>
        </p:txBody>
      </p:sp>
      <p:sp>
        <p:nvSpPr>
          <p:cNvPr id="190" name="Google Shape;190;p26"/>
          <p:cNvSpPr txBox="1"/>
          <p:nvPr>
            <p:ph idx="3" type="title"/>
          </p:nvPr>
        </p:nvSpPr>
        <p:spPr>
          <a:xfrm>
            <a:off x="0" y="3677475"/>
            <a:ext cx="2491200" cy="13857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7200"/>
              <a:buNone/>
              <a:defRPr sz="7200"/>
            </a:lvl1pPr>
            <a:lvl2pPr lvl="1" algn="ctr">
              <a:spcBef>
                <a:spcPts val="0"/>
              </a:spcBef>
              <a:spcAft>
                <a:spcPts val="0"/>
              </a:spcAft>
              <a:buClr>
                <a:schemeClr val="dk1"/>
              </a:buClr>
              <a:buSzPts val="7200"/>
              <a:buNone/>
              <a:defRPr sz="7200"/>
            </a:lvl2pPr>
            <a:lvl3pPr lvl="2" algn="ctr">
              <a:spcBef>
                <a:spcPts val="0"/>
              </a:spcBef>
              <a:spcAft>
                <a:spcPts val="0"/>
              </a:spcAft>
              <a:buClr>
                <a:schemeClr val="dk1"/>
              </a:buClr>
              <a:buSzPts val="7200"/>
              <a:buNone/>
              <a:defRPr sz="7200"/>
            </a:lvl3pPr>
            <a:lvl4pPr lvl="3" algn="ctr">
              <a:spcBef>
                <a:spcPts val="0"/>
              </a:spcBef>
              <a:spcAft>
                <a:spcPts val="0"/>
              </a:spcAft>
              <a:buClr>
                <a:schemeClr val="dk1"/>
              </a:buClr>
              <a:buSzPts val="7200"/>
              <a:buNone/>
              <a:defRPr sz="7200"/>
            </a:lvl4pPr>
            <a:lvl5pPr lvl="4" algn="ctr">
              <a:spcBef>
                <a:spcPts val="0"/>
              </a:spcBef>
              <a:spcAft>
                <a:spcPts val="0"/>
              </a:spcAft>
              <a:buClr>
                <a:schemeClr val="dk1"/>
              </a:buClr>
              <a:buSzPts val="7200"/>
              <a:buNone/>
              <a:defRPr sz="7200"/>
            </a:lvl5pPr>
            <a:lvl6pPr lvl="5" algn="ctr">
              <a:spcBef>
                <a:spcPts val="0"/>
              </a:spcBef>
              <a:spcAft>
                <a:spcPts val="0"/>
              </a:spcAft>
              <a:buClr>
                <a:schemeClr val="dk1"/>
              </a:buClr>
              <a:buSzPts val="7200"/>
              <a:buNone/>
              <a:defRPr sz="7200"/>
            </a:lvl6pPr>
            <a:lvl7pPr lvl="6" algn="ctr">
              <a:spcBef>
                <a:spcPts val="0"/>
              </a:spcBef>
              <a:spcAft>
                <a:spcPts val="0"/>
              </a:spcAft>
              <a:buClr>
                <a:schemeClr val="dk1"/>
              </a:buClr>
              <a:buSzPts val="7200"/>
              <a:buNone/>
              <a:defRPr sz="7200"/>
            </a:lvl7pPr>
            <a:lvl8pPr lvl="7" algn="ctr">
              <a:spcBef>
                <a:spcPts val="0"/>
              </a:spcBef>
              <a:spcAft>
                <a:spcPts val="0"/>
              </a:spcAft>
              <a:buClr>
                <a:schemeClr val="dk1"/>
              </a:buClr>
              <a:buSzPts val="7200"/>
              <a:buNone/>
              <a:defRPr sz="7200"/>
            </a:lvl8pPr>
            <a:lvl9pPr lvl="8" algn="ctr">
              <a:spcBef>
                <a:spcPts val="0"/>
              </a:spcBef>
              <a:spcAft>
                <a:spcPts val="0"/>
              </a:spcAft>
              <a:buClr>
                <a:schemeClr val="dk1"/>
              </a:buClr>
              <a:buSzPts val="7200"/>
              <a:buNone/>
              <a:defRPr sz="7200"/>
            </a:lvl9pPr>
          </a:lstStyle>
          <a:p/>
        </p:txBody>
      </p:sp>
      <p:sp>
        <p:nvSpPr>
          <p:cNvPr id="191" name="Google Shape;191;p26"/>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Photo">
  <p:cSld name="CAPTION_ONLY">
    <p:spTree>
      <p:nvGrpSpPr>
        <p:cNvPr id="192" name="Shape 192"/>
        <p:cNvGrpSpPr/>
        <p:nvPr/>
      </p:nvGrpSpPr>
      <p:grpSpPr>
        <a:xfrm>
          <a:off x="0" y="0"/>
          <a:ext cx="0" cy="0"/>
          <a:chOff x="0" y="0"/>
          <a:chExt cx="0" cy="0"/>
        </a:xfrm>
      </p:grpSpPr>
      <p:sp>
        <p:nvSpPr>
          <p:cNvPr id="193" name="Google Shape;193;p27"/>
          <p:cNvSpPr/>
          <p:nvPr>
            <p:ph idx="2" type="pic"/>
          </p:nvPr>
        </p:nvSpPr>
        <p:spPr>
          <a:xfrm>
            <a:off x="0" y="0"/>
            <a:ext cx="9144000" cy="5143500"/>
          </a:xfrm>
          <a:prstGeom prst="rect">
            <a:avLst/>
          </a:prstGeom>
          <a:noFill/>
          <a:ln>
            <a:noFill/>
          </a:ln>
        </p:spPr>
      </p:sp>
      <p:sp>
        <p:nvSpPr>
          <p:cNvPr id="194" name="Google Shape;194;p27"/>
          <p:cNvSpPr txBox="1"/>
          <p:nvPr>
            <p:ph idx="1" type="subTitle"/>
          </p:nvPr>
        </p:nvSpPr>
        <p:spPr>
          <a:xfrm>
            <a:off x="6079775" y="3835075"/>
            <a:ext cx="2835600" cy="1231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2400"/>
              <a:buFont typeface="Crimson Pro"/>
              <a:buNone/>
              <a:defRPr>
                <a:latin typeface="Crimson Pro"/>
                <a:ea typeface="Crimson Pro"/>
                <a:cs typeface="Crimson Pro"/>
                <a:sym typeface="Crimson Pro"/>
              </a:defRPr>
            </a:lvl1pPr>
            <a:lvl2pPr lvl="1">
              <a:spcBef>
                <a:spcPts val="0"/>
              </a:spcBef>
              <a:spcAft>
                <a:spcPts val="0"/>
              </a:spcAft>
              <a:buSzPts val="2400"/>
              <a:buFont typeface="Crimson Pro"/>
              <a:buNone/>
              <a:defRPr>
                <a:latin typeface="Crimson Pro"/>
                <a:ea typeface="Crimson Pro"/>
                <a:cs typeface="Crimson Pro"/>
                <a:sym typeface="Crimson Pro"/>
              </a:defRPr>
            </a:lvl2pPr>
            <a:lvl3pPr lvl="2">
              <a:spcBef>
                <a:spcPts val="0"/>
              </a:spcBef>
              <a:spcAft>
                <a:spcPts val="0"/>
              </a:spcAft>
              <a:buSzPts val="2400"/>
              <a:buFont typeface="Crimson Pro"/>
              <a:buNone/>
              <a:defRPr>
                <a:latin typeface="Crimson Pro"/>
                <a:ea typeface="Crimson Pro"/>
                <a:cs typeface="Crimson Pro"/>
                <a:sym typeface="Crimson Pro"/>
              </a:defRPr>
            </a:lvl3pPr>
            <a:lvl4pPr lvl="3">
              <a:spcBef>
                <a:spcPts val="0"/>
              </a:spcBef>
              <a:spcAft>
                <a:spcPts val="0"/>
              </a:spcAft>
              <a:buSzPts val="2400"/>
              <a:buFont typeface="Crimson Pro"/>
              <a:buNone/>
              <a:defRPr>
                <a:latin typeface="Crimson Pro"/>
                <a:ea typeface="Crimson Pro"/>
                <a:cs typeface="Crimson Pro"/>
                <a:sym typeface="Crimson Pro"/>
              </a:defRPr>
            </a:lvl4pPr>
            <a:lvl5pPr lvl="4">
              <a:spcBef>
                <a:spcPts val="0"/>
              </a:spcBef>
              <a:spcAft>
                <a:spcPts val="0"/>
              </a:spcAft>
              <a:buSzPts val="2400"/>
              <a:buFont typeface="Crimson Pro"/>
              <a:buNone/>
              <a:defRPr>
                <a:latin typeface="Crimson Pro"/>
                <a:ea typeface="Crimson Pro"/>
                <a:cs typeface="Crimson Pro"/>
                <a:sym typeface="Crimson Pro"/>
              </a:defRPr>
            </a:lvl5pPr>
            <a:lvl6pPr lvl="5">
              <a:spcBef>
                <a:spcPts val="0"/>
              </a:spcBef>
              <a:spcAft>
                <a:spcPts val="0"/>
              </a:spcAft>
              <a:buSzPts val="2400"/>
              <a:buFont typeface="Crimson Pro"/>
              <a:buNone/>
              <a:defRPr>
                <a:latin typeface="Crimson Pro"/>
                <a:ea typeface="Crimson Pro"/>
                <a:cs typeface="Crimson Pro"/>
                <a:sym typeface="Crimson Pro"/>
              </a:defRPr>
            </a:lvl6pPr>
            <a:lvl7pPr lvl="6">
              <a:spcBef>
                <a:spcPts val="0"/>
              </a:spcBef>
              <a:spcAft>
                <a:spcPts val="0"/>
              </a:spcAft>
              <a:buSzPts val="2400"/>
              <a:buFont typeface="Crimson Pro"/>
              <a:buNone/>
              <a:defRPr>
                <a:latin typeface="Crimson Pro"/>
                <a:ea typeface="Crimson Pro"/>
                <a:cs typeface="Crimson Pro"/>
                <a:sym typeface="Crimson Pro"/>
              </a:defRPr>
            </a:lvl7pPr>
            <a:lvl8pPr lvl="7">
              <a:spcBef>
                <a:spcPts val="0"/>
              </a:spcBef>
              <a:spcAft>
                <a:spcPts val="0"/>
              </a:spcAft>
              <a:buSzPts val="2400"/>
              <a:buFont typeface="Crimson Pro"/>
              <a:buNone/>
              <a:defRPr>
                <a:latin typeface="Crimson Pro"/>
                <a:ea typeface="Crimson Pro"/>
                <a:cs typeface="Crimson Pro"/>
                <a:sym typeface="Crimson Pro"/>
              </a:defRPr>
            </a:lvl8pPr>
            <a:lvl9pPr lvl="8">
              <a:spcBef>
                <a:spcPts val="0"/>
              </a:spcBef>
              <a:spcAft>
                <a:spcPts val="0"/>
              </a:spcAft>
              <a:buSzPts val="2400"/>
              <a:buFont typeface="Crimson Pro"/>
              <a:buNone/>
              <a:defRPr>
                <a:latin typeface="Crimson Pro"/>
                <a:ea typeface="Crimson Pro"/>
                <a:cs typeface="Crimson Pro"/>
                <a:sym typeface="Crimson Pro"/>
              </a:defRPr>
            </a:lvl9pPr>
          </a:lstStyle>
          <a:p/>
        </p:txBody>
      </p:sp>
      <p:sp>
        <p:nvSpPr>
          <p:cNvPr id="195" name="Google Shape;195;p27"/>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oduct slide 2">
  <p:cSld name="BIG_NUMBER">
    <p:spTree>
      <p:nvGrpSpPr>
        <p:cNvPr id="196" name="Shape 196"/>
        <p:cNvGrpSpPr/>
        <p:nvPr/>
      </p:nvGrpSpPr>
      <p:grpSpPr>
        <a:xfrm>
          <a:off x="0" y="0"/>
          <a:ext cx="0" cy="0"/>
          <a:chOff x="0" y="0"/>
          <a:chExt cx="0" cy="0"/>
        </a:xfrm>
      </p:grpSpPr>
      <p:sp>
        <p:nvSpPr>
          <p:cNvPr id="197" name="Google Shape;197;p28"/>
          <p:cNvSpPr/>
          <p:nvPr>
            <p:ph idx="2" type="pic"/>
          </p:nvPr>
        </p:nvSpPr>
        <p:spPr>
          <a:xfrm>
            <a:off x="0" y="0"/>
            <a:ext cx="9144000" cy="5143500"/>
          </a:xfrm>
          <a:prstGeom prst="rect">
            <a:avLst/>
          </a:prstGeom>
          <a:noFill/>
          <a:ln>
            <a:noFill/>
          </a:ln>
        </p:spPr>
      </p:sp>
      <p:sp>
        <p:nvSpPr>
          <p:cNvPr id="198" name="Google Shape;198;p28"/>
          <p:cNvSpPr txBox="1"/>
          <p:nvPr>
            <p:ph type="title"/>
          </p:nvPr>
        </p:nvSpPr>
        <p:spPr>
          <a:xfrm>
            <a:off x="230900" y="457200"/>
            <a:ext cx="6427500" cy="15606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Clr>
                <a:schemeClr val="dk1"/>
              </a:buClr>
              <a:buSzPts val="7200"/>
              <a:buNone/>
              <a:defRPr sz="7200"/>
            </a:lvl1pPr>
            <a:lvl2pPr lvl="1">
              <a:lnSpc>
                <a:spcPct val="80000"/>
              </a:lnSpc>
              <a:spcBef>
                <a:spcPts val="0"/>
              </a:spcBef>
              <a:spcAft>
                <a:spcPts val="0"/>
              </a:spcAft>
              <a:buClr>
                <a:schemeClr val="dk1"/>
              </a:buClr>
              <a:buSzPts val="7200"/>
              <a:buNone/>
              <a:defRPr sz="7200"/>
            </a:lvl2pPr>
            <a:lvl3pPr lvl="2">
              <a:lnSpc>
                <a:spcPct val="80000"/>
              </a:lnSpc>
              <a:spcBef>
                <a:spcPts val="0"/>
              </a:spcBef>
              <a:spcAft>
                <a:spcPts val="0"/>
              </a:spcAft>
              <a:buClr>
                <a:schemeClr val="dk1"/>
              </a:buClr>
              <a:buSzPts val="7200"/>
              <a:buNone/>
              <a:defRPr sz="7200"/>
            </a:lvl3pPr>
            <a:lvl4pPr lvl="3">
              <a:lnSpc>
                <a:spcPct val="80000"/>
              </a:lnSpc>
              <a:spcBef>
                <a:spcPts val="0"/>
              </a:spcBef>
              <a:spcAft>
                <a:spcPts val="0"/>
              </a:spcAft>
              <a:buClr>
                <a:schemeClr val="dk1"/>
              </a:buClr>
              <a:buSzPts val="7200"/>
              <a:buNone/>
              <a:defRPr sz="7200"/>
            </a:lvl4pPr>
            <a:lvl5pPr lvl="4">
              <a:lnSpc>
                <a:spcPct val="80000"/>
              </a:lnSpc>
              <a:spcBef>
                <a:spcPts val="0"/>
              </a:spcBef>
              <a:spcAft>
                <a:spcPts val="0"/>
              </a:spcAft>
              <a:buClr>
                <a:schemeClr val="dk1"/>
              </a:buClr>
              <a:buSzPts val="7200"/>
              <a:buNone/>
              <a:defRPr sz="7200"/>
            </a:lvl5pPr>
            <a:lvl6pPr lvl="5">
              <a:lnSpc>
                <a:spcPct val="80000"/>
              </a:lnSpc>
              <a:spcBef>
                <a:spcPts val="0"/>
              </a:spcBef>
              <a:spcAft>
                <a:spcPts val="0"/>
              </a:spcAft>
              <a:buClr>
                <a:schemeClr val="dk1"/>
              </a:buClr>
              <a:buSzPts val="7200"/>
              <a:buNone/>
              <a:defRPr sz="7200"/>
            </a:lvl6pPr>
            <a:lvl7pPr lvl="6">
              <a:lnSpc>
                <a:spcPct val="80000"/>
              </a:lnSpc>
              <a:spcBef>
                <a:spcPts val="0"/>
              </a:spcBef>
              <a:spcAft>
                <a:spcPts val="0"/>
              </a:spcAft>
              <a:buClr>
                <a:schemeClr val="dk1"/>
              </a:buClr>
              <a:buSzPts val="7200"/>
              <a:buNone/>
              <a:defRPr sz="7200"/>
            </a:lvl7pPr>
            <a:lvl8pPr lvl="7">
              <a:lnSpc>
                <a:spcPct val="80000"/>
              </a:lnSpc>
              <a:spcBef>
                <a:spcPts val="0"/>
              </a:spcBef>
              <a:spcAft>
                <a:spcPts val="0"/>
              </a:spcAft>
              <a:buClr>
                <a:schemeClr val="dk1"/>
              </a:buClr>
              <a:buSzPts val="7200"/>
              <a:buNone/>
              <a:defRPr sz="7200"/>
            </a:lvl8pPr>
            <a:lvl9pPr lvl="8">
              <a:lnSpc>
                <a:spcPct val="80000"/>
              </a:lnSpc>
              <a:spcBef>
                <a:spcPts val="0"/>
              </a:spcBef>
              <a:spcAft>
                <a:spcPts val="0"/>
              </a:spcAft>
              <a:buClr>
                <a:schemeClr val="dk1"/>
              </a:buClr>
              <a:buSzPts val="7200"/>
              <a:buNone/>
              <a:defRPr sz="7200"/>
            </a:lvl9pPr>
          </a:lstStyle>
          <a:p/>
        </p:txBody>
      </p:sp>
      <p:sp>
        <p:nvSpPr>
          <p:cNvPr id="199" name="Google Shape;199;p28"/>
          <p:cNvSpPr txBox="1"/>
          <p:nvPr>
            <p:ph idx="1" type="body"/>
          </p:nvPr>
        </p:nvSpPr>
        <p:spPr>
          <a:xfrm>
            <a:off x="5349150" y="2957175"/>
            <a:ext cx="3452100" cy="1963200"/>
          </a:xfrm>
          <a:prstGeom prst="rect">
            <a:avLst/>
          </a:prstGeom>
        </p:spPr>
        <p:txBody>
          <a:bodyPr anchorCtr="0" anchor="b" bIns="91425" lIns="91425" spcFirstLastPara="1" rIns="91425" wrap="square" tIns="91425">
            <a:noAutofit/>
          </a:bodyPr>
          <a:lstStyle>
            <a:lvl1pPr indent="-304800" lvl="0" marL="457200">
              <a:spcBef>
                <a:spcPts val="0"/>
              </a:spcBef>
              <a:spcAft>
                <a:spcPts val="0"/>
              </a:spcAft>
              <a:buClr>
                <a:schemeClr val="dk1"/>
              </a:buClr>
              <a:buSzPts val="1200"/>
              <a:buChar char="●"/>
              <a:defRPr/>
            </a:lvl1pPr>
            <a:lvl2pPr indent="-304800" lvl="1" marL="914400">
              <a:spcBef>
                <a:spcPts val="0"/>
              </a:spcBef>
              <a:spcAft>
                <a:spcPts val="0"/>
              </a:spcAft>
              <a:buClr>
                <a:schemeClr val="dk1"/>
              </a:buClr>
              <a:buSzPts val="1200"/>
              <a:buChar char="○"/>
              <a:defRPr/>
            </a:lvl2pPr>
            <a:lvl3pPr indent="-304800" lvl="2" marL="1371600">
              <a:spcBef>
                <a:spcPts val="0"/>
              </a:spcBef>
              <a:spcAft>
                <a:spcPts val="0"/>
              </a:spcAft>
              <a:buClr>
                <a:schemeClr val="dk1"/>
              </a:buClr>
              <a:buSzPts val="1200"/>
              <a:buChar char="■"/>
              <a:defRPr/>
            </a:lvl3pPr>
            <a:lvl4pPr indent="-304800" lvl="3" marL="1828800">
              <a:spcBef>
                <a:spcPts val="0"/>
              </a:spcBef>
              <a:spcAft>
                <a:spcPts val="0"/>
              </a:spcAft>
              <a:buClr>
                <a:schemeClr val="dk1"/>
              </a:buClr>
              <a:buSzPts val="1200"/>
              <a:buChar char="●"/>
              <a:defRPr/>
            </a:lvl4pPr>
            <a:lvl5pPr indent="-304800" lvl="4" marL="2286000">
              <a:spcBef>
                <a:spcPts val="0"/>
              </a:spcBef>
              <a:spcAft>
                <a:spcPts val="0"/>
              </a:spcAft>
              <a:buClr>
                <a:schemeClr val="dk1"/>
              </a:buClr>
              <a:buSzPts val="1200"/>
              <a:buChar char="○"/>
              <a:defRPr/>
            </a:lvl5pPr>
            <a:lvl6pPr indent="-304800" lvl="5" marL="2743200">
              <a:spcBef>
                <a:spcPts val="0"/>
              </a:spcBef>
              <a:spcAft>
                <a:spcPts val="0"/>
              </a:spcAft>
              <a:buClr>
                <a:schemeClr val="dk1"/>
              </a:buClr>
              <a:buSzPts val="1200"/>
              <a:buChar char="■"/>
              <a:defRPr/>
            </a:lvl6pPr>
            <a:lvl7pPr indent="-304800" lvl="6" marL="3200400">
              <a:spcBef>
                <a:spcPts val="0"/>
              </a:spcBef>
              <a:spcAft>
                <a:spcPts val="0"/>
              </a:spcAft>
              <a:buClr>
                <a:schemeClr val="dk1"/>
              </a:buClr>
              <a:buSzPts val="1200"/>
              <a:buChar char="●"/>
              <a:defRPr/>
            </a:lvl7pPr>
            <a:lvl8pPr indent="-304800" lvl="7" marL="3657600">
              <a:spcBef>
                <a:spcPts val="0"/>
              </a:spcBef>
              <a:spcAft>
                <a:spcPts val="0"/>
              </a:spcAft>
              <a:buClr>
                <a:schemeClr val="dk1"/>
              </a:buClr>
              <a:buSzPts val="1200"/>
              <a:buChar char="○"/>
              <a:defRPr/>
            </a:lvl8pPr>
            <a:lvl9pPr indent="-304800" lvl="8" marL="4114800">
              <a:spcBef>
                <a:spcPts val="0"/>
              </a:spcBef>
              <a:spcAft>
                <a:spcPts val="0"/>
              </a:spcAft>
              <a:buClr>
                <a:schemeClr val="dk1"/>
              </a:buClr>
              <a:buSzPts val="1200"/>
              <a:buChar char="■"/>
              <a:defRPr/>
            </a:lvl9pPr>
          </a:lstStyle>
          <a:p/>
        </p:txBody>
      </p:sp>
      <p:sp>
        <p:nvSpPr>
          <p:cNvPr id="200" name="Google Shape;200;p28"/>
          <p:cNvSpPr txBox="1"/>
          <p:nvPr>
            <p:ph idx="3" type="subTitle"/>
          </p:nvPr>
        </p:nvSpPr>
        <p:spPr>
          <a:xfrm>
            <a:off x="235575" y="3861200"/>
            <a:ext cx="2857500" cy="1058700"/>
          </a:xfrm>
          <a:prstGeom prst="rect">
            <a:avLst/>
          </a:prstGeom>
        </p:spPr>
        <p:txBody>
          <a:bodyPr anchorCtr="0" anchor="b" bIns="91425" lIns="91425" spcFirstLastPara="1" rIns="91425" wrap="square" tIns="91425">
            <a:noAutofit/>
          </a:bodyPr>
          <a:lstStyle>
            <a:lvl1pPr lvl="0">
              <a:spcBef>
                <a:spcPts val="0"/>
              </a:spcBef>
              <a:spcAft>
                <a:spcPts val="0"/>
              </a:spcAft>
              <a:buClr>
                <a:schemeClr val="dk1"/>
              </a:buClr>
              <a:buSzPts val="2400"/>
              <a:buNone/>
              <a:defRPr/>
            </a:lvl1pPr>
            <a:lvl2pPr lvl="1">
              <a:spcBef>
                <a:spcPts val="0"/>
              </a:spcBef>
              <a:spcAft>
                <a:spcPts val="0"/>
              </a:spcAft>
              <a:buClr>
                <a:schemeClr val="dk1"/>
              </a:buClr>
              <a:buSzPts val="2400"/>
              <a:buNone/>
              <a:defRPr/>
            </a:lvl2pPr>
            <a:lvl3pPr lvl="2">
              <a:spcBef>
                <a:spcPts val="0"/>
              </a:spcBef>
              <a:spcAft>
                <a:spcPts val="0"/>
              </a:spcAft>
              <a:buClr>
                <a:schemeClr val="dk1"/>
              </a:buClr>
              <a:buSzPts val="2400"/>
              <a:buNone/>
              <a:defRPr/>
            </a:lvl3pPr>
            <a:lvl4pPr lvl="3">
              <a:spcBef>
                <a:spcPts val="0"/>
              </a:spcBef>
              <a:spcAft>
                <a:spcPts val="0"/>
              </a:spcAft>
              <a:buClr>
                <a:schemeClr val="dk1"/>
              </a:buClr>
              <a:buSzPts val="2400"/>
              <a:buNone/>
              <a:defRPr/>
            </a:lvl4pPr>
            <a:lvl5pPr lvl="4">
              <a:spcBef>
                <a:spcPts val="0"/>
              </a:spcBef>
              <a:spcAft>
                <a:spcPts val="0"/>
              </a:spcAft>
              <a:buClr>
                <a:schemeClr val="dk1"/>
              </a:buClr>
              <a:buSzPts val="2400"/>
              <a:buNone/>
              <a:defRPr/>
            </a:lvl5pPr>
            <a:lvl6pPr lvl="5">
              <a:spcBef>
                <a:spcPts val="0"/>
              </a:spcBef>
              <a:spcAft>
                <a:spcPts val="0"/>
              </a:spcAft>
              <a:buClr>
                <a:schemeClr val="dk1"/>
              </a:buClr>
              <a:buSzPts val="2400"/>
              <a:buNone/>
              <a:defRPr/>
            </a:lvl6pPr>
            <a:lvl7pPr lvl="6">
              <a:spcBef>
                <a:spcPts val="0"/>
              </a:spcBef>
              <a:spcAft>
                <a:spcPts val="0"/>
              </a:spcAft>
              <a:buClr>
                <a:schemeClr val="dk1"/>
              </a:buClr>
              <a:buSzPts val="2400"/>
              <a:buNone/>
              <a:defRPr/>
            </a:lvl7pPr>
            <a:lvl8pPr lvl="7">
              <a:spcBef>
                <a:spcPts val="0"/>
              </a:spcBef>
              <a:spcAft>
                <a:spcPts val="0"/>
              </a:spcAft>
              <a:buClr>
                <a:schemeClr val="dk1"/>
              </a:buClr>
              <a:buSzPts val="2400"/>
              <a:buNone/>
              <a:defRPr/>
            </a:lvl8pPr>
            <a:lvl9pPr lvl="8">
              <a:spcBef>
                <a:spcPts val="0"/>
              </a:spcBef>
              <a:spcAft>
                <a:spcPts val="0"/>
              </a:spcAft>
              <a:buClr>
                <a:schemeClr val="dk1"/>
              </a:buClr>
              <a:buSzPts val="2400"/>
              <a:buNone/>
              <a:defRPr/>
            </a:lvl9pPr>
          </a:lstStyle>
          <a:p/>
        </p:txBody>
      </p:sp>
      <p:sp>
        <p:nvSpPr>
          <p:cNvPr id="201" name="Google Shape;201;p28"/>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oduct slide 3">
  <p:cSld name="CUSTOM_4">
    <p:bg>
      <p:bgPr>
        <a:solidFill>
          <a:schemeClr val="lt2"/>
        </a:solidFill>
      </p:bgPr>
    </p:bg>
    <p:spTree>
      <p:nvGrpSpPr>
        <p:cNvPr id="202" name="Shape 202"/>
        <p:cNvGrpSpPr/>
        <p:nvPr/>
      </p:nvGrpSpPr>
      <p:grpSpPr>
        <a:xfrm>
          <a:off x="0" y="0"/>
          <a:ext cx="0" cy="0"/>
          <a:chOff x="0" y="0"/>
          <a:chExt cx="0" cy="0"/>
        </a:xfrm>
      </p:grpSpPr>
      <p:sp>
        <p:nvSpPr>
          <p:cNvPr id="203" name="Google Shape;203;p29"/>
          <p:cNvSpPr/>
          <p:nvPr>
            <p:ph idx="2" type="pic"/>
          </p:nvPr>
        </p:nvSpPr>
        <p:spPr>
          <a:xfrm>
            <a:off x="0" y="0"/>
            <a:ext cx="9144000" cy="5143500"/>
          </a:xfrm>
          <a:prstGeom prst="rect">
            <a:avLst/>
          </a:prstGeom>
          <a:noFill/>
          <a:ln>
            <a:noFill/>
          </a:ln>
        </p:spPr>
      </p:sp>
      <p:sp>
        <p:nvSpPr>
          <p:cNvPr id="204" name="Google Shape;204;p29"/>
          <p:cNvSpPr txBox="1"/>
          <p:nvPr>
            <p:ph type="title"/>
          </p:nvPr>
        </p:nvSpPr>
        <p:spPr>
          <a:xfrm>
            <a:off x="230900" y="457200"/>
            <a:ext cx="6427500" cy="15606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Clr>
                <a:schemeClr val="dk1"/>
              </a:buClr>
              <a:buSzPts val="7200"/>
              <a:buNone/>
              <a:defRPr sz="7200"/>
            </a:lvl1pPr>
            <a:lvl2pPr lvl="1">
              <a:lnSpc>
                <a:spcPct val="80000"/>
              </a:lnSpc>
              <a:spcBef>
                <a:spcPts val="0"/>
              </a:spcBef>
              <a:spcAft>
                <a:spcPts val="0"/>
              </a:spcAft>
              <a:buClr>
                <a:schemeClr val="dk1"/>
              </a:buClr>
              <a:buSzPts val="7200"/>
              <a:buNone/>
              <a:defRPr sz="7200"/>
            </a:lvl2pPr>
            <a:lvl3pPr lvl="2">
              <a:lnSpc>
                <a:spcPct val="80000"/>
              </a:lnSpc>
              <a:spcBef>
                <a:spcPts val="0"/>
              </a:spcBef>
              <a:spcAft>
                <a:spcPts val="0"/>
              </a:spcAft>
              <a:buClr>
                <a:schemeClr val="dk1"/>
              </a:buClr>
              <a:buSzPts val="7200"/>
              <a:buNone/>
              <a:defRPr sz="7200"/>
            </a:lvl3pPr>
            <a:lvl4pPr lvl="3">
              <a:lnSpc>
                <a:spcPct val="80000"/>
              </a:lnSpc>
              <a:spcBef>
                <a:spcPts val="0"/>
              </a:spcBef>
              <a:spcAft>
                <a:spcPts val="0"/>
              </a:spcAft>
              <a:buClr>
                <a:schemeClr val="dk1"/>
              </a:buClr>
              <a:buSzPts val="7200"/>
              <a:buNone/>
              <a:defRPr sz="7200"/>
            </a:lvl4pPr>
            <a:lvl5pPr lvl="4">
              <a:lnSpc>
                <a:spcPct val="80000"/>
              </a:lnSpc>
              <a:spcBef>
                <a:spcPts val="0"/>
              </a:spcBef>
              <a:spcAft>
                <a:spcPts val="0"/>
              </a:spcAft>
              <a:buClr>
                <a:schemeClr val="dk1"/>
              </a:buClr>
              <a:buSzPts val="7200"/>
              <a:buNone/>
              <a:defRPr sz="7200"/>
            </a:lvl5pPr>
            <a:lvl6pPr lvl="5">
              <a:lnSpc>
                <a:spcPct val="80000"/>
              </a:lnSpc>
              <a:spcBef>
                <a:spcPts val="0"/>
              </a:spcBef>
              <a:spcAft>
                <a:spcPts val="0"/>
              </a:spcAft>
              <a:buClr>
                <a:schemeClr val="dk1"/>
              </a:buClr>
              <a:buSzPts val="7200"/>
              <a:buNone/>
              <a:defRPr sz="7200"/>
            </a:lvl6pPr>
            <a:lvl7pPr lvl="6">
              <a:lnSpc>
                <a:spcPct val="80000"/>
              </a:lnSpc>
              <a:spcBef>
                <a:spcPts val="0"/>
              </a:spcBef>
              <a:spcAft>
                <a:spcPts val="0"/>
              </a:spcAft>
              <a:buClr>
                <a:schemeClr val="dk1"/>
              </a:buClr>
              <a:buSzPts val="7200"/>
              <a:buNone/>
              <a:defRPr sz="7200"/>
            </a:lvl7pPr>
            <a:lvl8pPr lvl="7">
              <a:lnSpc>
                <a:spcPct val="80000"/>
              </a:lnSpc>
              <a:spcBef>
                <a:spcPts val="0"/>
              </a:spcBef>
              <a:spcAft>
                <a:spcPts val="0"/>
              </a:spcAft>
              <a:buClr>
                <a:schemeClr val="dk1"/>
              </a:buClr>
              <a:buSzPts val="7200"/>
              <a:buNone/>
              <a:defRPr sz="7200"/>
            </a:lvl8pPr>
            <a:lvl9pPr lvl="8">
              <a:lnSpc>
                <a:spcPct val="80000"/>
              </a:lnSpc>
              <a:spcBef>
                <a:spcPts val="0"/>
              </a:spcBef>
              <a:spcAft>
                <a:spcPts val="0"/>
              </a:spcAft>
              <a:buClr>
                <a:schemeClr val="dk1"/>
              </a:buClr>
              <a:buSzPts val="7200"/>
              <a:buNone/>
              <a:defRPr sz="7200"/>
            </a:lvl9pPr>
          </a:lstStyle>
          <a:p/>
        </p:txBody>
      </p:sp>
      <p:sp>
        <p:nvSpPr>
          <p:cNvPr id="205" name="Google Shape;205;p29"/>
          <p:cNvSpPr txBox="1"/>
          <p:nvPr>
            <p:ph idx="1" type="body"/>
          </p:nvPr>
        </p:nvSpPr>
        <p:spPr>
          <a:xfrm>
            <a:off x="230900" y="2957175"/>
            <a:ext cx="3452100" cy="1963200"/>
          </a:xfrm>
          <a:prstGeom prst="rect">
            <a:avLst/>
          </a:prstGeom>
        </p:spPr>
        <p:txBody>
          <a:bodyPr anchorCtr="0" anchor="b" bIns="91425" lIns="91425" spcFirstLastPara="1" rIns="91425" wrap="square" tIns="91425">
            <a:noAutofit/>
          </a:bodyPr>
          <a:lstStyle>
            <a:lvl1pPr indent="-304800" lvl="0" marL="457200">
              <a:spcBef>
                <a:spcPts val="0"/>
              </a:spcBef>
              <a:spcAft>
                <a:spcPts val="0"/>
              </a:spcAft>
              <a:buClr>
                <a:schemeClr val="dk1"/>
              </a:buClr>
              <a:buSzPts val="1200"/>
              <a:buChar char="●"/>
              <a:defRPr/>
            </a:lvl1pPr>
            <a:lvl2pPr indent="-304800" lvl="1" marL="914400">
              <a:spcBef>
                <a:spcPts val="0"/>
              </a:spcBef>
              <a:spcAft>
                <a:spcPts val="0"/>
              </a:spcAft>
              <a:buClr>
                <a:schemeClr val="dk1"/>
              </a:buClr>
              <a:buSzPts val="1200"/>
              <a:buChar char="○"/>
              <a:defRPr/>
            </a:lvl2pPr>
            <a:lvl3pPr indent="-304800" lvl="2" marL="1371600">
              <a:spcBef>
                <a:spcPts val="0"/>
              </a:spcBef>
              <a:spcAft>
                <a:spcPts val="0"/>
              </a:spcAft>
              <a:buClr>
                <a:schemeClr val="dk1"/>
              </a:buClr>
              <a:buSzPts val="1200"/>
              <a:buChar char="■"/>
              <a:defRPr/>
            </a:lvl3pPr>
            <a:lvl4pPr indent="-304800" lvl="3" marL="1828800">
              <a:spcBef>
                <a:spcPts val="0"/>
              </a:spcBef>
              <a:spcAft>
                <a:spcPts val="0"/>
              </a:spcAft>
              <a:buClr>
                <a:schemeClr val="dk1"/>
              </a:buClr>
              <a:buSzPts val="1200"/>
              <a:buChar char="●"/>
              <a:defRPr/>
            </a:lvl4pPr>
            <a:lvl5pPr indent="-304800" lvl="4" marL="2286000">
              <a:spcBef>
                <a:spcPts val="0"/>
              </a:spcBef>
              <a:spcAft>
                <a:spcPts val="0"/>
              </a:spcAft>
              <a:buClr>
                <a:schemeClr val="dk1"/>
              </a:buClr>
              <a:buSzPts val="1200"/>
              <a:buChar char="○"/>
              <a:defRPr/>
            </a:lvl5pPr>
            <a:lvl6pPr indent="-304800" lvl="5" marL="2743200">
              <a:spcBef>
                <a:spcPts val="0"/>
              </a:spcBef>
              <a:spcAft>
                <a:spcPts val="0"/>
              </a:spcAft>
              <a:buClr>
                <a:schemeClr val="dk1"/>
              </a:buClr>
              <a:buSzPts val="1200"/>
              <a:buChar char="■"/>
              <a:defRPr/>
            </a:lvl6pPr>
            <a:lvl7pPr indent="-304800" lvl="6" marL="3200400">
              <a:spcBef>
                <a:spcPts val="0"/>
              </a:spcBef>
              <a:spcAft>
                <a:spcPts val="0"/>
              </a:spcAft>
              <a:buClr>
                <a:schemeClr val="dk1"/>
              </a:buClr>
              <a:buSzPts val="1200"/>
              <a:buChar char="●"/>
              <a:defRPr/>
            </a:lvl7pPr>
            <a:lvl8pPr indent="-304800" lvl="7" marL="3657600">
              <a:spcBef>
                <a:spcPts val="0"/>
              </a:spcBef>
              <a:spcAft>
                <a:spcPts val="0"/>
              </a:spcAft>
              <a:buClr>
                <a:schemeClr val="dk1"/>
              </a:buClr>
              <a:buSzPts val="1200"/>
              <a:buChar char="○"/>
              <a:defRPr/>
            </a:lvl8pPr>
            <a:lvl9pPr indent="-304800" lvl="8" marL="4114800">
              <a:spcBef>
                <a:spcPts val="0"/>
              </a:spcBef>
              <a:spcAft>
                <a:spcPts val="0"/>
              </a:spcAft>
              <a:buClr>
                <a:schemeClr val="dk1"/>
              </a:buClr>
              <a:buSzPts val="1200"/>
              <a:buChar char="■"/>
              <a:defRPr/>
            </a:lvl9pPr>
          </a:lstStyle>
          <a:p/>
        </p:txBody>
      </p:sp>
      <p:sp>
        <p:nvSpPr>
          <p:cNvPr id="206" name="Google Shape;206;p29"/>
          <p:cNvSpPr txBox="1"/>
          <p:nvPr>
            <p:ph idx="3" type="subTitle"/>
          </p:nvPr>
        </p:nvSpPr>
        <p:spPr>
          <a:xfrm>
            <a:off x="6063950" y="3083100"/>
            <a:ext cx="2857500" cy="1836900"/>
          </a:xfrm>
          <a:prstGeom prst="rect">
            <a:avLst/>
          </a:prstGeom>
        </p:spPr>
        <p:txBody>
          <a:bodyPr anchorCtr="0" anchor="b" bIns="91425" lIns="91425" spcFirstLastPara="1" rIns="91425" wrap="square" tIns="91425">
            <a:noAutofit/>
          </a:bodyPr>
          <a:lstStyle>
            <a:lvl1pPr lvl="0">
              <a:spcBef>
                <a:spcPts val="0"/>
              </a:spcBef>
              <a:spcAft>
                <a:spcPts val="0"/>
              </a:spcAft>
              <a:buClr>
                <a:schemeClr val="dk1"/>
              </a:buClr>
              <a:buSzPts val="3200"/>
              <a:buNone/>
              <a:defRPr sz="3200"/>
            </a:lvl1pPr>
            <a:lvl2pPr lvl="1">
              <a:spcBef>
                <a:spcPts val="0"/>
              </a:spcBef>
              <a:spcAft>
                <a:spcPts val="0"/>
              </a:spcAft>
              <a:buClr>
                <a:schemeClr val="dk1"/>
              </a:buClr>
              <a:buSzPts val="3200"/>
              <a:buNone/>
              <a:defRPr sz="3200"/>
            </a:lvl2pPr>
            <a:lvl3pPr lvl="2">
              <a:spcBef>
                <a:spcPts val="0"/>
              </a:spcBef>
              <a:spcAft>
                <a:spcPts val="0"/>
              </a:spcAft>
              <a:buClr>
                <a:schemeClr val="dk1"/>
              </a:buClr>
              <a:buSzPts val="3200"/>
              <a:buNone/>
              <a:defRPr sz="3200"/>
            </a:lvl3pPr>
            <a:lvl4pPr lvl="3">
              <a:spcBef>
                <a:spcPts val="0"/>
              </a:spcBef>
              <a:spcAft>
                <a:spcPts val="0"/>
              </a:spcAft>
              <a:buClr>
                <a:schemeClr val="dk1"/>
              </a:buClr>
              <a:buSzPts val="3200"/>
              <a:buNone/>
              <a:defRPr sz="3200"/>
            </a:lvl4pPr>
            <a:lvl5pPr lvl="4">
              <a:spcBef>
                <a:spcPts val="0"/>
              </a:spcBef>
              <a:spcAft>
                <a:spcPts val="0"/>
              </a:spcAft>
              <a:buClr>
                <a:schemeClr val="dk1"/>
              </a:buClr>
              <a:buSzPts val="3200"/>
              <a:buNone/>
              <a:defRPr sz="3200"/>
            </a:lvl5pPr>
            <a:lvl6pPr lvl="5">
              <a:spcBef>
                <a:spcPts val="0"/>
              </a:spcBef>
              <a:spcAft>
                <a:spcPts val="0"/>
              </a:spcAft>
              <a:buClr>
                <a:schemeClr val="dk1"/>
              </a:buClr>
              <a:buSzPts val="3200"/>
              <a:buNone/>
              <a:defRPr sz="3200"/>
            </a:lvl6pPr>
            <a:lvl7pPr lvl="6">
              <a:spcBef>
                <a:spcPts val="0"/>
              </a:spcBef>
              <a:spcAft>
                <a:spcPts val="0"/>
              </a:spcAft>
              <a:buClr>
                <a:schemeClr val="dk1"/>
              </a:buClr>
              <a:buSzPts val="3200"/>
              <a:buNone/>
              <a:defRPr sz="3200"/>
            </a:lvl7pPr>
            <a:lvl8pPr lvl="7">
              <a:spcBef>
                <a:spcPts val="0"/>
              </a:spcBef>
              <a:spcAft>
                <a:spcPts val="0"/>
              </a:spcAft>
              <a:buClr>
                <a:schemeClr val="dk1"/>
              </a:buClr>
              <a:buSzPts val="3200"/>
              <a:buNone/>
              <a:defRPr sz="3200"/>
            </a:lvl8pPr>
            <a:lvl9pPr lvl="8">
              <a:spcBef>
                <a:spcPts val="0"/>
              </a:spcBef>
              <a:spcAft>
                <a:spcPts val="0"/>
              </a:spcAft>
              <a:buClr>
                <a:schemeClr val="dk1"/>
              </a:buClr>
              <a:buSzPts val="3200"/>
              <a:buNone/>
              <a:defRPr sz="3200"/>
            </a:lvl9pPr>
          </a:lstStyle>
          <a:p/>
        </p:txBody>
      </p:sp>
      <p:sp>
        <p:nvSpPr>
          <p:cNvPr id="207" name="Google Shape;207;p29"/>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nancial Snapshot">
  <p:cSld name="CUSTOM_17">
    <p:bg>
      <p:bgPr>
        <a:solidFill>
          <a:schemeClr val="lt1"/>
        </a:solidFill>
      </p:bgPr>
    </p:bg>
    <p:spTree>
      <p:nvGrpSpPr>
        <p:cNvPr id="208" name="Shape 208"/>
        <p:cNvGrpSpPr/>
        <p:nvPr/>
      </p:nvGrpSpPr>
      <p:grpSpPr>
        <a:xfrm>
          <a:off x="0" y="0"/>
          <a:ext cx="0" cy="0"/>
          <a:chOff x="0" y="0"/>
          <a:chExt cx="0" cy="0"/>
        </a:xfrm>
      </p:grpSpPr>
      <p:sp>
        <p:nvSpPr>
          <p:cNvPr id="209" name="Google Shape;209;p30"/>
          <p:cNvSpPr txBox="1"/>
          <p:nvPr>
            <p:ph type="title"/>
          </p:nvPr>
        </p:nvSpPr>
        <p:spPr>
          <a:xfrm>
            <a:off x="230900" y="457200"/>
            <a:ext cx="4406400" cy="11070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3600"/>
              <a:buNone/>
              <a:defRPr/>
            </a:lvl1pPr>
            <a:lvl2pPr lvl="1">
              <a:spcBef>
                <a:spcPts val="0"/>
              </a:spcBef>
              <a:spcAft>
                <a:spcPts val="0"/>
              </a:spcAft>
              <a:buClr>
                <a:schemeClr val="dk1"/>
              </a:buClr>
              <a:buSzPts val="3600"/>
              <a:buNone/>
              <a:defRPr sz="3600"/>
            </a:lvl2pPr>
            <a:lvl3pPr lvl="2">
              <a:spcBef>
                <a:spcPts val="0"/>
              </a:spcBef>
              <a:spcAft>
                <a:spcPts val="0"/>
              </a:spcAft>
              <a:buClr>
                <a:schemeClr val="dk1"/>
              </a:buClr>
              <a:buSzPts val="3600"/>
              <a:buNone/>
              <a:defRPr sz="3600"/>
            </a:lvl3pPr>
            <a:lvl4pPr lvl="3">
              <a:spcBef>
                <a:spcPts val="0"/>
              </a:spcBef>
              <a:spcAft>
                <a:spcPts val="0"/>
              </a:spcAft>
              <a:buClr>
                <a:schemeClr val="dk1"/>
              </a:buClr>
              <a:buSzPts val="3600"/>
              <a:buNone/>
              <a:defRPr sz="3600"/>
            </a:lvl4pPr>
            <a:lvl5pPr lvl="4">
              <a:spcBef>
                <a:spcPts val="0"/>
              </a:spcBef>
              <a:spcAft>
                <a:spcPts val="0"/>
              </a:spcAft>
              <a:buClr>
                <a:schemeClr val="dk1"/>
              </a:buClr>
              <a:buSzPts val="3600"/>
              <a:buNone/>
              <a:defRPr sz="3600"/>
            </a:lvl5pPr>
            <a:lvl6pPr lvl="5">
              <a:spcBef>
                <a:spcPts val="0"/>
              </a:spcBef>
              <a:spcAft>
                <a:spcPts val="0"/>
              </a:spcAft>
              <a:buClr>
                <a:schemeClr val="dk1"/>
              </a:buClr>
              <a:buSzPts val="3600"/>
              <a:buNone/>
              <a:defRPr sz="3600"/>
            </a:lvl6pPr>
            <a:lvl7pPr lvl="6">
              <a:spcBef>
                <a:spcPts val="0"/>
              </a:spcBef>
              <a:spcAft>
                <a:spcPts val="0"/>
              </a:spcAft>
              <a:buClr>
                <a:schemeClr val="dk1"/>
              </a:buClr>
              <a:buSzPts val="3600"/>
              <a:buNone/>
              <a:defRPr sz="3600"/>
            </a:lvl7pPr>
            <a:lvl8pPr lvl="7">
              <a:spcBef>
                <a:spcPts val="0"/>
              </a:spcBef>
              <a:spcAft>
                <a:spcPts val="0"/>
              </a:spcAft>
              <a:buClr>
                <a:schemeClr val="dk1"/>
              </a:buClr>
              <a:buSzPts val="3600"/>
              <a:buNone/>
              <a:defRPr sz="3600"/>
            </a:lvl8pPr>
            <a:lvl9pPr lvl="8">
              <a:spcBef>
                <a:spcPts val="0"/>
              </a:spcBef>
              <a:spcAft>
                <a:spcPts val="0"/>
              </a:spcAft>
              <a:buClr>
                <a:schemeClr val="dk1"/>
              </a:buClr>
              <a:buSzPts val="3600"/>
              <a:buNone/>
              <a:defRPr sz="3600"/>
            </a:lvl9pPr>
          </a:lstStyle>
          <a:p/>
        </p:txBody>
      </p:sp>
      <p:sp>
        <p:nvSpPr>
          <p:cNvPr id="210" name="Google Shape;210;p30"/>
          <p:cNvSpPr txBox="1"/>
          <p:nvPr>
            <p:ph idx="2" type="title"/>
          </p:nvPr>
        </p:nvSpPr>
        <p:spPr>
          <a:xfrm>
            <a:off x="4514725" y="457200"/>
            <a:ext cx="4400700" cy="1200900"/>
          </a:xfrm>
          <a:prstGeom prst="rect">
            <a:avLst/>
          </a:prstGeom>
        </p:spPr>
        <p:txBody>
          <a:bodyPr anchorCtr="0" anchor="t" bIns="91425" lIns="91425" spcFirstLastPara="1" rIns="91425" wrap="square" tIns="91425">
            <a:noAutofit/>
          </a:bodyPr>
          <a:lstStyle>
            <a:lvl1pPr lvl="0" algn="r">
              <a:spcBef>
                <a:spcPts val="0"/>
              </a:spcBef>
              <a:spcAft>
                <a:spcPts val="0"/>
              </a:spcAft>
              <a:buClr>
                <a:schemeClr val="dk1"/>
              </a:buClr>
              <a:buSzPts val="3600"/>
              <a:buNone/>
              <a:defRPr/>
            </a:lvl1pPr>
            <a:lvl2pPr lvl="1" algn="r">
              <a:spcBef>
                <a:spcPts val="0"/>
              </a:spcBef>
              <a:spcAft>
                <a:spcPts val="0"/>
              </a:spcAft>
              <a:buClr>
                <a:schemeClr val="dk1"/>
              </a:buClr>
              <a:buSzPts val="3600"/>
              <a:buNone/>
              <a:defRPr sz="3600"/>
            </a:lvl2pPr>
            <a:lvl3pPr lvl="2" algn="r">
              <a:spcBef>
                <a:spcPts val="0"/>
              </a:spcBef>
              <a:spcAft>
                <a:spcPts val="0"/>
              </a:spcAft>
              <a:buClr>
                <a:schemeClr val="dk1"/>
              </a:buClr>
              <a:buSzPts val="3600"/>
              <a:buNone/>
              <a:defRPr sz="3600"/>
            </a:lvl3pPr>
            <a:lvl4pPr lvl="3" algn="r">
              <a:spcBef>
                <a:spcPts val="0"/>
              </a:spcBef>
              <a:spcAft>
                <a:spcPts val="0"/>
              </a:spcAft>
              <a:buClr>
                <a:schemeClr val="dk1"/>
              </a:buClr>
              <a:buSzPts val="3600"/>
              <a:buNone/>
              <a:defRPr sz="3600"/>
            </a:lvl4pPr>
            <a:lvl5pPr lvl="4" algn="r">
              <a:spcBef>
                <a:spcPts val="0"/>
              </a:spcBef>
              <a:spcAft>
                <a:spcPts val="0"/>
              </a:spcAft>
              <a:buClr>
                <a:schemeClr val="dk1"/>
              </a:buClr>
              <a:buSzPts val="3600"/>
              <a:buNone/>
              <a:defRPr sz="3600"/>
            </a:lvl5pPr>
            <a:lvl6pPr lvl="5" algn="r">
              <a:spcBef>
                <a:spcPts val="0"/>
              </a:spcBef>
              <a:spcAft>
                <a:spcPts val="0"/>
              </a:spcAft>
              <a:buClr>
                <a:schemeClr val="dk1"/>
              </a:buClr>
              <a:buSzPts val="3600"/>
              <a:buNone/>
              <a:defRPr sz="3600"/>
            </a:lvl6pPr>
            <a:lvl7pPr lvl="6" algn="r">
              <a:spcBef>
                <a:spcPts val="0"/>
              </a:spcBef>
              <a:spcAft>
                <a:spcPts val="0"/>
              </a:spcAft>
              <a:buClr>
                <a:schemeClr val="dk1"/>
              </a:buClr>
              <a:buSzPts val="3600"/>
              <a:buNone/>
              <a:defRPr sz="3600"/>
            </a:lvl7pPr>
            <a:lvl8pPr lvl="7" algn="r">
              <a:spcBef>
                <a:spcPts val="0"/>
              </a:spcBef>
              <a:spcAft>
                <a:spcPts val="0"/>
              </a:spcAft>
              <a:buClr>
                <a:schemeClr val="dk1"/>
              </a:buClr>
              <a:buSzPts val="3600"/>
              <a:buNone/>
              <a:defRPr sz="3600"/>
            </a:lvl8pPr>
            <a:lvl9pPr lvl="8" algn="r">
              <a:spcBef>
                <a:spcPts val="0"/>
              </a:spcBef>
              <a:spcAft>
                <a:spcPts val="0"/>
              </a:spcAft>
              <a:buClr>
                <a:schemeClr val="dk1"/>
              </a:buClr>
              <a:buSzPts val="3600"/>
              <a:buNone/>
              <a:defRPr sz="3600"/>
            </a:lvl9pPr>
          </a:lstStyle>
          <a:p/>
        </p:txBody>
      </p:sp>
      <p:cxnSp>
        <p:nvCxnSpPr>
          <p:cNvPr id="211" name="Google Shape;211;p30"/>
          <p:cNvCxnSpPr/>
          <p:nvPr/>
        </p:nvCxnSpPr>
        <p:spPr>
          <a:xfrm>
            <a:off x="228593" y="2547947"/>
            <a:ext cx="4130400" cy="0"/>
          </a:xfrm>
          <a:prstGeom prst="straightConnector1">
            <a:avLst/>
          </a:prstGeom>
          <a:noFill/>
          <a:ln cap="flat" cmpd="sng" w="28575">
            <a:solidFill>
              <a:schemeClr val="dk1"/>
            </a:solidFill>
            <a:prstDash val="solid"/>
            <a:round/>
            <a:headEnd len="med" w="med" type="none"/>
            <a:tailEnd len="med" w="med" type="none"/>
          </a:ln>
        </p:spPr>
      </p:cxnSp>
      <p:cxnSp>
        <p:nvCxnSpPr>
          <p:cNvPr id="212" name="Google Shape;212;p30"/>
          <p:cNvCxnSpPr/>
          <p:nvPr/>
        </p:nvCxnSpPr>
        <p:spPr>
          <a:xfrm>
            <a:off x="228593" y="3141710"/>
            <a:ext cx="4130400" cy="0"/>
          </a:xfrm>
          <a:prstGeom prst="straightConnector1">
            <a:avLst/>
          </a:prstGeom>
          <a:noFill/>
          <a:ln cap="flat" cmpd="sng" w="76200">
            <a:solidFill>
              <a:schemeClr val="dk1"/>
            </a:solidFill>
            <a:prstDash val="solid"/>
            <a:round/>
            <a:headEnd len="med" w="med" type="none"/>
            <a:tailEnd len="med" w="med" type="none"/>
          </a:ln>
        </p:spPr>
      </p:cxnSp>
      <p:cxnSp>
        <p:nvCxnSpPr>
          <p:cNvPr id="213" name="Google Shape;213;p30"/>
          <p:cNvCxnSpPr/>
          <p:nvPr/>
        </p:nvCxnSpPr>
        <p:spPr>
          <a:xfrm>
            <a:off x="4787401" y="3156573"/>
            <a:ext cx="4128000" cy="0"/>
          </a:xfrm>
          <a:prstGeom prst="straightConnector1">
            <a:avLst/>
          </a:prstGeom>
          <a:noFill/>
          <a:ln cap="flat" cmpd="sng" w="28575">
            <a:solidFill>
              <a:schemeClr val="dk1"/>
            </a:solidFill>
            <a:prstDash val="solid"/>
            <a:round/>
            <a:headEnd len="med" w="med" type="none"/>
            <a:tailEnd len="med" w="med" type="none"/>
          </a:ln>
        </p:spPr>
      </p:cxnSp>
      <p:cxnSp>
        <p:nvCxnSpPr>
          <p:cNvPr id="214" name="Google Shape;214;p30"/>
          <p:cNvCxnSpPr/>
          <p:nvPr/>
        </p:nvCxnSpPr>
        <p:spPr>
          <a:xfrm>
            <a:off x="4787401" y="4383431"/>
            <a:ext cx="4128000" cy="0"/>
          </a:xfrm>
          <a:prstGeom prst="straightConnector1">
            <a:avLst/>
          </a:prstGeom>
          <a:noFill/>
          <a:ln cap="flat" cmpd="sng" w="76200">
            <a:solidFill>
              <a:schemeClr val="dk1"/>
            </a:solidFill>
            <a:prstDash val="solid"/>
            <a:round/>
            <a:headEnd len="med" w="med" type="none"/>
            <a:tailEnd len="med" w="med" type="none"/>
          </a:ln>
        </p:spPr>
      </p:cxnSp>
      <p:cxnSp>
        <p:nvCxnSpPr>
          <p:cNvPr id="215" name="Google Shape;215;p30"/>
          <p:cNvCxnSpPr/>
          <p:nvPr/>
        </p:nvCxnSpPr>
        <p:spPr>
          <a:xfrm>
            <a:off x="4787401" y="2541925"/>
            <a:ext cx="4128000" cy="0"/>
          </a:xfrm>
          <a:prstGeom prst="straightConnector1">
            <a:avLst/>
          </a:prstGeom>
          <a:noFill/>
          <a:ln cap="flat" cmpd="sng" w="28575">
            <a:solidFill>
              <a:schemeClr val="dk1"/>
            </a:solidFill>
            <a:prstDash val="solid"/>
            <a:round/>
            <a:headEnd len="med" w="med" type="none"/>
            <a:tailEnd len="med" w="med" type="none"/>
          </a:ln>
        </p:spPr>
      </p:cxnSp>
      <p:cxnSp>
        <p:nvCxnSpPr>
          <p:cNvPr id="216" name="Google Shape;216;p30"/>
          <p:cNvCxnSpPr/>
          <p:nvPr/>
        </p:nvCxnSpPr>
        <p:spPr>
          <a:xfrm>
            <a:off x="4787401" y="3789668"/>
            <a:ext cx="4128000" cy="0"/>
          </a:xfrm>
          <a:prstGeom prst="straightConnector1">
            <a:avLst/>
          </a:prstGeom>
          <a:noFill/>
          <a:ln cap="flat" cmpd="sng" w="28575">
            <a:solidFill>
              <a:schemeClr val="dk1"/>
            </a:solidFill>
            <a:prstDash val="solid"/>
            <a:round/>
            <a:headEnd len="med" w="med" type="none"/>
            <a:tailEnd len="med" w="med" type="none"/>
          </a:ln>
        </p:spPr>
      </p:cxnSp>
      <p:cxnSp>
        <p:nvCxnSpPr>
          <p:cNvPr id="217" name="Google Shape;217;p30"/>
          <p:cNvCxnSpPr/>
          <p:nvPr/>
        </p:nvCxnSpPr>
        <p:spPr>
          <a:xfrm>
            <a:off x="4787387" y="1954430"/>
            <a:ext cx="4128000" cy="0"/>
          </a:xfrm>
          <a:prstGeom prst="straightConnector1">
            <a:avLst/>
          </a:prstGeom>
          <a:noFill/>
          <a:ln cap="flat" cmpd="sng" w="28575">
            <a:solidFill>
              <a:schemeClr val="dk1"/>
            </a:solidFill>
            <a:prstDash val="solid"/>
            <a:round/>
            <a:headEnd len="med" w="med" type="none"/>
            <a:tailEnd len="med" w="med" type="none"/>
          </a:ln>
        </p:spPr>
      </p:cxnSp>
      <p:cxnSp>
        <p:nvCxnSpPr>
          <p:cNvPr id="218" name="Google Shape;218;p30"/>
          <p:cNvCxnSpPr/>
          <p:nvPr/>
        </p:nvCxnSpPr>
        <p:spPr>
          <a:xfrm>
            <a:off x="229798" y="1954430"/>
            <a:ext cx="4128000" cy="0"/>
          </a:xfrm>
          <a:prstGeom prst="straightConnector1">
            <a:avLst/>
          </a:prstGeom>
          <a:noFill/>
          <a:ln cap="flat" cmpd="sng" w="28575">
            <a:solidFill>
              <a:schemeClr val="dk1"/>
            </a:solidFill>
            <a:prstDash val="solid"/>
            <a:round/>
            <a:headEnd len="med" w="med" type="none"/>
            <a:tailEnd len="med" w="med" type="none"/>
          </a:ln>
        </p:spPr>
      </p:cxnSp>
      <p:sp>
        <p:nvSpPr>
          <p:cNvPr id="219" name="Google Shape;219;p30"/>
          <p:cNvSpPr txBox="1"/>
          <p:nvPr>
            <p:ph idx="1" type="subTitle"/>
          </p:nvPr>
        </p:nvSpPr>
        <p:spPr>
          <a:xfrm>
            <a:off x="228600" y="1384300"/>
            <a:ext cx="3060600" cy="5589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
        <p:nvSpPr>
          <p:cNvPr id="220" name="Google Shape;220;p30"/>
          <p:cNvSpPr txBox="1"/>
          <p:nvPr>
            <p:ph idx="3" type="subTitle"/>
          </p:nvPr>
        </p:nvSpPr>
        <p:spPr>
          <a:xfrm>
            <a:off x="4787400" y="1384300"/>
            <a:ext cx="3060600" cy="5589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
        <p:nvSpPr>
          <p:cNvPr id="221" name="Google Shape;221;p30"/>
          <p:cNvSpPr txBox="1"/>
          <p:nvPr>
            <p:ph idx="4" type="subTitle"/>
          </p:nvPr>
        </p:nvSpPr>
        <p:spPr>
          <a:xfrm>
            <a:off x="228600" y="1971750"/>
            <a:ext cx="1598100" cy="558900"/>
          </a:xfrm>
          <a:prstGeom prst="rect">
            <a:avLst/>
          </a:prstGeom>
        </p:spPr>
        <p:txBody>
          <a:bodyPr anchorCtr="0" anchor="ctr" bIns="91425" lIns="91425" spcFirstLastPara="1" rIns="91425" wrap="square" tIns="91425">
            <a:noAutofit/>
          </a:bodyPr>
          <a:lstStyle>
            <a:lvl1pPr lvl="0">
              <a:spcBef>
                <a:spcPts val="0"/>
              </a:spcBef>
              <a:spcAft>
                <a:spcPts val="0"/>
              </a:spcAft>
              <a:buSzPts val="1600"/>
              <a:buNone/>
              <a:defRPr sz="1600"/>
            </a:lvl1pPr>
            <a:lvl2pPr lvl="1">
              <a:spcBef>
                <a:spcPts val="0"/>
              </a:spcBef>
              <a:spcAft>
                <a:spcPts val="0"/>
              </a:spcAft>
              <a:buSzPts val="1600"/>
              <a:buNone/>
              <a:defRPr sz="1600"/>
            </a:lvl2pPr>
            <a:lvl3pPr lvl="2">
              <a:spcBef>
                <a:spcPts val="0"/>
              </a:spcBef>
              <a:spcAft>
                <a:spcPts val="0"/>
              </a:spcAft>
              <a:buSzPts val="1600"/>
              <a:buNone/>
              <a:defRPr sz="1600"/>
            </a:lvl3pPr>
            <a:lvl4pPr lvl="3">
              <a:spcBef>
                <a:spcPts val="0"/>
              </a:spcBef>
              <a:spcAft>
                <a:spcPts val="0"/>
              </a:spcAft>
              <a:buSzPts val="1600"/>
              <a:buNone/>
              <a:defRPr sz="1600"/>
            </a:lvl4pPr>
            <a:lvl5pPr lvl="4">
              <a:spcBef>
                <a:spcPts val="0"/>
              </a:spcBef>
              <a:spcAft>
                <a:spcPts val="0"/>
              </a:spcAft>
              <a:buSzPts val="1600"/>
              <a:buNone/>
              <a:defRPr sz="1600"/>
            </a:lvl5pPr>
            <a:lvl6pPr lvl="5">
              <a:spcBef>
                <a:spcPts val="0"/>
              </a:spcBef>
              <a:spcAft>
                <a:spcPts val="0"/>
              </a:spcAft>
              <a:buSzPts val="1600"/>
              <a:buNone/>
              <a:defRPr sz="1600"/>
            </a:lvl6pPr>
            <a:lvl7pPr lvl="6">
              <a:spcBef>
                <a:spcPts val="0"/>
              </a:spcBef>
              <a:spcAft>
                <a:spcPts val="0"/>
              </a:spcAft>
              <a:buSzPts val="1600"/>
              <a:buNone/>
              <a:defRPr sz="1600"/>
            </a:lvl7pPr>
            <a:lvl8pPr lvl="7">
              <a:spcBef>
                <a:spcPts val="0"/>
              </a:spcBef>
              <a:spcAft>
                <a:spcPts val="0"/>
              </a:spcAft>
              <a:buSzPts val="1600"/>
              <a:buNone/>
              <a:defRPr sz="1600"/>
            </a:lvl8pPr>
            <a:lvl9pPr lvl="8">
              <a:spcBef>
                <a:spcPts val="0"/>
              </a:spcBef>
              <a:spcAft>
                <a:spcPts val="0"/>
              </a:spcAft>
              <a:buSzPts val="1600"/>
              <a:buNone/>
              <a:defRPr sz="1600"/>
            </a:lvl9pPr>
          </a:lstStyle>
          <a:p/>
        </p:txBody>
      </p:sp>
      <p:sp>
        <p:nvSpPr>
          <p:cNvPr id="222" name="Google Shape;222;p30"/>
          <p:cNvSpPr txBox="1"/>
          <p:nvPr>
            <p:ph idx="5" type="subTitle"/>
          </p:nvPr>
        </p:nvSpPr>
        <p:spPr>
          <a:xfrm>
            <a:off x="236041" y="2565375"/>
            <a:ext cx="1598100" cy="558900"/>
          </a:xfrm>
          <a:prstGeom prst="rect">
            <a:avLst/>
          </a:prstGeom>
        </p:spPr>
        <p:txBody>
          <a:bodyPr anchorCtr="0" anchor="ctr" bIns="91425" lIns="91425" spcFirstLastPara="1" rIns="91425" wrap="square" tIns="91425">
            <a:noAutofit/>
          </a:bodyPr>
          <a:lstStyle>
            <a:lvl1pPr lvl="0">
              <a:spcBef>
                <a:spcPts val="0"/>
              </a:spcBef>
              <a:spcAft>
                <a:spcPts val="0"/>
              </a:spcAft>
              <a:buSzPts val="1600"/>
              <a:buNone/>
              <a:defRPr sz="1600"/>
            </a:lvl1pPr>
            <a:lvl2pPr lvl="1">
              <a:spcBef>
                <a:spcPts val="0"/>
              </a:spcBef>
              <a:spcAft>
                <a:spcPts val="0"/>
              </a:spcAft>
              <a:buSzPts val="1600"/>
              <a:buNone/>
              <a:defRPr sz="1600"/>
            </a:lvl2pPr>
            <a:lvl3pPr lvl="2">
              <a:spcBef>
                <a:spcPts val="0"/>
              </a:spcBef>
              <a:spcAft>
                <a:spcPts val="0"/>
              </a:spcAft>
              <a:buSzPts val="1600"/>
              <a:buNone/>
              <a:defRPr sz="1600"/>
            </a:lvl3pPr>
            <a:lvl4pPr lvl="3">
              <a:spcBef>
                <a:spcPts val="0"/>
              </a:spcBef>
              <a:spcAft>
                <a:spcPts val="0"/>
              </a:spcAft>
              <a:buSzPts val="1600"/>
              <a:buNone/>
              <a:defRPr sz="1600"/>
            </a:lvl4pPr>
            <a:lvl5pPr lvl="4">
              <a:spcBef>
                <a:spcPts val="0"/>
              </a:spcBef>
              <a:spcAft>
                <a:spcPts val="0"/>
              </a:spcAft>
              <a:buSzPts val="1600"/>
              <a:buNone/>
              <a:defRPr sz="1600"/>
            </a:lvl5pPr>
            <a:lvl6pPr lvl="5">
              <a:spcBef>
                <a:spcPts val="0"/>
              </a:spcBef>
              <a:spcAft>
                <a:spcPts val="0"/>
              </a:spcAft>
              <a:buSzPts val="1600"/>
              <a:buNone/>
              <a:defRPr sz="1600"/>
            </a:lvl6pPr>
            <a:lvl7pPr lvl="6">
              <a:spcBef>
                <a:spcPts val="0"/>
              </a:spcBef>
              <a:spcAft>
                <a:spcPts val="0"/>
              </a:spcAft>
              <a:buSzPts val="1600"/>
              <a:buNone/>
              <a:defRPr sz="1600"/>
            </a:lvl7pPr>
            <a:lvl8pPr lvl="7">
              <a:spcBef>
                <a:spcPts val="0"/>
              </a:spcBef>
              <a:spcAft>
                <a:spcPts val="0"/>
              </a:spcAft>
              <a:buSzPts val="1600"/>
              <a:buNone/>
              <a:defRPr sz="1600"/>
            </a:lvl8pPr>
            <a:lvl9pPr lvl="8">
              <a:spcBef>
                <a:spcPts val="0"/>
              </a:spcBef>
              <a:spcAft>
                <a:spcPts val="0"/>
              </a:spcAft>
              <a:buSzPts val="1600"/>
              <a:buNone/>
              <a:defRPr sz="1600"/>
            </a:lvl9pPr>
          </a:lstStyle>
          <a:p/>
        </p:txBody>
      </p:sp>
      <p:sp>
        <p:nvSpPr>
          <p:cNvPr id="223" name="Google Shape;223;p30"/>
          <p:cNvSpPr txBox="1"/>
          <p:nvPr>
            <p:ph idx="6" type="title"/>
          </p:nvPr>
        </p:nvSpPr>
        <p:spPr>
          <a:xfrm>
            <a:off x="2438400" y="1981200"/>
            <a:ext cx="1929900" cy="558900"/>
          </a:xfrm>
          <a:prstGeom prst="rect">
            <a:avLst/>
          </a:prstGeom>
        </p:spPr>
        <p:txBody>
          <a:bodyPr anchorCtr="0" anchor="ctr"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p:txBody>
      </p:sp>
      <p:sp>
        <p:nvSpPr>
          <p:cNvPr id="224" name="Google Shape;224;p30"/>
          <p:cNvSpPr txBox="1"/>
          <p:nvPr>
            <p:ph idx="7" type="title"/>
          </p:nvPr>
        </p:nvSpPr>
        <p:spPr>
          <a:xfrm>
            <a:off x="2438400" y="2565375"/>
            <a:ext cx="1929900" cy="558900"/>
          </a:xfrm>
          <a:prstGeom prst="rect">
            <a:avLst/>
          </a:prstGeom>
        </p:spPr>
        <p:txBody>
          <a:bodyPr anchorCtr="0" anchor="ctr"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p:txBody>
      </p:sp>
      <p:sp>
        <p:nvSpPr>
          <p:cNvPr id="225" name="Google Shape;225;p30"/>
          <p:cNvSpPr txBox="1"/>
          <p:nvPr>
            <p:ph idx="8" type="subTitle"/>
          </p:nvPr>
        </p:nvSpPr>
        <p:spPr>
          <a:xfrm>
            <a:off x="243403" y="3159125"/>
            <a:ext cx="1598100" cy="558900"/>
          </a:xfrm>
          <a:prstGeom prst="rect">
            <a:avLst/>
          </a:prstGeom>
        </p:spPr>
        <p:txBody>
          <a:bodyPr anchorCtr="0" anchor="ctr" bIns="91425" lIns="91425" spcFirstLastPara="1" rIns="91425" wrap="square" tIns="91425">
            <a:noAutofit/>
          </a:bodyPr>
          <a:lstStyle>
            <a:lvl1pPr lvl="0">
              <a:spcBef>
                <a:spcPts val="0"/>
              </a:spcBef>
              <a:spcAft>
                <a:spcPts val="0"/>
              </a:spcAft>
              <a:buSzPts val="1600"/>
              <a:buFont typeface="Crimson Pro"/>
              <a:buNone/>
              <a:defRPr b="1" sz="1600">
                <a:latin typeface="Crimson Pro"/>
                <a:ea typeface="Crimson Pro"/>
                <a:cs typeface="Crimson Pro"/>
                <a:sym typeface="Crimson Pro"/>
              </a:defRPr>
            </a:lvl1pPr>
            <a:lvl2pPr lvl="1">
              <a:spcBef>
                <a:spcPts val="0"/>
              </a:spcBef>
              <a:spcAft>
                <a:spcPts val="0"/>
              </a:spcAft>
              <a:buSzPts val="1600"/>
              <a:buFont typeface="Crimson Pro"/>
              <a:buNone/>
              <a:defRPr b="1" sz="1600">
                <a:latin typeface="Crimson Pro"/>
                <a:ea typeface="Crimson Pro"/>
                <a:cs typeface="Crimson Pro"/>
                <a:sym typeface="Crimson Pro"/>
              </a:defRPr>
            </a:lvl2pPr>
            <a:lvl3pPr lvl="2">
              <a:spcBef>
                <a:spcPts val="0"/>
              </a:spcBef>
              <a:spcAft>
                <a:spcPts val="0"/>
              </a:spcAft>
              <a:buSzPts val="1600"/>
              <a:buFont typeface="Crimson Pro"/>
              <a:buNone/>
              <a:defRPr b="1" sz="1600">
                <a:latin typeface="Crimson Pro"/>
                <a:ea typeface="Crimson Pro"/>
                <a:cs typeface="Crimson Pro"/>
                <a:sym typeface="Crimson Pro"/>
              </a:defRPr>
            </a:lvl3pPr>
            <a:lvl4pPr lvl="3">
              <a:spcBef>
                <a:spcPts val="0"/>
              </a:spcBef>
              <a:spcAft>
                <a:spcPts val="0"/>
              </a:spcAft>
              <a:buSzPts val="1600"/>
              <a:buFont typeface="Crimson Pro"/>
              <a:buNone/>
              <a:defRPr b="1" sz="1600">
                <a:latin typeface="Crimson Pro"/>
                <a:ea typeface="Crimson Pro"/>
                <a:cs typeface="Crimson Pro"/>
                <a:sym typeface="Crimson Pro"/>
              </a:defRPr>
            </a:lvl4pPr>
            <a:lvl5pPr lvl="4">
              <a:spcBef>
                <a:spcPts val="0"/>
              </a:spcBef>
              <a:spcAft>
                <a:spcPts val="0"/>
              </a:spcAft>
              <a:buSzPts val="1600"/>
              <a:buFont typeface="Crimson Pro"/>
              <a:buNone/>
              <a:defRPr b="1" sz="1600">
                <a:latin typeface="Crimson Pro"/>
                <a:ea typeface="Crimson Pro"/>
                <a:cs typeface="Crimson Pro"/>
                <a:sym typeface="Crimson Pro"/>
              </a:defRPr>
            </a:lvl5pPr>
            <a:lvl6pPr lvl="5">
              <a:spcBef>
                <a:spcPts val="0"/>
              </a:spcBef>
              <a:spcAft>
                <a:spcPts val="0"/>
              </a:spcAft>
              <a:buSzPts val="1600"/>
              <a:buFont typeface="Crimson Pro"/>
              <a:buNone/>
              <a:defRPr b="1" sz="1600">
                <a:latin typeface="Crimson Pro"/>
                <a:ea typeface="Crimson Pro"/>
                <a:cs typeface="Crimson Pro"/>
                <a:sym typeface="Crimson Pro"/>
              </a:defRPr>
            </a:lvl6pPr>
            <a:lvl7pPr lvl="6">
              <a:spcBef>
                <a:spcPts val="0"/>
              </a:spcBef>
              <a:spcAft>
                <a:spcPts val="0"/>
              </a:spcAft>
              <a:buSzPts val="1600"/>
              <a:buFont typeface="Crimson Pro"/>
              <a:buNone/>
              <a:defRPr b="1" sz="1600">
                <a:latin typeface="Crimson Pro"/>
                <a:ea typeface="Crimson Pro"/>
                <a:cs typeface="Crimson Pro"/>
                <a:sym typeface="Crimson Pro"/>
              </a:defRPr>
            </a:lvl7pPr>
            <a:lvl8pPr lvl="7">
              <a:spcBef>
                <a:spcPts val="0"/>
              </a:spcBef>
              <a:spcAft>
                <a:spcPts val="0"/>
              </a:spcAft>
              <a:buSzPts val="1600"/>
              <a:buFont typeface="Crimson Pro"/>
              <a:buNone/>
              <a:defRPr b="1" sz="1600">
                <a:latin typeface="Crimson Pro"/>
                <a:ea typeface="Crimson Pro"/>
                <a:cs typeface="Crimson Pro"/>
                <a:sym typeface="Crimson Pro"/>
              </a:defRPr>
            </a:lvl8pPr>
            <a:lvl9pPr lvl="8">
              <a:spcBef>
                <a:spcPts val="0"/>
              </a:spcBef>
              <a:spcAft>
                <a:spcPts val="0"/>
              </a:spcAft>
              <a:buSzPts val="1600"/>
              <a:buFont typeface="Crimson Pro"/>
              <a:buNone/>
              <a:defRPr b="1" sz="1600">
                <a:latin typeface="Crimson Pro"/>
                <a:ea typeface="Crimson Pro"/>
                <a:cs typeface="Crimson Pro"/>
                <a:sym typeface="Crimson Pro"/>
              </a:defRPr>
            </a:lvl9pPr>
          </a:lstStyle>
          <a:p/>
        </p:txBody>
      </p:sp>
      <p:sp>
        <p:nvSpPr>
          <p:cNvPr id="226" name="Google Shape;226;p30"/>
          <p:cNvSpPr txBox="1"/>
          <p:nvPr>
            <p:ph idx="9" type="title"/>
          </p:nvPr>
        </p:nvSpPr>
        <p:spPr>
          <a:xfrm>
            <a:off x="2445532" y="3159125"/>
            <a:ext cx="1929900" cy="558900"/>
          </a:xfrm>
          <a:prstGeom prst="rect">
            <a:avLst/>
          </a:prstGeom>
        </p:spPr>
        <p:txBody>
          <a:bodyPr anchorCtr="0" anchor="ctr"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p:txBody>
      </p:sp>
      <p:sp>
        <p:nvSpPr>
          <p:cNvPr id="227" name="Google Shape;227;p30"/>
          <p:cNvSpPr txBox="1"/>
          <p:nvPr>
            <p:ph idx="13" type="subTitle"/>
          </p:nvPr>
        </p:nvSpPr>
        <p:spPr>
          <a:xfrm>
            <a:off x="4781550" y="1958400"/>
            <a:ext cx="1876800" cy="558900"/>
          </a:xfrm>
          <a:prstGeom prst="rect">
            <a:avLst/>
          </a:prstGeom>
        </p:spPr>
        <p:txBody>
          <a:bodyPr anchorCtr="0" anchor="ctr" bIns="91425" lIns="91425" spcFirstLastPara="1" rIns="91425" wrap="square" tIns="91425">
            <a:noAutofit/>
          </a:bodyPr>
          <a:lstStyle>
            <a:lvl1pPr lvl="0">
              <a:spcBef>
                <a:spcPts val="0"/>
              </a:spcBef>
              <a:spcAft>
                <a:spcPts val="0"/>
              </a:spcAft>
              <a:buSzPts val="1600"/>
              <a:buNone/>
              <a:defRPr sz="1600"/>
            </a:lvl1pPr>
            <a:lvl2pPr lvl="1">
              <a:spcBef>
                <a:spcPts val="0"/>
              </a:spcBef>
              <a:spcAft>
                <a:spcPts val="0"/>
              </a:spcAft>
              <a:buSzPts val="1600"/>
              <a:buNone/>
              <a:defRPr sz="1600"/>
            </a:lvl2pPr>
            <a:lvl3pPr lvl="2">
              <a:spcBef>
                <a:spcPts val="0"/>
              </a:spcBef>
              <a:spcAft>
                <a:spcPts val="0"/>
              </a:spcAft>
              <a:buSzPts val="1600"/>
              <a:buNone/>
              <a:defRPr sz="1600"/>
            </a:lvl3pPr>
            <a:lvl4pPr lvl="3">
              <a:spcBef>
                <a:spcPts val="0"/>
              </a:spcBef>
              <a:spcAft>
                <a:spcPts val="0"/>
              </a:spcAft>
              <a:buSzPts val="1600"/>
              <a:buNone/>
              <a:defRPr sz="1600"/>
            </a:lvl4pPr>
            <a:lvl5pPr lvl="4">
              <a:spcBef>
                <a:spcPts val="0"/>
              </a:spcBef>
              <a:spcAft>
                <a:spcPts val="0"/>
              </a:spcAft>
              <a:buSzPts val="1600"/>
              <a:buNone/>
              <a:defRPr sz="1600"/>
            </a:lvl5pPr>
            <a:lvl6pPr lvl="5">
              <a:spcBef>
                <a:spcPts val="0"/>
              </a:spcBef>
              <a:spcAft>
                <a:spcPts val="0"/>
              </a:spcAft>
              <a:buSzPts val="1600"/>
              <a:buNone/>
              <a:defRPr sz="1600"/>
            </a:lvl6pPr>
            <a:lvl7pPr lvl="6">
              <a:spcBef>
                <a:spcPts val="0"/>
              </a:spcBef>
              <a:spcAft>
                <a:spcPts val="0"/>
              </a:spcAft>
              <a:buSzPts val="1600"/>
              <a:buNone/>
              <a:defRPr sz="1600"/>
            </a:lvl7pPr>
            <a:lvl8pPr lvl="7">
              <a:spcBef>
                <a:spcPts val="0"/>
              </a:spcBef>
              <a:spcAft>
                <a:spcPts val="0"/>
              </a:spcAft>
              <a:buSzPts val="1600"/>
              <a:buNone/>
              <a:defRPr sz="1600"/>
            </a:lvl8pPr>
            <a:lvl9pPr lvl="8">
              <a:spcBef>
                <a:spcPts val="0"/>
              </a:spcBef>
              <a:spcAft>
                <a:spcPts val="0"/>
              </a:spcAft>
              <a:buSzPts val="1600"/>
              <a:buNone/>
              <a:defRPr sz="1600"/>
            </a:lvl9pPr>
          </a:lstStyle>
          <a:p/>
        </p:txBody>
      </p:sp>
      <p:sp>
        <p:nvSpPr>
          <p:cNvPr id="228" name="Google Shape;228;p30"/>
          <p:cNvSpPr txBox="1"/>
          <p:nvPr>
            <p:ph idx="14" type="title"/>
          </p:nvPr>
        </p:nvSpPr>
        <p:spPr>
          <a:xfrm>
            <a:off x="6991350" y="1967838"/>
            <a:ext cx="1929900" cy="558900"/>
          </a:xfrm>
          <a:prstGeom prst="rect">
            <a:avLst/>
          </a:prstGeom>
        </p:spPr>
        <p:txBody>
          <a:bodyPr anchorCtr="0" anchor="ctr"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p:txBody>
      </p:sp>
      <p:sp>
        <p:nvSpPr>
          <p:cNvPr id="229" name="Google Shape;229;p30"/>
          <p:cNvSpPr txBox="1"/>
          <p:nvPr>
            <p:ph idx="15" type="subTitle"/>
          </p:nvPr>
        </p:nvSpPr>
        <p:spPr>
          <a:xfrm>
            <a:off x="4781550" y="2552763"/>
            <a:ext cx="1876800" cy="558900"/>
          </a:xfrm>
          <a:prstGeom prst="rect">
            <a:avLst/>
          </a:prstGeom>
        </p:spPr>
        <p:txBody>
          <a:bodyPr anchorCtr="0" anchor="ctr" bIns="91425" lIns="91425" spcFirstLastPara="1" rIns="91425" wrap="square" tIns="91425">
            <a:noAutofit/>
          </a:bodyPr>
          <a:lstStyle>
            <a:lvl1pPr lvl="0">
              <a:spcBef>
                <a:spcPts val="0"/>
              </a:spcBef>
              <a:spcAft>
                <a:spcPts val="0"/>
              </a:spcAft>
              <a:buSzPts val="1600"/>
              <a:buNone/>
              <a:defRPr sz="1600"/>
            </a:lvl1pPr>
            <a:lvl2pPr lvl="1">
              <a:spcBef>
                <a:spcPts val="0"/>
              </a:spcBef>
              <a:spcAft>
                <a:spcPts val="0"/>
              </a:spcAft>
              <a:buSzPts val="1600"/>
              <a:buNone/>
              <a:defRPr sz="1600"/>
            </a:lvl2pPr>
            <a:lvl3pPr lvl="2">
              <a:spcBef>
                <a:spcPts val="0"/>
              </a:spcBef>
              <a:spcAft>
                <a:spcPts val="0"/>
              </a:spcAft>
              <a:buSzPts val="1600"/>
              <a:buNone/>
              <a:defRPr sz="1600"/>
            </a:lvl3pPr>
            <a:lvl4pPr lvl="3">
              <a:spcBef>
                <a:spcPts val="0"/>
              </a:spcBef>
              <a:spcAft>
                <a:spcPts val="0"/>
              </a:spcAft>
              <a:buSzPts val="1600"/>
              <a:buNone/>
              <a:defRPr sz="1600"/>
            </a:lvl4pPr>
            <a:lvl5pPr lvl="4">
              <a:spcBef>
                <a:spcPts val="0"/>
              </a:spcBef>
              <a:spcAft>
                <a:spcPts val="0"/>
              </a:spcAft>
              <a:buSzPts val="1600"/>
              <a:buNone/>
              <a:defRPr sz="1600"/>
            </a:lvl5pPr>
            <a:lvl6pPr lvl="5">
              <a:spcBef>
                <a:spcPts val="0"/>
              </a:spcBef>
              <a:spcAft>
                <a:spcPts val="0"/>
              </a:spcAft>
              <a:buSzPts val="1600"/>
              <a:buNone/>
              <a:defRPr sz="1600"/>
            </a:lvl6pPr>
            <a:lvl7pPr lvl="6">
              <a:spcBef>
                <a:spcPts val="0"/>
              </a:spcBef>
              <a:spcAft>
                <a:spcPts val="0"/>
              </a:spcAft>
              <a:buSzPts val="1600"/>
              <a:buNone/>
              <a:defRPr sz="1600"/>
            </a:lvl7pPr>
            <a:lvl8pPr lvl="7">
              <a:spcBef>
                <a:spcPts val="0"/>
              </a:spcBef>
              <a:spcAft>
                <a:spcPts val="0"/>
              </a:spcAft>
              <a:buSzPts val="1600"/>
              <a:buNone/>
              <a:defRPr sz="1600"/>
            </a:lvl8pPr>
            <a:lvl9pPr lvl="8">
              <a:spcBef>
                <a:spcPts val="0"/>
              </a:spcBef>
              <a:spcAft>
                <a:spcPts val="0"/>
              </a:spcAft>
              <a:buSzPts val="1600"/>
              <a:buNone/>
              <a:defRPr sz="1600"/>
            </a:lvl9pPr>
          </a:lstStyle>
          <a:p/>
        </p:txBody>
      </p:sp>
      <p:sp>
        <p:nvSpPr>
          <p:cNvPr id="230" name="Google Shape;230;p30"/>
          <p:cNvSpPr txBox="1"/>
          <p:nvPr>
            <p:ph idx="16" type="title"/>
          </p:nvPr>
        </p:nvSpPr>
        <p:spPr>
          <a:xfrm>
            <a:off x="6991350" y="2562200"/>
            <a:ext cx="1929900" cy="558900"/>
          </a:xfrm>
          <a:prstGeom prst="rect">
            <a:avLst/>
          </a:prstGeom>
        </p:spPr>
        <p:txBody>
          <a:bodyPr anchorCtr="0" anchor="ctr"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p:txBody>
      </p:sp>
      <p:sp>
        <p:nvSpPr>
          <p:cNvPr id="231" name="Google Shape;231;p30"/>
          <p:cNvSpPr txBox="1"/>
          <p:nvPr>
            <p:ph idx="17" type="subTitle"/>
          </p:nvPr>
        </p:nvSpPr>
        <p:spPr>
          <a:xfrm>
            <a:off x="4781550" y="3188950"/>
            <a:ext cx="1876800" cy="558900"/>
          </a:xfrm>
          <a:prstGeom prst="rect">
            <a:avLst/>
          </a:prstGeom>
        </p:spPr>
        <p:txBody>
          <a:bodyPr anchorCtr="0" anchor="ctr" bIns="91425" lIns="91425" spcFirstLastPara="1" rIns="91425" wrap="square" tIns="91425">
            <a:noAutofit/>
          </a:bodyPr>
          <a:lstStyle>
            <a:lvl1pPr lvl="0">
              <a:spcBef>
                <a:spcPts val="0"/>
              </a:spcBef>
              <a:spcAft>
                <a:spcPts val="0"/>
              </a:spcAft>
              <a:buSzPts val="1600"/>
              <a:buNone/>
              <a:defRPr sz="1600"/>
            </a:lvl1pPr>
            <a:lvl2pPr lvl="1">
              <a:spcBef>
                <a:spcPts val="0"/>
              </a:spcBef>
              <a:spcAft>
                <a:spcPts val="0"/>
              </a:spcAft>
              <a:buSzPts val="1600"/>
              <a:buNone/>
              <a:defRPr sz="1600"/>
            </a:lvl2pPr>
            <a:lvl3pPr lvl="2">
              <a:spcBef>
                <a:spcPts val="0"/>
              </a:spcBef>
              <a:spcAft>
                <a:spcPts val="0"/>
              </a:spcAft>
              <a:buSzPts val="1600"/>
              <a:buNone/>
              <a:defRPr sz="1600"/>
            </a:lvl3pPr>
            <a:lvl4pPr lvl="3">
              <a:spcBef>
                <a:spcPts val="0"/>
              </a:spcBef>
              <a:spcAft>
                <a:spcPts val="0"/>
              </a:spcAft>
              <a:buSzPts val="1600"/>
              <a:buNone/>
              <a:defRPr sz="1600"/>
            </a:lvl4pPr>
            <a:lvl5pPr lvl="4">
              <a:spcBef>
                <a:spcPts val="0"/>
              </a:spcBef>
              <a:spcAft>
                <a:spcPts val="0"/>
              </a:spcAft>
              <a:buSzPts val="1600"/>
              <a:buNone/>
              <a:defRPr sz="1600"/>
            </a:lvl5pPr>
            <a:lvl6pPr lvl="5">
              <a:spcBef>
                <a:spcPts val="0"/>
              </a:spcBef>
              <a:spcAft>
                <a:spcPts val="0"/>
              </a:spcAft>
              <a:buSzPts val="1600"/>
              <a:buNone/>
              <a:defRPr sz="1600"/>
            </a:lvl6pPr>
            <a:lvl7pPr lvl="6">
              <a:spcBef>
                <a:spcPts val="0"/>
              </a:spcBef>
              <a:spcAft>
                <a:spcPts val="0"/>
              </a:spcAft>
              <a:buSzPts val="1600"/>
              <a:buNone/>
              <a:defRPr sz="1600"/>
            </a:lvl7pPr>
            <a:lvl8pPr lvl="7">
              <a:spcBef>
                <a:spcPts val="0"/>
              </a:spcBef>
              <a:spcAft>
                <a:spcPts val="0"/>
              </a:spcAft>
              <a:buSzPts val="1600"/>
              <a:buNone/>
              <a:defRPr sz="1600"/>
            </a:lvl8pPr>
            <a:lvl9pPr lvl="8">
              <a:spcBef>
                <a:spcPts val="0"/>
              </a:spcBef>
              <a:spcAft>
                <a:spcPts val="0"/>
              </a:spcAft>
              <a:buSzPts val="1600"/>
              <a:buNone/>
              <a:defRPr sz="1600"/>
            </a:lvl9pPr>
          </a:lstStyle>
          <a:p/>
        </p:txBody>
      </p:sp>
      <p:sp>
        <p:nvSpPr>
          <p:cNvPr id="232" name="Google Shape;232;p30"/>
          <p:cNvSpPr txBox="1"/>
          <p:nvPr>
            <p:ph idx="18" type="title"/>
          </p:nvPr>
        </p:nvSpPr>
        <p:spPr>
          <a:xfrm>
            <a:off x="6991350" y="3198388"/>
            <a:ext cx="1929900" cy="558900"/>
          </a:xfrm>
          <a:prstGeom prst="rect">
            <a:avLst/>
          </a:prstGeom>
        </p:spPr>
        <p:txBody>
          <a:bodyPr anchorCtr="0" anchor="ctr"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p:txBody>
      </p:sp>
      <p:sp>
        <p:nvSpPr>
          <p:cNvPr id="233" name="Google Shape;233;p30"/>
          <p:cNvSpPr txBox="1"/>
          <p:nvPr>
            <p:ph idx="19" type="subTitle"/>
          </p:nvPr>
        </p:nvSpPr>
        <p:spPr>
          <a:xfrm>
            <a:off x="4781550" y="3802375"/>
            <a:ext cx="1876800" cy="558900"/>
          </a:xfrm>
          <a:prstGeom prst="rect">
            <a:avLst/>
          </a:prstGeom>
        </p:spPr>
        <p:txBody>
          <a:bodyPr anchorCtr="0" anchor="ctr" bIns="91425" lIns="91425" spcFirstLastPara="1" rIns="91425" wrap="square" tIns="91425">
            <a:noAutofit/>
          </a:bodyPr>
          <a:lstStyle>
            <a:lvl1pPr lvl="0">
              <a:spcBef>
                <a:spcPts val="0"/>
              </a:spcBef>
              <a:spcAft>
                <a:spcPts val="0"/>
              </a:spcAft>
              <a:buSzPts val="1600"/>
              <a:buNone/>
              <a:defRPr sz="1600"/>
            </a:lvl1pPr>
            <a:lvl2pPr lvl="1">
              <a:spcBef>
                <a:spcPts val="0"/>
              </a:spcBef>
              <a:spcAft>
                <a:spcPts val="0"/>
              </a:spcAft>
              <a:buSzPts val="1600"/>
              <a:buNone/>
              <a:defRPr sz="1600"/>
            </a:lvl2pPr>
            <a:lvl3pPr lvl="2">
              <a:spcBef>
                <a:spcPts val="0"/>
              </a:spcBef>
              <a:spcAft>
                <a:spcPts val="0"/>
              </a:spcAft>
              <a:buSzPts val="1600"/>
              <a:buNone/>
              <a:defRPr sz="1600"/>
            </a:lvl3pPr>
            <a:lvl4pPr lvl="3">
              <a:spcBef>
                <a:spcPts val="0"/>
              </a:spcBef>
              <a:spcAft>
                <a:spcPts val="0"/>
              </a:spcAft>
              <a:buSzPts val="1600"/>
              <a:buNone/>
              <a:defRPr sz="1600"/>
            </a:lvl4pPr>
            <a:lvl5pPr lvl="4">
              <a:spcBef>
                <a:spcPts val="0"/>
              </a:spcBef>
              <a:spcAft>
                <a:spcPts val="0"/>
              </a:spcAft>
              <a:buSzPts val="1600"/>
              <a:buNone/>
              <a:defRPr sz="1600"/>
            </a:lvl5pPr>
            <a:lvl6pPr lvl="5">
              <a:spcBef>
                <a:spcPts val="0"/>
              </a:spcBef>
              <a:spcAft>
                <a:spcPts val="0"/>
              </a:spcAft>
              <a:buSzPts val="1600"/>
              <a:buNone/>
              <a:defRPr sz="1600"/>
            </a:lvl6pPr>
            <a:lvl7pPr lvl="6">
              <a:spcBef>
                <a:spcPts val="0"/>
              </a:spcBef>
              <a:spcAft>
                <a:spcPts val="0"/>
              </a:spcAft>
              <a:buSzPts val="1600"/>
              <a:buNone/>
              <a:defRPr sz="1600"/>
            </a:lvl7pPr>
            <a:lvl8pPr lvl="7">
              <a:spcBef>
                <a:spcPts val="0"/>
              </a:spcBef>
              <a:spcAft>
                <a:spcPts val="0"/>
              </a:spcAft>
              <a:buSzPts val="1600"/>
              <a:buNone/>
              <a:defRPr sz="1600"/>
            </a:lvl8pPr>
            <a:lvl9pPr lvl="8">
              <a:spcBef>
                <a:spcPts val="0"/>
              </a:spcBef>
              <a:spcAft>
                <a:spcPts val="0"/>
              </a:spcAft>
              <a:buSzPts val="1600"/>
              <a:buNone/>
              <a:defRPr sz="1600"/>
            </a:lvl9pPr>
          </a:lstStyle>
          <a:p/>
        </p:txBody>
      </p:sp>
      <p:sp>
        <p:nvSpPr>
          <p:cNvPr id="234" name="Google Shape;234;p30"/>
          <p:cNvSpPr txBox="1"/>
          <p:nvPr>
            <p:ph idx="20" type="title"/>
          </p:nvPr>
        </p:nvSpPr>
        <p:spPr>
          <a:xfrm>
            <a:off x="6991350" y="3811813"/>
            <a:ext cx="1929900" cy="558900"/>
          </a:xfrm>
          <a:prstGeom prst="rect">
            <a:avLst/>
          </a:prstGeom>
        </p:spPr>
        <p:txBody>
          <a:bodyPr anchorCtr="0" anchor="ctr"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p:txBody>
      </p:sp>
      <p:sp>
        <p:nvSpPr>
          <p:cNvPr id="235" name="Google Shape;235;p30"/>
          <p:cNvSpPr txBox="1"/>
          <p:nvPr>
            <p:ph idx="21" type="subTitle"/>
          </p:nvPr>
        </p:nvSpPr>
        <p:spPr>
          <a:xfrm>
            <a:off x="4781550" y="4405575"/>
            <a:ext cx="1876800" cy="558900"/>
          </a:xfrm>
          <a:prstGeom prst="rect">
            <a:avLst/>
          </a:prstGeom>
        </p:spPr>
        <p:txBody>
          <a:bodyPr anchorCtr="0" anchor="ctr" bIns="91425" lIns="91425" spcFirstLastPara="1" rIns="91425" wrap="square" tIns="91425">
            <a:noAutofit/>
          </a:bodyPr>
          <a:lstStyle>
            <a:lvl1pPr lvl="0">
              <a:spcBef>
                <a:spcPts val="0"/>
              </a:spcBef>
              <a:spcAft>
                <a:spcPts val="0"/>
              </a:spcAft>
              <a:buSzPts val="1600"/>
              <a:buFont typeface="Crimson Pro"/>
              <a:buNone/>
              <a:defRPr b="1" sz="1600">
                <a:latin typeface="Crimson Pro"/>
                <a:ea typeface="Crimson Pro"/>
                <a:cs typeface="Crimson Pro"/>
                <a:sym typeface="Crimson Pro"/>
              </a:defRPr>
            </a:lvl1pPr>
            <a:lvl2pPr lvl="1">
              <a:spcBef>
                <a:spcPts val="0"/>
              </a:spcBef>
              <a:spcAft>
                <a:spcPts val="0"/>
              </a:spcAft>
              <a:buSzPts val="1600"/>
              <a:buFont typeface="Crimson Pro"/>
              <a:buNone/>
              <a:defRPr b="1" sz="1600">
                <a:latin typeface="Crimson Pro"/>
                <a:ea typeface="Crimson Pro"/>
                <a:cs typeface="Crimson Pro"/>
                <a:sym typeface="Crimson Pro"/>
              </a:defRPr>
            </a:lvl2pPr>
            <a:lvl3pPr lvl="2">
              <a:spcBef>
                <a:spcPts val="0"/>
              </a:spcBef>
              <a:spcAft>
                <a:spcPts val="0"/>
              </a:spcAft>
              <a:buSzPts val="1600"/>
              <a:buFont typeface="Crimson Pro"/>
              <a:buNone/>
              <a:defRPr b="1" sz="1600">
                <a:latin typeface="Crimson Pro"/>
                <a:ea typeface="Crimson Pro"/>
                <a:cs typeface="Crimson Pro"/>
                <a:sym typeface="Crimson Pro"/>
              </a:defRPr>
            </a:lvl3pPr>
            <a:lvl4pPr lvl="3">
              <a:spcBef>
                <a:spcPts val="0"/>
              </a:spcBef>
              <a:spcAft>
                <a:spcPts val="0"/>
              </a:spcAft>
              <a:buSzPts val="1600"/>
              <a:buFont typeface="Crimson Pro"/>
              <a:buNone/>
              <a:defRPr b="1" sz="1600">
                <a:latin typeface="Crimson Pro"/>
                <a:ea typeface="Crimson Pro"/>
                <a:cs typeface="Crimson Pro"/>
                <a:sym typeface="Crimson Pro"/>
              </a:defRPr>
            </a:lvl4pPr>
            <a:lvl5pPr lvl="4">
              <a:spcBef>
                <a:spcPts val="0"/>
              </a:spcBef>
              <a:spcAft>
                <a:spcPts val="0"/>
              </a:spcAft>
              <a:buSzPts val="1600"/>
              <a:buFont typeface="Crimson Pro"/>
              <a:buNone/>
              <a:defRPr b="1" sz="1600">
                <a:latin typeface="Crimson Pro"/>
                <a:ea typeface="Crimson Pro"/>
                <a:cs typeface="Crimson Pro"/>
                <a:sym typeface="Crimson Pro"/>
              </a:defRPr>
            </a:lvl5pPr>
            <a:lvl6pPr lvl="5">
              <a:spcBef>
                <a:spcPts val="0"/>
              </a:spcBef>
              <a:spcAft>
                <a:spcPts val="0"/>
              </a:spcAft>
              <a:buSzPts val="1600"/>
              <a:buFont typeface="Crimson Pro"/>
              <a:buNone/>
              <a:defRPr b="1" sz="1600">
                <a:latin typeface="Crimson Pro"/>
                <a:ea typeface="Crimson Pro"/>
                <a:cs typeface="Crimson Pro"/>
                <a:sym typeface="Crimson Pro"/>
              </a:defRPr>
            </a:lvl6pPr>
            <a:lvl7pPr lvl="6">
              <a:spcBef>
                <a:spcPts val="0"/>
              </a:spcBef>
              <a:spcAft>
                <a:spcPts val="0"/>
              </a:spcAft>
              <a:buSzPts val="1600"/>
              <a:buFont typeface="Crimson Pro"/>
              <a:buNone/>
              <a:defRPr b="1" sz="1600">
                <a:latin typeface="Crimson Pro"/>
                <a:ea typeface="Crimson Pro"/>
                <a:cs typeface="Crimson Pro"/>
                <a:sym typeface="Crimson Pro"/>
              </a:defRPr>
            </a:lvl7pPr>
            <a:lvl8pPr lvl="7">
              <a:spcBef>
                <a:spcPts val="0"/>
              </a:spcBef>
              <a:spcAft>
                <a:spcPts val="0"/>
              </a:spcAft>
              <a:buSzPts val="1600"/>
              <a:buFont typeface="Crimson Pro"/>
              <a:buNone/>
              <a:defRPr b="1" sz="1600">
                <a:latin typeface="Crimson Pro"/>
                <a:ea typeface="Crimson Pro"/>
                <a:cs typeface="Crimson Pro"/>
                <a:sym typeface="Crimson Pro"/>
              </a:defRPr>
            </a:lvl8pPr>
            <a:lvl9pPr lvl="8">
              <a:spcBef>
                <a:spcPts val="0"/>
              </a:spcBef>
              <a:spcAft>
                <a:spcPts val="0"/>
              </a:spcAft>
              <a:buSzPts val="1600"/>
              <a:buFont typeface="Crimson Pro"/>
              <a:buNone/>
              <a:defRPr b="1" sz="1600">
                <a:latin typeface="Crimson Pro"/>
                <a:ea typeface="Crimson Pro"/>
                <a:cs typeface="Crimson Pro"/>
                <a:sym typeface="Crimson Pro"/>
              </a:defRPr>
            </a:lvl9pPr>
          </a:lstStyle>
          <a:p/>
        </p:txBody>
      </p:sp>
      <p:sp>
        <p:nvSpPr>
          <p:cNvPr id="236" name="Google Shape;236;p30"/>
          <p:cNvSpPr txBox="1"/>
          <p:nvPr>
            <p:ph idx="22" type="title"/>
          </p:nvPr>
        </p:nvSpPr>
        <p:spPr>
          <a:xfrm>
            <a:off x="6991350" y="4415013"/>
            <a:ext cx="1929900" cy="558900"/>
          </a:xfrm>
          <a:prstGeom prst="rect">
            <a:avLst/>
          </a:prstGeom>
        </p:spPr>
        <p:txBody>
          <a:bodyPr anchorCtr="0" anchor="ctr"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p:txBody>
      </p:sp>
      <p:sp>
        <p:nvSpPr>
          <p:cNvPr id="237" name="Google Shape;237;p30"/>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nancials" type="blank">
  <p:cSld name="BLANK">
    <p:spTree>
      <p:nvGrpSpPr>
        <p:cNvPr id="238" name="Shape 238"/>
        <p:cNvGrpSpPr/>
        <p:nvPr/>
      </p:nvGrpSpPr>
      <p:grpSpPr>
        <a:xfrm>
          <a:off x="0" y="0"/>
          <a:ext cx="0" cy="0"/>
          <a:chOff x="0" y="0"/>
          <a:chExt cx="0" cy="0"/>
        </a:xfrm>
      </p:grpSpPr>
      <p:cxnSp>
        <p:nvCxnSpPr>
          <p:cNvPr id="239" name="Google Shape;239;p31"/>
          <p:cNvCxnSpPr/>
          <p:nvPr/>
        </p:nvCxnSpPr>
        <p:spPr>
          <a:xfrm>
            <a:off x="230900" y="1913425"/>
            <a:ext cx="8684700" cy="0"/>
          </a:xfrm>
          <a:prstGeom prst="straightConnector1">
            <a:avLst/>
          </a:prstGeom>
          <a:noFill/>
          <a:ln cap="flat" cmpd="sng" w="28575">
            <a:solidFill>
              <a:schemeClr val="dk1"/>
            </a:solidFill>
            <a:prstDash val="solid"/>
            <a:round/>
            <a:headEnd len="med" w="med" type="none"/>
            <a:tailEnd len="med" w="med" type="none"/>
          </a:ln>
        </p:spPr>
      </p:cxnSp>
      <p:cxnSp>
        <p:nvCxnSpPr>
          <p:cNvPr id="240" name="Google Shape;240;p31"/>
          <p:cNvCxnSpPr/>
          <p:nvPr/>
        </p:nvCxnSpPr>
        <p:spPr>
          <a:xfrm>
            <a:off x="230900" y="2646088"/>
            <a:ext cx="8684700" cy="0"/>
          </a:xfrm>
          <a:prstGeom prst="straightConnector1">
            <a:avLst/>
          </a:prstGeom>
          <a:noFill/>
          <a:ln cap="flat" cmpd="sng" w="28575">
            <a:solidFill>
              <a:schemeClr val="dk1"/>
            </a:solidFill>
            <a:prstDash val="solid"/>
            <a:round/>
            <a:headEnd len="med" w="med" type="none"/>
            <a:tailEnd len="med" w="med" type="none"/>
          </a:ln>
        </p:spPr>
      </p:cxnSp>
      <p:cxnSp>
        <p:nvCxnSpPr>
          <p:cNvPr id="241" name="Google Shape;241;p31"/>
          <p:cNvCxnSpPr/>
          <p:nvPr/>
        </p:nvCxnSpPr>
        <p:spPr>
          <a:xfrm>
            <a:off x="230900" y="3378750"/>
            <a:ext cx="8684700" cy="0"/>
          </a:xfrm>
          <a:prstGeom prst="straightConnector1">
            <a:avLst/>
          </a:prstGeom>
          <a:noFill/>
          <a:ln cap="flat" cmpd="sng" w="28575">
            <a:solidFill>
              <a:schemeClr val="dk1"/>
            </a:solidFill>
            <a:prstDash val="solid"/>
            <a:round/>
            <a:headEnd len="med" w="med" type="none"/>
            <a:tailEnd len="med" w="med" type="none"/>
          </a:ln>
        </p:spPr>
      </p:cxnSp>
      <p:cxnSp>
        <p:nvCxnSpPr>
          <p:cNvPr id="242" name="Google Shape;242;p31"/>
          <p:cNvCxnSpPr/>
          <p:nvPr/>
        </p:nvCxnSpPr>
        <p:spPr>
          <a:xfrm>
            <a:off x="230900" y="4111413"/>
            <a:ext cx="8684700" cy="0"/>
          </a:xfrm>
          <a:prstGeom prst="straightConnector1">
            <a:avLst/>
          </a:prstGeom>
          <a:noFill/>
          <a:ln cap="flat" cmpd="sng" w="28575">
            <a:solidFill>
              <a:schemeClr val="dk1"/>
            </a:solidFill>
            <a:prstDash val="solid"/>
            <a:round/>
            <a:headEnd len="med" w="med" type="none"/>
            <a:tailEnd len="med" w="med" type="none"/>
          </a:ln>
        </p:spPr>
      </p:cxnSp>
      <p:cxnSp>
        <p:nvCxnSpPr>
          <p:cNvPr id="243" name="Google Shape;243;p31"/>
          <p:cNvCxnSpPr/>
          <p:nvPr/>
        </p:nvCxnSpPr>
        <p:spPr>
          <a:xfrm>
            <a:off x="230900" y="4844075"/>
            <a:ext cx="8684700" cy="0"/>
          </a:xfrm>
          <a:prstGeom prst="straightConnector1">
            <a:avLst/>
          </a:prstGeom>
          <a:noFill/>
          <a:ln cap="flat" cmpd="sng" w="76200">
            <a:solidFill>
              <a:schemeClr val="dk1"/>
            </a:solidFill>
            <a:prstDash val="solid"/>
            <a:round/>
            <a:headEnd len="med" w="med" type="none"/>
            <a:tailEnd len="med" w="med" type="none"/>
          </a:ln>
        </p:spPr>
      </p:cxnSp>
      <p:sp>
        <p:nvSpPr>
          <p:cNvPr id="244" name="Google Shape;244;p31"/>
          <p:cNvSpPr txBox="1"/>
          <p:nvPr>
            <p:ph type="title"/>
          </p:nvPr>
        </p:nvSpPr>
        <p:spPr>
          <a:xfrm>
            <a:off x="230900" y="457200"/>
            <a:ext cx="4406400" cy="11070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3600"/>
              <a:buNone/>
              <a:defRPr/>
            </a:lvl1pPr>
            <a:lvl2pPr lvl="1">
              <a:spcBef>
                <a:spcPts val="0"/>
              </a:spcBef>
              <a:spcAft>
                <a:spcPts val="0"/>
              </a:spcAft>
              <a:buClr>
                <a:schemeClr val="dk1"/>
              </a:buClr>
              <a:buSzPts val="4800"/>
              <a:buNone/>
              <a:defRPr/>
            </a:lvl2pPr>
            <a:lvl3pPr lvl="2">
              <a:spcBef>
                <a:spcPts val="0"/>
              </a:spcBef>
              <a:spcAft>
                <a:spcPts val="0"/>
              </a:spcAft>
              <a:buClr>
                <a:schemeClr val="dk1"/>
              </a:buClr>
              <a:buSzPts val="4800"/>
              <a:buNone/>
              <a:defRPr/>
            </a:lvl3pPr>
            <a:lvl4pPr lvl="3">
              <a:spcBef>
                <a:spcPts val="0"/>
              </a:spcBef>
              <a:spcAft>
                <a:spcPts val="0"/>
              </a:spcAft>
              <a:buClr>
                <a:schemeClr val="dk1"/>
              </a:buClr>
              <a:buSzPts val="4800"/>
              <a:buNone/>
              <a:defRPr/>
            </a:lvl4pPr>
            <a:lvl5pPr lvl="4">
              <a:spcBef>
                <a:spcPts val="0"/>
              </a:spcBef>
              <a:spcAft>
                <a:spcPts val="0"/>
              </a:spcAft>
              <a:buClr>
                <a:schemeClr val="dk1"/>
              </a:buClr>
              <a:buSzPts val="4800"/>
              <a:buNone/>
              <a:defRPr/>
            </a:lvl5pPr>
            <a:lvl6pPr lvl="5">
              <a:spcBef>
                <a:spcPts val="0"/>
              </a:spcBef>
              <a:spcAft>
                <a:spcPts val="0"/>
              </a:spcAft>
              <a:buClr>
                <a:schemeClr val="dk1"/>
              </a:buClr>
              <a:buSzPts val="4800"/>
              <a:buNone/>
              <a:defRPr/>
            </a:lvl6pPr>
            <a:lvl7pPr lvl="6">
              <a:spcBef>
                <a:spcPts val="0"/>
              </a:spcBef>
              <a:spcAft>
                <a:spcPts val="0"/>
              </a:spcAft>
              <a:buClr>
                <a:schemeClr val="dk1"/>
              </a:buClr>
              <a:buSzPts val="4800"/>
              <a:buNone/>
              <a:defRPr/>
            </a:lvl7pPr>
            <a:lvl8pPr lvl="7">
              <a:spcBef>
                <a:spcPts val="0"/>
              </a:spcBef>
              <a:spcAft>
                <a:spcPts val="0"/>
              </a:spcAft>
              <a:buClr>
                <a:schemeClr val="dk1"/>
              </a:buClr>
              <a:buSzPts val="4800"/>
              <a:buNone/>
              <a:defRPr/>
            </a:lvl8pPr>
            <a:lvl9pPr lvl="8">
              <a:spcBef>
                <a:spcPts val="0"/>
              </a:spcBef>
              <a:spcAft>
                <a:spcPts val="0"/>
              </a:spcAft>
              <a:buClr>
                <a:schemeClr val="dk1"/>
              </a:buClr>
              <a:buSzPts val="4800"/>
              <a:buNone/>
              <a:defRPr/>
            </a:lvl9pPr>
          </a:lstStyle>
          <a:p/>
        </p:txBody>
      </p:sp>
      <p:sp>
        <p:nvSpPr>
          <p:cNvPr id="245" name="Google Shape;245;p31"/>
          <p:cNvSpPr txBox="1"/>
          <p:nvPr>
            <p:ph idx="2" type="title"/>
          </p:nvPr>
        </p:nvSpPr>
        <p:spPr>
          <a:xfrm>
            <a:off x="4514725" y="457200"/>
            <a:ext cx="4400700" cy="1107000"/>
          </a:xfrm>
          <a:prstGeom prst="rect">
            <a:avLst/>
          </a:prstGeom>
        </p:spPr>
        <p:txBody>
          <a:bodyPr anchorCtr="0" anchor="t" bIns="91425" lIns="91425" spcFirstLastPara="1" rIns="91425" wrap="square" tIns="91425">
            <a:noAutofit/>
          </a:bodyPr>
          <a:lstStyle>
            <a:lvl1pPr lvl="0" algn="r">
              <a:spcBef>
                <a:spcPts val="0"/>
              </a:spcBef>
              <a:spcAft>
                <a:spcPts val="0"/>
              </a:spcAft>
              <a:buClr>
                <a:schemeClr val="dk1"/>
              </a:buClr>
              <a:buSzPts val="3600"/>
              <a:buNone/>
              <a:defRPr/>
            </a:lvl1pPr>
            <a:lvl2pPr lvl="1" algn="r">
              <a:spcBef>
                <a:spcPts val="0"/>
              </a:spcBef>
              <a:spcAft>
                <a:spcPts val="0"/>
              </a:spcAft>
              <a:buClr>
                <a:schemeClr val="dk1"/>
              </a:buClr>
              <a:buSzPts val="4800"/>
              <a:buNone/>
              <a:defRPr/>
            </a:lvl2pPr>
            <a:lvl3pPr lvl="2" algn="r">
              <a:spcBef>
                <a:spcPts val="0"/>
              </a:spcBef>
              <a:spcAft>
                <a:spcPts val="0"/>
              </a:spcAft>
              <a:buClr>
                <a:schemeClr val="dk1"/>
              </a:buClr>
              <a:buSzPts val="4800"/>
              <a:buNone/>
              <a:defRPr/>
            </a:lvl3pPr>
            <a:lvl4pPr lvl="3" algn="r">
              <a:spcBef>
                <a:spcPts val="0"/>
              </a:spcBef>
              <a:spcAft>
                <a:spcPts val="0"/>
              </a:spcAft>
              <a:buClr>
                <a:schemeClr val="dk1"/>
              </a:buClr>
              <a:buSzPts val="4800"/>
              <a:buNone/>
              <a:defRPr/>
            </a:lvl4pPr>
            <a:lvl5pPr lvl="4" algn="r">
              <a:spcBef>
                <a:spcPts val="0"/>
              </a:spcBef>
              <a:spcAft>
                <a:spcPts val="0"/>
              </a:spcAft>
              <a:buClr>
                <a:schemeClr val="dk1"/>
              </a:buClr>
              <a:buSzPts val="4800"/>
              <a:buNone/>
              <a:defRPr/>
            </a:lvl5pPr>
            <a:lvl6pPr lvl="5" algn="r">
              <a:spcBef>
                <a:spcPts val="0"/>
              </a:spcBef>
              <a:spcAft>
                <a:spcPts val="0"/>
              </a:spcAft>
              <a:buClr>
                <a:schemeClr val="dk1"/>
              </a:buClr>
              <a:buSzPts val="4800"/>
              <a:buNone/>
              <a:defRPr/>
            </a:lvl6pPr>
            <a:lvl7pPr lvl="6" algn="r">
              <a:spcBef>
                <a:spcPts val="0"/>
              </a:spcBef>
              <a:spcAft>
                <a:spcPts val="0"/>
              </a:spcAft>
              <a:buClr>
                <a:schemeClr val="dk1"/>
              </a:buClr>
              <a:buSzPts val="4800"/>
              <a:buNone/>
              <a:defRPr/>
            </a:lvl7pPr>
            <a:lvl8pPr lvl="7" algn="r">
              <a:spcBef>
                <a:spcPts val="0"/>
              </a:spcBef>
              <a:spcAft>
                <a:spcPts val="0"/>
              </a:spcAft>
              <a:buClr>
                <a:schemeClr val="dk1"/>
              </a:buClr>
              <a:buSzPts val="4800"/>
              <a:buNone/>
              <a:defRPr/>
            </a:lvl8pPr>
            <a:lvl9pPr lvl="8" algn="r">
              <a:spcBef>
                <a:spcPts val="0"/>
              </a:spcBef>
              <a:spcAft>
                <a:spcPts val="0"/>
              </a:spcAft>
              <a:buClr>
                <a:schemeClr val="dk1"/>
              </a:buClr>
              <a:buSzPts val="4800"/>
              <a:buNone/>
              <a:defRPr/>
            </a:lvl9pPr>
          </a:lstStyle>
          <a:p/>
        </p:txBody>
      </p:sp>
      <p:sp>
        <p:nvSpPr>
          <p:cNvPr id="246" name="Google Shape;246;p31"/>
          <p:cNvSpPr txBox="1"/>
          <p:nvPr>
            <p:ph idx="1" type="subTitle"/>
          </p:nvPr>
        </p:nvSpPr>
        <p:spPr>
          <a:xfrm>
            <a:off x="230900" y="4111523"/>
            <a:ext cx="1782300" cy="732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600"/>
              <a:buFont typeface="Crimson Pro Medium"/>
              <a:buNone/>
              <a:defRPr sz="1600">
                <a:latin typeface="Crimson Pro Medium"/>
                <a:ea typeface="Crimson Pro Medium"/>
                <a:cs typeface="Crimson Pro Medium"/>
                <a:sym typeface="Crimson Pro Medium"/>
              </a:defRPr>
            </a:lvl1pPr>
            <a:lvl2pPr lvl="1">
              <a:spcBef>
                <a:spcPts val="0"/>
              </a:spcBef>
              <a:spcAft>
                <a:spcPts val="0"/>
              </a:spcAft>
              <a:buClr>
                <a:schemeClr val="dk1"/>
              </a:buClr>
              <a:buSzPts val="1600"/>
              <a:buFont typeface="Crimson Pro Medium"/>
              <a:buNone/>
              <a:defRPr sz="1600">
                <a:latin typeface="Crimson Pro Medium"/>
                <a:ea typeface="Crimson Pro Medium"/>
                <a:cs typeface="Crimson Pro Medium"/>
                <a:sym typeface="Crimson Pro Medium"/>
              </a:defRPr>
            </a:lvl2pPr>
            <a:lvl3pPr lvl="2">
              <a:spcBef>
                <a:spcPts val="0"/>
              </a:spcBef>
              <a:spcAft>
                <a:spcPts val="0"/>
              </a:spcAft>
              <a:buClr>
                <a:schemeClr val="dk1"/>
              </a:buClr>
              <a:buSzPts val="1600"/>
              <a:buFont typeface="Crimson Pro Medium"/>
              <a:buNone/>
              <a:defRPr sz="1600">
                <a:latin typeface="Crimson Pro Medium"/>
                <a:ea typeface="Crimson Pro Medium"/>
                <a:cs typeface="Crimson Pro Medium"/>
                <a:sym typeface="Crimson Pro Medium"/>
              </a:defRPr>
            </a:lvl3pPr>
            <a:lvl4pPr lvl="3">
              <a:spcBef>
                <a:spcPts val="0"/>
              </a:spcBef>
              <a:spcAft>
                <a:spcPts val="0"/>
              </a:spcAft>
              <a:buClr>
                <a:schemeClr val="dk1"/>
              </a:buClr>
              <a:buSzPts val="1600"/>
              <a:buFont typeface="Crimson Pro Medium"/>
              <a:buNone/>
              <a:defRPr sz="1600">
                <a:latin typeface="Crimson Pro Medium"/>
                <a:ea typeface="Crimson Pro Medium"/>
                <a:cs typeface="Crimson Pro Medium"/>
                <a:sym typeface="Crimson Pro Medium"/>
              </a:defRPr>
            </a:lvl4pPr>
            <a:lvl5pPr lvl="4">
              <a:spcBef>
                <a:spcPts val="0"/>
              </a:spcBef>
              <a:spcAft>
                <a:spcPts val="0"/>
              </a:spcAft>
              <a:buClr>
                <a:schemeClr val="dk1"/>
              </a:buClr>
              <a:buSzPts val="1600"/>
              <a:buFont typeface="Crimson Pro Medium"/>
              <a:buNone/>
              <a:defRPr sz="1600">
                <a:latin typeface="Crimson Pro Medium"/>
                <a:ea typeface="Crimson Pro Medium"/>
                <a:cs typeface="Crimson Pro Medium"/>
                <a:sym typeface="Crimson Pro Medium"/>
              </a:defRPr>
            </a:lvl5pPr>
            <a:lvl6pPr lvl="5">
              <a:spcBef>
                <a:spcPts val="0"/>
              </a:spcBef>
              <a:spcAft>
                <a:spcPts val="0"/>
              </a:spcAft>
              <a:buClr>
                <a:schemeClr val="dk1"/>
              </a:buClr>
              <a:buSzPts val="1600"/>
              <a:buFont typeface="Crimson Pro Medium"/>
              <a:buNone/>
              <a:defRPr sz="1600">
                <a:latin typeface="Crimson Pro Medium"/>
                <a:ea typeface="Crimson Pro Medium"/>
                <a:cs typeface="Crimson Pro Medium"/>
                <a:sym typeface="Crimson Pro Medium"/>
              </a:defRPr>
            </a:lvl6pPr>
            <a:lvl7pPr lvl="6">
              <a:spcBef>
                <a:spcPts val="0"/>
              </a:spcBef>
              <a:spcAft>
                <a:spcPts val="0"/>
              </a:spcAft>
              <a:buClr>
                <a:schemeClr val="dk1"/>
              </a:buClr>
              <a:buSzPts val="1600"/>
              <a:buFont typeface="Crimson Pro Medium"/>
              <a:buNone/>
              <a:defRPr sz="1600">
                <a:latin typeface="Crimson Pro Medium"/>
                <a:ea typeface="Crimson Pro Medium"/>
                <a:cs typeface="Crimson Pro Medium"/>
                <a:sym typeface="Crimson Pro Medium"/>
              </a:defRPr>
            </a:lvl7pPr>
            <a:lvl8pPr lvl="7">
              <a:spcBef>
                <a:spcPts val="0"/>
              </a:spcBef>
              <a:spcAft>
                <a:spcPts val="0"/>
              </a:spcAft>
              <a:buClr>
                <a:schemeClr val="dk1"/>
              </a:buClr>
              <a:buSzPts val="1600"/>
              <a:buFont typeface="Crimson Pro Medium"/>
              <a:buNone/>
              <a:defRPr sz="1600">
                <a:latin typeface="Crimson Pro Medium"/>
                <a:ea typeface="Crimson Pro Medium"/>
                <a:cs typeface="Crimson Pro Medium"/>
                <a:sym typeface="Crimson Pro Medium"/>
              </a:defRPr>
            </a:lvl8pPr>
            <a:lvl9pPr lvl="8">
              <a:spcBef>
                <a:spcPts val="0"/>
              </a:spcBef>
              <a:spcAft>
                <a:spcPts val="0"/>
              </a:spcAft>
              <a:buClr>
                <a:schemeClr val="dk1"/>
              </a:buClr>
              <a:buSzPts val="1600"/>
              <a:buFont typeface="Crimson Pro Medium"/>
              <a:buNone/>
              <a:defRPr sz="1600">
                <a:latin typeface="Crimson Pro Medium"/>
                <a:ea typeface="Crimson Pro Medium"/>
                <a:cs typeface="Crimson Pro Medium"/>
                <a:sym typeface="Crimson Pro Medium"/>
              </a:defRPr>
            </a:lvl9pPr>
          </a:lstStyle>
          <a:p/>
        </p:txBody>
      </p:sp>
      <p:sp>
        <p:nvSpPr>
          <p:cNvPr id="247" name="Google Shape;247;p31"/>
          <p:cNvSpPr txBox="1"/>
          <p:nvPr>
            <p:ph idx="3" type="subTitle"/>
          </p:nvPr>
        </p:nvSpPr>
        <p:spPr>
          <a:xfrm>
            <a:off x="2532658" y="4111500"/>
            <a:ext cx="1782300" cy="732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600"/>
              <a:buFont typeface="Crimson Pro Medium"/>
              <a:buNone/>
              <a:defRPr sz="1600">
                <a:latin typeface="Crimson Pro Medium"/>
                <a:ea typeface="Crimson Pro Medium"/>
                <a:cs typeface="Crimson Pro Medium"/>
                <a:sym typeface="Crimson Pro Medium"/>
              </a:defRPr>
            </a:lvl1pPr>
            <a:lvl2pPr lvl="1">
              <a:spcBef>
                <a:spcPts val="0"/>
              </a:spcBef>
              <a:spcAft>
                <a:spcPts val="0"/>
              </a:spcAft>
              <a:buClr>
                <a:schemeClr val="dk1"/>
              </a:buClr>
              <a:buSzPts val="1600"/>
              <a:buFont typeface="Crimson Pro Medium"/>
              <a:buNone/>
              <a:defRPr sz="1600">
                <a:latin typeface="Crimson Pro Medium"/>
                <a:ea typeface="Crimson Pro Medium"/>
                <a:cs typeface="Crimson Pro Medium"/>
                <a:sym typeface="Crimson Pro Medium"/>
              </a:defRPr>
            </a:lvl2pPr>
            <a:lvl3pPr lvl="2">
              <a:spcBef>
                <a:spcPts val="0"/>
              </a:spcBef>
              <a:spcAft>
                <a:spcPts val="0"/>
              </a:spcAft>
              <a:buClr>
                <a:schemeClr val="dk1"/>
              </a:buClr>
              <a:buSzPts val="1600"/>
              <a:buFont typeface="Crimson Pro Medium"/>
              <a:buNone/>
              <a:defRPr sz="1600">
                <a:latin typeface="Crimson Pro Medium"/>
                <a:ea typeface="Crimson Pro Medium"/>
                <a:cs typeface="Crimson Pro Medium"/>
                <a:sym typeface="Crimson Pro Medium"/>
              </a:defRPr>
            </a:lvl3pPr>
            <a:lvl4pPr lvl="3">
              <a:spcBef>
                <a:spcPts val="0"/>
              </a:spcBef>
              <a:spcAft>
                <a:spcPts val="0"/>
              </a:spcAft>
              <a:buClr>
                <a:schemeClr val="dk1"/>
              </a:buClr>
              <a:buSzPts val="1600"/>
              <a:buFont typeface="Crimson Pro Medium"/>
              <a:buNone/>
              <a:defRPr sz="1600">
                <a:latin typeface="Crimson Pro Medium"/>
                <a:ea typeface="Crimson Pro Medium"/>
                <a:cs typeface="Crimson Pro Medium"/>
                <a:sym typeface="Crimson Pro Medium"/>
              </a:defRPr>
            </a:lvl4pPr>
            <a:lvl5pPr lvl="4">
              <a:spcBef>
                <a:spcPts val="0"/>
              </a:spcBef>
              <a:spcAft>
                <a:spcPts val="0"/>
              </a:spcAft>
              <a:buClr>
                <a:schemeClr val="dk1"/>
              </a:buClr>
              <a:buSzPts val="1600"/>
              <a:buFont typeface="Crimson Pro Medium"/>
              <a:buNone/>
              <a:defRPr sz="1600">
                <a:latin typeface="Crimson Pro Medium"/>
                <a:ea typeface="Crimson Pro Medium"/>
                <a:cs typeface="Crimson Pro Medium"/>
                <a:sym typeface="Crimson Pro Medium"/>
              </a:defRPr>
            </a:lvl5pPr>
            <a:lvl6pPr lvl="5">
              <a:spcBef>
                <a:spcPts val="0"/>
              </a:spcBef>
              <a:spcAft>
                <a:spcPts val="0"/>
              </a:spcAft>
              <a:buClr>
                <a:schemeClr val="dk1"/>
              </a:buClr>
              <a:buSzPts val="1600"/>
              <a:buFont typeface="Crimson Pro Medium"/>
              <a:buNone/>
              <a:defRPr sz="1600">
                <a:latin typeface="Crimson Pro Medium"/>
                <a:ea typeface="Crimson Pro Medium"/>
                <a:cs typeface="Crimson Pro Medium"/>
                <a:sym typeface="Crimson Pro Medium"/>
              </a:defRPr>
            </a:lvl6pPr>
            <a:lvl7pPr lvl="6">
              <a:spcBef>
                <a:spcPts val="0"/>
              </a:spcBef>
              <a:spcAft>
                <a:spcPts val="0"/>
              </a:spcAft>
              <a:buClr>
                <a:schemeClr val="dk1"/>
              </a:buClr>
              <a:buSzPts val="1600"/>
              <a:buFont typeface="Crimson Pro Medium"/>
              <a:buNone/>
              <a:defRPr sz="1600">
                <a:latin typeface="Crimson Pro Medium"/>
                <a:ea typeface="Crimson Pro Medium"/>
                <a:cs typeface="Crimson Pro Medium"/>
                <a:sym typeface="Crimson Pro Medium"/>
              </a:defRPr>
            </a:lvl7pPr>
            <a:lvl8pPr lvl="7">
              <a:spcBef>
                <a:spcPts val="0"/>
              </a:spcBef>
              <a:spcAft>
                <a:spcPts val="0"/>
              </a:spcAft>
              <a:buClr>
                <a:schemeClr val="dk1"/>
              </a:buClr>
              <a:buSzPts val="1600"/>
              <a:buFont typeface="Crimson Pro Medium"/>
              <a:buNone/>
              <a:defRPr sz="1600">
                <a:latin typeface="Crimson Pro Medium"/>
                <a:ea typeface="Crimson Pro Medium"/>
                <a:cs typeface="Crimson Pro Medium"/>
                <a:sym typeface="Crimson Pro Medium"/>
              </a:defRPr>
            </a:lvl8pPr>
            <a:lvl9pPr lvl="8">
              <a:spcBef>
                <a:spcPts val="0"/>
              </a:spcBef>
              <a:spcAft>
                <a:spcPts val="0"/>
              </a:spcAft>
              <a:buClr>
                <a:schemeClr val="dk1"/>
              </a:buClr>
              <a:buSzPts val="1600"/>
              <a:buFont typeface="Crimson Pro Medium"/>
              <a:buNone/>
              <a:defRPr sz="1600">
                <a:latin typeface="Crimson Pro Medium"/>
                <a:ea typeface="Crimson Pro Medium"/>
                <a:cs typeface="Crimson Pro Medium"/>
                <a:sym typeface="Crimson Pro Medium"/>
              </a:defRPr>
            </a:lvl9pPr>
          </a:lstStyle>
          <a:p/>
        </p:txBody>
      </p:sp>
      <p:sp>
        <p:nvSpPr>
          <p:cNvPr id="248" name="Google Shape;248;p31"/>
          <p:cNvSpPr txBox="1"/>
          <p:nvPr>
            <p:ph idx="4" type="subTitle"/>
          </p:nvPr>
        </p:nvSpPr>
        <p:spPr>
          <a:xfrm>
            <a:off x="7138846" y="4111500"/>
            <a:ext cx="1779600" cy="732600"/>
          </a:xfrm>
          <a:prstGeom prst="rect">
            <a:avLst/>
          </a:prstGeom>
        </p:spPr>
        <p:txBody>
          <a:bodyPr anchorCtr="0" anchor="ctr" bIns="91425" lIns="91425" spcFirstLastPara="1" rIns="91425" wrap="square" tIns="91425">
            <a:noAutofit/>
          </a:bodyPr>
          <a:lstStyle>
            <a:lvl1pPr lvl="0" algn="r">
              <a:spcBef>
                <a:spcPts val="0"/>
              </a:spcBef>
              <a:spcAft>
                <a:spcPts val="0"/>
              </a:spcAft>
              <a:buClr>
                <a:schemeClr val="dk1"/>
              </a:buClr>
              <a:buSzPts val="1600"/>
              <a:buFont typeface="Crimson Pro Medium"/>
              <a:buNone/>
              <a:defRPr sz="1600">
                <a:latin typeface="Crimson Pro Medium"/>
                <a:ea typeface="Crimson Pro Medium"/>
                <a:cs typeface="Crimson Pro Medium"/>
                <a:sym typeface="Crimson Pro Medium"/>
              </a:defRPr>
            </a:lvl1pPr>
            <a:lvl2pPr lvl="1" algn="r">
              <a:spcBef>
                <a:spcPts val="0"/>
              </a:spcBef>
              <a:spcAft>
                <a:spcPts val="0"/>
              </a:spcAft>
              <a:buClr>
                <a:schemeClr val="dk1"/>
              </a:buClr>
              <a:buSzPts val="1600"/>
              <a:buFont typeface="Crimson Pro Medium"/>
              <a:buNone/>
              <a:defRPr sz="1600">
                <a:latin typeface="Crimson Pro Medium"/>
                <a:ea typeface="Crimson Pro Medium"/>
                <a:cs typeface="Crimson Pro Medium"/>
                <a:sym typeface="Crimson Pro Medium"/>
              </a:defRPr>
            </a:lvl2pPr>
            <a:lvl3pPr lvl="2" algn="r">
              <a:spcBef>
                <a:spcPts val="0"/>
              </a:spcBef>
              <a:spcAft>
                <a:spcPts val="0"/>
              </a:spcAft>
              <a:buClr>
                <a:schemeClr val="dk1"/>
              </a:buClr>
              <a:buSzPts val="1600"/>
              <a:buFont typeface="Crimson Pro Medium"/>
              <a:buNone/>
              <a:defRPr sz="1600">
                <a:latin typeface="Crimson Pro Medium"/>
                <a:ea typeface="Crimson Pro Medium"/>
                <a:cs typeface="Crimson Pro Medium"/>
                <a:sym typeface="Crimson Pro Medium"/>
              </a:defRPr>
            </a:lvl3pPr>
            <a:lvl4pPr lvl="3" algn="r">
              <a:spcBef>
                <a:spcPts val="0"/>
              </a:spcBef>
              <a:spcAft>
                <a:spcPts val="0"/>
              </a:spcAft>
              <a:buClr>
                <a:schemeClr val="dk1"/>
              </a:buClr>
              <a:buSzPts val="1600"/>
              <a:buFont typeface="Crimson Pro Medium"/>
              <a:buNone/>
              <a:defRPr sz="1600">
                <a:latin typeface="Crimson Pro Medium"/>
                <a:ea typeface="Crimson Pro Medium"/>
                <a:cs typeface="Crimson Pro Medium"/>
                <a:sym typeface="Crimson Pro Medium"/>
              </a:defRPr>
            </a:lvl4pPr>
            <a:lvl5pPr lvl="4" algn="r">
              <a:spcBef>
                <a:spcPts val="0"/>
              </a:spcBef>
              <a:spcAft>
                <a:spcPts val="0"/>
              </a:spcAft>
              <a:buClr>
                <a:schemeClr val="dk1"/>
              </a:buClr>
              <a:buSzPts val="1600"/>
              <a:buFont typeface="Crimson Pro Medium"/>
              <a:buNone/>
              <a:defRPr sz="1600">
                <a:latin typeface="Crimson Pro Medium"/>
                <a:ea typeface="Crimson Pro Medium"/>
                <a:cs typeface="Crimson Pro Medium"/>
                <a:sym typeface="Crimson Pro Medium"/>
              </a:defRPr>
            </a:lvl5pPr>
            <a:lvl6pPr lvl="5" algn="r">
              <a:spcBef>
                <a:spcPts val="0"/>
              </a:spcBef>
              <a:spcAft>
                <a:spcPts val="0"/>
              </a:spcAft>
              <a:buClr>
                <a:schemeClr val="dk1"/>
              </a:buClr>
              <a:buSzPts val="1600"/>
              <a:buFont typeface="Crimson Pro Medium"/>
              <a:buNone/>
              <a:defRPr sz="1600">
                <a:latin typeface="Crimson Pro Medium"/>
                <a:ea typeface="Crimson Pro Medium"/>
                <a:cs typeface="Crimson Pro Medium"/>
                <a:sym typeface="Crimson Pro Medium"/>
              </a:defRPr>
            </a:lvl6pPr>
            <a:lvl7pPr lvl="6" algn="r">
              <a:spcBef>
                <a:spcPts val="0"/>
              </a:spcBef>
              <a:spcAft>
                <a:spcPts val="0"/>
              </a:spcAft>
              <a:buClr>
                <a:schemeClr val="dk1"/>
              </a:buClr>
              <a:buSzPts val="1600"/>
              <a:buFont typeface="Crimson Pro Medium"/>
              <a:buNone/>
              <a:defRPr sz="1600">
                <a:latin typeface="Crimson Pro Medium"/>
                <a:ea typeface="Crimson Pro Medium"/>
                <a:cs typeface="Crimson Pro Medium"/>
                <a:sym typeface="Crimson Pro Medium"/>
              </a:defRPr>
            </a:lvl7pPr>
            <a:lvl8pPr lvl="7" algn="r">
              <a:spcBef>
                <a:spcPts val="0"/>
              </a:spcBef>
              <a:spcAft>
                <a:spcPts val="0"/>
              </a:spcAft>
              <a:buClr>
                <a:schemeClr val="dk1"/>
              </a:buClr>
              <a:buSzPts val="1600"/>
              <a:buFont typeface="Crimson Pro Medium"/>
              <a:buNone/>
              <a:defRPr sz="1600">
                <a:latin typeface="Crimson Pro Medium"/>
                <a:ea typeface="Crimson Pro Medium"/>
                <a:cs typeface="Crimson Pro Medium"/>
                <a:sym typeface="Crimson Pro Medium"/>
              </a:defRPr>
            </a:lvl8pPr>
            <a:lvl9pPr lvl="8" algn="r">
              <a:spcBef>
                <a:spcPts val="0"/>
              </a:spcBef>
              <a:spcAft>
                <a:spcPts val="0"/>
              </a:spcAft>
              <a:buClr>
                <a:schemeClr val="dk1"/>
              </a:buClr>
              <a:buSzPts val="1600"/>
              <a:buFont typeface="Crimson Pro Medium"/>
              <a:buNone/>
              <a:defRPr sz="1600">
                <a:latin typeface="Crimson Pro Medium"/>
                <a:ea typeface="Crimson Pro Medium"/>
                <a:cs typeface="Crimson Pro Medium"/>
                <a:sym typeface="Crimson Pro Medium"/>
              </a:defRPr>
            </a:lvl9pPr>
          </a:lstStyle>
          <a:p/>
        </p:txBody>
      </p:sp>
      <p:sp>
        <p:nvSpPr>
          <p:cNvPr id="249" name="Google Shape;249;p31"/>
          <p:cNvSpPr txBox="1"/>
          <p:nvPr>
            <p:ph idx="5" type="subTitle"/>
          </p:nvPr>
        </p:nvSpPr>
        <p:spPr>
          <a:xfrm>
            <a:off x="4834417" y="4111500"/>
            <a:ext cx="1782300" cy="732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600"/>
              <a:buFont typeface="Crimson Pro Medium"/>
              <a:buNone/>
              <a:defRPr sz="1600">
                <a:latin typeface="Crimson Pro Medium"/>
                <a:ea typeface="Crimson Pro Medium"/>
                <a:cs typeface="Crimson Pro Medium"/>
                <a:sym typeface="Crimson Pro Medium"/>
              </a:defRPr>
            </a:lvl1pPr>
            <a:lvl2pPr lvl="1">
              <a:spcBef>
                <a:spcPts val="0"/>
              </a:spcBef>
              <a:spcAft>
                <a:spcPts val="0"/>
              </a:spcAft>
              <a:buClr>
                <a:schemeClr val="dk1"/>
              </a:buClr>
              <a:buSzPts val="1600"/>
              <a:buFont typeface="Crimson Pro Medium"/>
              <a:buNone/>
              <a:defRPr sz="1600">
                <a:latin typeface="Crimson Pro Medium"/>
                <a:ea typeface="Crimson Pro Medium"/>
                <a:cs typeface="Crimson Pro Medium"/>
                <a:sym typeface="Crimson Pro Medium"/>
              </a:defRPr>
            </a:lvl2pPr>
            <a:lvl3pPr lvl="2">
              <a:spcBef>
                <a:spcPts val="0"/>
              </a:spcBef>
              <a:spcAft>
                <a:spcPts val="0"/>
              </a:spcAft>
              <a:buClr>
                <a:schemeClr val="dk1"/>
              </a:buClr>
              <a:buSzPts val="1600"/>
              <a:buFont typeface="Crimson Pro Medium"/>
              <a:buNone/>
              <a:defRPr sz="1600">
                <a:latin typeface="Crimson Pro Medium"/>
                <a:ea typeface="Crimson Pro Medium"/>
                <a:cs typeface="Crimson Pro Medium"/>
                <a:sym typeface="Crimson Pro Medium"/>
              </a:defRPr>
            </a:lvl3pPr>
            <a:lvl4pPr lvl="3">
              <a:spcBef>
                <a:spcPts val="0"/>
              </a:spcBef>
              <a:spcAft>
                <a:spcPts val="0"/>
              </a:spcAft>
              <a:buClr>
                <a:schemeClr val="dk1"/>
              </a:buClr>
              <a:buSzPts val="1600"/>
              <a:buFont typeface="Crimson Pro Medium"/>
              <a:buNone/>
              <a:defRPr sz="1600">
                <a:latin typeface="Crimson Pro Medium"/>
                <a:ea typeface="Crimson Pro Medium"/>
                <a:cs typeface="Crimson Pro Medium"/>
                <a:sym typeface="Crimson Pro Medium"/>
              </a:defRPr>
            </a:lvl4pPr>
            <a:lvl5pPr lvl="4">
              <a:spcBef>
                <a:spcPts val="0"/>
              </a:spcBef>
              <a:spcAft>
                <a:spcPts val="0"/>
              </a:spcAft>
              <a:buClr>
                <a:schemeClr val="dk1"/>
              </a:buClr>
              <a:buSzPts val="1600"/>
              <a:buFont typeface="Crimson Pro Medium"/>
              <a:buNone/>
              <a:defRPr sz="1600">
                <a:latin typeface="Crimson Pro Medium"/>
                <a:ea typeface="Crimson Pro Medium"/>
                <a:cs typeface="Crimson Pro Medium"/>
                <a:sym typeface="Crimson Pro Medium"/>
              </a:defRPr>
            </a:lvl5pPr>
            <a:lvl6pPr lvl="5">
              <a:spcBef>
                <a:spcPts val="0"/>
              </a:spcBef>
              <a:spcAft>
                <a:spcPts val="0"/>
              </a:spcAft>
              <a:buClr>
                <a:schemeClr val="dk1"/>
              </a:buClr>
              <a:buSzPts val="1600"/>
              <a:buFont typeface="Crimson Pro Medium"/>
              <a:buNone/>
              <a:defRPr sz="1600">
                <a:latin typeface="Crimson Pro Medium"/>
                <a:ea typeface="Crimson Pro Medium"/>
                <a:cs typeface="Crimson Pro Medium"/>
                <a:sym typeface="Crimson Pro Medium"/>
              </a:defRPr>
            </a:lvl6pPr>
            <a:lvl7pPr lvl="6">
              <a:spcBef>
                <a:spcPts val="0"/>
              </a:spcBef>
              <a:spcAft>
                <a:spcPts val="0"/>
              </a:spcAft>
              <a:buClr>
                <a:schemeClr val="dk1"/>
              </a:buClr>
              <a:buSzPts val="1600"/>
              <a:buFont typeface="Crimson Pro Medium"/>
              <a:buNone/>
              <a:defRPr sz="1600">
                <a:latin typeface="Crimson Pro Medium"/>
                <a:ea typeface="Crimson Pro Medium"/>
                <a:cs typeface="Crimson Pro Medium"/>
                <a:sym typeface="Crimson Pro Medium"/>
              </a:defRPr>
            </a:lvl7pPr>
            <a:lvl8pPr lvl="7">
              <a:spcBef>
                <a:spcPts val="0"/>
              </a:spcBef>
              <a:spcAft>
                <a:spcPts val="0"/>
              </a:spcAft>
              <a:buClr>
                <a:schemeClr val="dk1"/>
              </a:buClr>
              <a:buSzPts val="1600"/>
              <a:buFont typeface="Crimson Pro Medium"/>
              <a:buNone/>
              <a:defRPr sz="1600">
                <a:latin typeface="Crimson Pro Medium"/>
                <a:ea typeface="Crimson Pro Medium"/>
                <a:cs typeface="Crimson Pro Medium"/>
                <a:sym typeface="Crimson Pro Medium"/>
              </a:defRPr>
            </a:lvl8pPr>
            <a:lvl9pPr lvl="8">
              <a:spcBef>
                <a:spcPts val="0"/>
              </a:spcBef>
              <a:spcAft>
                <a:spcPts val="0"/>
              </a:spcAft>
              <a:buClr>
                <a:schemeClr val="dk1"/>
              </a:buClr>
              <a:buSzPts val="1600"/>
              <a:buFont typeface="Crimson Pro Medium"/>
              <a:buNone/>
              <a:defRPr sz="1600">
                <a:latin typeface="Crimson Pro Medium"/>
                <a:ea typeface="Crimson Pro Medium"/>
                <a:cs typeface="Crimson Pro Medium"/>
                <a:sym typeface="Crimson Pro Medium"/>
              </a:defRPr>
            </a:lvl9pPr>
          </a:lstStyle>
          <a:p/>
        </p:txBody>
      </p:sp>
      <p:sp>
        <p:nvSpPr>
          <p:cNvPr id="250" name="Google Shape;250;p31"/>
          <p:cNvSpPr txBox="1"/>
          <p:nvPr>
            <p:ph idx="6" type="subTitle"/>
          </p:nvPr>
        </p:nvSpPr>
        <p:spPr>
          <a:xfrm>
            <a:off x="228225" y="3378773"/>
            <a:ext cx="1782300" cy="732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600"/>
              <a:buFont typeface="Crimson Pro Medium"/>
              <a:buNone/>
              <a:defRPr sz="1600">
                <a:latin typeface="Crimson Pro Medium"/>
                <a:ea typeface="Crimson Pro Medium"/>
                <a:cs typeface="Crimson Pro Medium"/>
                <a:sym typeface="Crimson Pro Medium"/>
              </a:defRPr>
            </a:lvl1pPr>
            <a:lvl2pPr lvl="1">
              <a:spcBef>
                <a:spcPts val="0"/>
              </a:spcBef>
              <a:spcAft>
                <a:spcPts val="0"/>
              </a:spcAft>
              <a:buClr>
                <a:schemeClr val="dk1"/>
              </a:buClr>
              <a:buSzPts val="1600"/>
              <a:buFont typeface="Crimson Pro Medium"/>
              <a:buNone/>
              <a:defRPr sz="1600">
                <a:latin typeface="Crimson Pro Medium"/>
                <a:ea typeface="Crimson Pro Medium"/>
                <a:cs typeface="Crimson Pro Medium"/>
                <a:sym typeface="Crimson Pro Medium"/>
              </a:defRPr>
            </a:lvl2pPr>
            <a:lvl3pPr lvl="2">
              <a:spcBef>
                <a:spcPts val="0"/>
              </a:spcBef>
              <a:spcAft>
                <a:spcPts val="0"/>
              </a:spcAft>
              <a:buClr>
                <a:schemeClr val="dk1"/>
              </a:buClr>
              <a:buSzPts val="1600"/>
              <a:buFont typeface="Crimson Pro Medium"/>
              <a:buNone/>
              <a:defRPr sz="1600">
                <a:latin typeface="Crimson Pro Medium"/>
                <a:ea typeface="Crimson Pro Medium"/>
                <a:cs typeface="Crimson Pro Medium"/>
                <a:sym typeface="Crimson Pro Medium"/>
              </a:defRPr>
            </a:lvl3pPr>
            <a:lvl4pPr lvl="3">
              <a:spcBef>
                <a:spcPts val="0"/>
              </a:spcBef>
              <a:spcAft>
                <a:spcPts val="0"/>
              </a:spcAft>
              <a:buClr>
                <a:schemeClr val="dk1"/>
              </a:buClr>
              <a:buSzPts val="1600"/>
              <a:buFont typeface="Crimson Pro Medium"/>
              <a:buNone/>
              <a:defRPr sz="1600">
                <a:latin typeface="Crimson Pro Medium"/>
                <a:ea typeface="Crimson Pro Medium"/>
                <a:cs typeface="Crimson Pro Medium"/>
                <a:sym typeface="Crimson Pro Medium"/>
              </a:defRPr>
            </a:lvl4pPr>
            <a:lvl5pPr lvl="4">
              <a:spcBef>
                <a:spcPts val="0"/>
              </a:spcBef>
              <a:spcAft>
                <a:spcPts val="0"/>
              </a:spcAft>
              <a:buClr>
                <a:schemeClr val="dk1"/>
              </a:buClr>
              <a:buSzPts val="1600"/>
              <a:buFont typeface="Crimson Pro Medium"/>
              <a:buNone/>
              <a:defRPr sz="1600">
                <a:latin typeface="Crimson Pro Medium"/>
                <a:ea typeface="Crimson Pro Medium"/>
                <a:cs typeface="Crimson Pro Medium"/>
                <a:sym typeface="Crimson Pro Medium"/>
              </a:defRPr>
            </a:lvl5pPr>
            <a:lvl6pPr lvl="5">
              <a:spcBef>
                <a:spcPts val="0"/>
              </a:spcBef>
              <a:spcAft>
                <a:spcPts val="0"/>
              </a:spcAft>
              <a:buClr>
                <a:schemeClr val="dk1"/>
              </a:buClr>
              <a:buSzPts val="1600"/>
              <a:buFont typeface="Crimson Pro Medium"/>
              <a:buNone/>
              <a:defRPr sz="1600">
                <a:latin typeface="Crimson Pro Medium"/>
                <a:ea typeface="Crimson Pro Medium"/>
                <a:cs typeface="Crimson Pro Medium"/>
                <a:sym typeface="Crimson Pro Medium"/>
              </a:defRPr>
            </a:lvl6pPr>
            <a:lvl7pPr lvl="6">
              <a:spcBef>
                <a:spcPts val="0"/>
              </a:spcBef>
              <a:spcAft>
                <a:spcPts val="0"/>
              </a:spcAft>
              <a:buClr>
                <a:schemeClr val="dk1"/>
              </a:buClr>
              <a:buSzPts val="1600"/>
              <a:buFont typeface="Crimson Pro Medium"/>
              <a:buNone/>
              <a:defRPr sz="1600">
                <a:latin typeface="Crimson Pro Medium"/>
                <a:ea typeface="Crimson Pro Medium"/>
                <a:cs typeface="Crimson Pro Medium"/>
                <a:sym typeface="Crimson Pro Medium"/>
              </a:defRPr>
            </a:lvl7pPr>
            <a:lvl8pPr lvl="7">
              <a:spcBef>
                <a:spcPts val="0"/>
              </a:spcBef>
              <a:spcAft>
                <a:spcPts val="0"/>
              </a:spcAft>
              <a:buClr>
                <a:schemeClr val="dk1"/>
              </a:buClr>
              <a:buSzPts val="1600"/>
              <a:buFont typeface="Crimson Pro Medium"/>
              <a:buNone/>
              <a:defRPr sz="1600">
                <a:latin typeface="Crimson Pro Medium"/>
                <a:ea typeface="Crimson Pro Medium"/>
                <a:cs typeface="Crimson Pro Medium"/>
                <a:sym typeface="Crimson Pro Medium"/>
              </a:defRPr>
            </a:lvl8pPr>
            <a:lvl9pPr lvl="8">
              <a:spcBef>
                <a:spcPts val="0"/>
              </a:spcBef>
              <a:spcAft>
                <a:spcPts val="0"/>
              </a:spcAft>
              <a:buClr>
                <a:schemeClr val="dk1"/>
              </a:buClr>
              <a:buSzPts val="1600"/>
              <a:buFont typeface="Crimson Pro Medium"/>
              <a:buNone/>
              <a:defRPr sz="1600">
                <a:latin typeface="Crimson Pro Medium"/>
                <a:ea typeface="Crimson Pro Medium"/>
                <a:cs typeface="Crimson Pro Medium"/>
                <a:sym typeface="Crimson Pro Medium"/>
              </a:defRPr>
            </a:lvl9pPr>
          </a:lstStyle>
          <a:p/>
        </p:txBody>
      </p:sp>
      <p:sp>
        <p:nvSpPr>
          <p:cNvPr id="251" name="Google Shape;251;p31"/>
          <p:cNvSpPr txBox="1"/>
          <p:nvPr>
            <p:ph idx="7" type="subTitle"/>
          </p:nvPr>
        </p:nvSpPr>
        <p:spPr>
          <a:xfrm>
            <a:off x="2529983" y="3378750"/>
            <a:ext cx="1782300" cy="732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600"/>
              <a:buFont typeface="Crimson Pro Medium"/>
              <a:buNone/>
              <a:defRPr sz="1600">
                <a:latin typeface="Crimson Pro Medium"/>
                <a:ea typeface="Crimson Pro Medium"/>
                <a:cs typeface="Crimson Pro Medium"/>
                <a:sym typeface="Crimson Pro Medium"/>
              </a:defRPr>
            </a:lvl1pPr>
            <a:lvl2pPr lvl="1">
              <a:spcBef>
                <a:spcPts val="0"/>
              </a:spcBef>
              <a:spcAft>
                <a:spcPts val="0"/>
              </a:spcAft>
              <a:buClr>
                <a:schemeClr val="dk1"/>
              </a:buClr>
              <a:buSzPts val="1600"/>
              <a:buFont typeface="Crimson Pro Medium"/>
              <a:buNone/>
              <a:defRPr sz="1600">
                <a:latin typeface="Crimson Pro Medium"/>
                <a:ea typeface="Crimson Pro Medium"/>
                <a:cs typeface="Crimson Pro Medium"/>
                <a:sym typeface="Crimson Pro Medium"/>
              </a:defRPr>
            </a:lvl2pPr>
            <a:lvl3pPr lvl="2">
              <a:spcBef>
                <a:spcPts val="0"/>
              </a:spcBef>
              <a:spcAft>
                <a:spcPts val="0"/>
              </a:spcAft>
              <a:buClr>
                <a:schemeClr val="dk1"/>
              </a:buClr>
              <a:buSzPts val="1600"/>
              <a:buFont typeface="Crimson Pro Medium"/>
              <a:buNone/>
              <a:defRPr sz="1600">
                <a:latin typeface="Crimson Pro Medium"/>
                <a:ea typeface="Crimson Pro Medium"/>
                <a:cs typeface="Crimson Pro Medium"/>
                <a:sym typeface="Crimson Pro Medium"/>
              </a:defRPr>
            </a:lvl3pPr>
            <a:lvl4pPr lvl="3">
              <a:spcBef>
                <a:spcPts val="0"/>
              </a:spcBef>
              <a:spcAft>
                <a:spcPts val="0"/>
              </a:spcAft>
              <a:buClr>
                <a:schemeClr val="dk1"/>
              </a:buClr>
              <a:buSzPts val="1600"/>
              <a:buFont typeface="Crimson Pro Medium"/>
              <a:buNone/>
              <a:defRPr sz="1600">
                <a:latin typeface="Crimson Pro Medium"/>
                <a:ea typeface="Crimson Pro Medium"/>
                <a:cs typeface="Crimson Pro Medium"/>
                <a:sym typeface="Crimson Pro Medium"/>
              </a:defRPr>
            </a:lvl4pPr>
            <a:lvl5pPr lvl="4">
              <a:spcBef>
                <a:spcPts val="0"/>
              </a:spcBef>
              <a:spcAft>
                <a:spcPts val="0"/>
              </a:spcAft>
              <a:buClr>
                <a:schemeClr val="dk1"/>
              </a:buClr>
              <a:buSzPts val="1600"/>
              <a:buFont typeface="Crimson Pro Medium"/>
              <a:buNone/>
              <a:defRPr sz="1600">
                <a:latin typeface="Crimson Pro Medium"/>
                <a:ea typeface="Crimson Pro Medium"/>
                <a:cs typeface="Crimson Pro Medium"/>
                <a:sym typeface="Crimson Pro Medium"/>
              </a:defRPr>
            </a:lvl5pPr>
            <a:lvl6pPr lvl="5">
              <a:spcBef>
                <a:spcPts val="0"/>
              </a:spcBef>
              <a:spcAft>
                <a:spcPts val="0"/>
              </a:spcAft>
              <a:buClr>
                <a:schemeClr val="dk1"/>
              </a:buClr>
              <a:buSzPts val="1600"/>
              <a:buFont typeface="Crimson Pro Medium"/>
              <a:buNone/>
              <a:defRPr sz="1600">
                <a:latin typeface="Crimson Pro Medium"/>
                <a:ea typeface="Crimson Pro Medium"/>
                <a:cs typeface="Crimson Pro Medium"/>
                <a:sym typeface="Crimson Pro Medium"/>
              </a:defRPr>
            </a:lvl6pPr>
            <a:lvl7pPr lvl="6">
              <a:spcBef>
                <a:spcPts val="0"/>
              </a:spcBef>
              <a:spcAft>
                <a:spcPts val="0"/>
              </a:spcAft>
              <a:buClr>
                <a:schemeClr val="dk1"/>
              </a:buClr>
              <a:buSzPts val="1600"/>
              <a:buFont typeface="Crimson Pro Medium"/>
              <a:buNone/>
              <a:defRPr sz="1600">
                <a:latin typeface="Crimson Pro Medium"/>
                <a:ea typeface="Crimson Pro Medium"/>
                <a:cs typeface="Crimson Pro Medium"/>
                <a:sym typeface="Crimson Pro Medium"/>
              </a:defRPr>
            </a:lvl7pPr>
            <a:lvl8pPr lvl="7">
              <a:spcBef>
                <a:spcPts val="0"/>
              </a:spcBef>
              <a:spcAft>
                <a:spcPts val="0"/>
              </a:spcAft>
              <a:buClr>
                <a:schemeClr val="dk1"/>
              </a:buClr>
              <a:buSzPts val="1600"/>
              <a:buFont typeface="Crimson Pro Medium"/>
              <a:buNone/>
              <a:defRPr sz="1600">
                <a:latin typeface="Crimson Pro Medium"/>
                <a:ea typeface="Crimson Pro Medium"/>
                <a:cs typeface="Crimson Pro Medium"/>
                <a:sym typeface="Crimson Pro Medium"/>
              </a:defRPr>
            </a:lvl8pPr>
            <a:lvl9pPr lvl="8">
              <a:spcBef>
                <a:spcPts val="0"/>
              </a:spcBef>
              <a:spcAft>
                <a:spcPts val="0"/>
              </a:spcAft>
              <a:buClr>
                <a:schemeClr val="dk1"/>
              </a:buClr>
              <a:buSzPts val="1600"/>
              <a:buFont typeface="Crimson Pro Medium"/>
              <a:buNone/>
              <a:defRPr sz="1600">
                <a:latin typeface="Crimson Pro Medium"/>
                <a:ea typeface="Crimson Pro Medium"/>
                <a:cs typeface="Crimson Pro Medium"/>
                <a:sym typeface="Crimson Pro Medium"/>
              </a:defRPr>
            </a:lvl9pPr>
          </a:lstStyle>
          <a:p/>
        </p:txBody>
      </p:sp>
      <p:sp>
        <p:nvSpPr>
          <p:cNvPr id="252" name="Google Shape;252;p31"/>
          <p:cNvSpPr txBox="1"/>
          <p:nvPr>
            <p:ph idx="8" type="subTitle"/>
          </p:nvPr>
        </p:nvSpPr>
        <p:spPr>
          <a:xfrm>
            <a:off x="7136175" y="3378750"/>
            <a:ext cx="1779600" cy="732600"/>
          </a:xfrm>
          <a:prstGeom prst="rect">
            <a:avLst/>
          </a:prstGeom>
        </p:spPr>
        <p:txBody>
          <a:bodyPr anchorCtr="0" anchor="ctr" bIns="91425" lIns="91425" spcFirstLastPara="1" rIns="91425" wrap="square" tIns="91425">
            <a:noAutofit/>
          </a:bodyPr>
          <a:lstStyle>
            <a:lvl1pPr lvl="0" algn="r">
              <a:spcBef>
                <a:spcPts val="0"/>
              </a:spcBef>
              <a:spcAft>
                <a:spcPts val="0"/>
              </a:spcAft>
              <a:buClr>
                <a:schemeClr val="dk1"/>
              </a:buClr>
              <a:buSzPts val="1600"/>
              <a:buFont typeface="Crimson Pro Medium"/>
              <a:buNone/>
              <a:defRPr sz="1600">
                <a:latin typeface="Crimson Pro Medium"/>
                <a:ea typeface="Crimson Pro Medium"/>
                <a:cs typeface="Crimson Pro Medium"/>
                <a:sym typeface="Crimson Pro Medium"/>
              </a:defRPr>
            </a:lvl1pPr>
            <a:lvl2pPr lvl="1" algn="r">
              <a:spcBef>
                <a:spcPts val="0"/>
              </a:spcBef>
              <a:spcAft>
                <a:spcPts val="0"/>
              </a:spcAft>
              <a:buClr>
                <a:schemeClr val="dk1"/>
              </a:buClr>
              <a:buSzPts val="1600"/>
              <a:buFont typeface="Crimson Pro Medium"/>
              <a:buNone/>
              <a:defRPr sz="1600">
                <a:latin typeface="Crimson Pro Medium"/>
                <a:ea typeface="Crimson Pro Medium"/>
                <a:cs typeface="Crimson Pro Medium"/>
                <a:sym typeface="Crimson Pro Medium"/>
              </a:defRPr>
            </a:lvl2pPr>
            <a:lvl3pPr lvl="2" algn="r">
              <a:spcBef>
                <a:spcPts val="0"/>
              </a:spcBef>
              <a:spcAft>
                <a:spcPts val="0"/>
              </a:spcAft>
              <a:buClr>
                <a:schemeClr val="dk1"/>
              </a:buClr>
              <a:buSzPts val="1600"/>
              <a:buFont typeface="Crimson Pro Medium"/>
              <a:buNone/>
              <a:defRPr sz="1600">
                <a:latin typeface="Crimson Pro Medium"/>
                <a:ea typeface="Crimson Pro Medium"/>
                <a:cs typeface="Crimson Pro Medium"/>
                <a:sym typeface="Crimson Pro Medium"/>
              </a:defRPr>
            </a:lvl3pPr>
            <a:lvl4pPr lvl="3" algn="r">
              <a:spcBef>
                <a:spcPts val="0"/>
              </a:spcBef>
              <a:spcAft>
                <a:spcPts val="0"/>
              </a:spcAft>
              <a:buClr>
                <a:schemeClr val="dk1"/>
              </a:buClr>
              <a:buSzPts val="1600"/>
              <a:buFont typeface="Crimson Pro Medium"/>
              <a:buNone/>
              <a:defRPr sz="1600">
                <a:latin typeface="Crimson Pro Medium"/>
                <a:ea typeface="Crimson Pro Medium"/>
                <a:cs typeface="Crimson Pro Medium"/>
                <a:sym typeface="Crimson Pro Medium"/>
              </a:defRPr>
            </a:lvl4pPr>
            <a:lvl5pPr lvl="4" algn="r">
              <a:spcBef>
                <a:spcPts val="0"/>
              </a:spcBef>
              <a:spcAft>
                <a:spcPts val="0"/>
              </a:spcAft>
              <a:buClr>
                <a:schemeClr val="dk1"/>
              </a:buClr>
              <a:buSzPts val="1600"/>
              <a:buFont typeface="Crimson Pro Medium"/>
              <a:buNone/>
              <a:defRPr sz="1600">
                <a:latin typeface="Crimson Pro Medium"/>
                <a:ea typeface="Crimson Pro Medium"/>
                <a:cs typeface="Crimson Pro Medium"/>
                <a:sym typeface="Crimson Pro Medium"/>
              </a:defRPr>
            </a:lvl5pPr>
            <a:lvl6pPr lvl="5" algn="r">
              <a:spcBef>
                <a:spcPts val="0"/>
              </a:spcBef>
              <a:spcAft>
                <a:spcPts val="0"/>
              </a:spcAft>
              <a:buClr>
                <a:schemeClr val="dk1"/>
              </a:buClr>
              <a:buSzPts val="1600"/>
              <a:buFont typeface="Crimson Pro Medium"/>
              <a:buNone/>
              <a:defRPr sz="1600">
                <a:latin typeface="Crimson Pro Medium"/>
                <a:ea typeface="Crimson Pro Medium"/>
                <a:cs typeface="Crimson Pro Medium"/>
                <a:sym typeface="Crimson Pro Medium"/>
              </a:defRPr>
            </a:lvl6pPr>
            <a:lvl7pPr lvl="6" algn="r">
              <a:spcBef>
                <a:spcPts val="0"/>
              </a:spcBef>
              <a:spcAft>
                <a:spcPts val="0"/>
              </a:spcAft>
              <a:buClr>
                <a:schemeClr val="dk1"/>
              </a:buClr>
              <a:buSzPts val="1600"/>
              <a:buFont typeface="Crimson Pro Medium"/>
              <a:buNone/>
              <a:defRPr sz="1600">
                <a:latin typeface="Crimson Pro Medium"/>
                <a:ea typeface="Crimson Pro Medium"/>
                <a:cs typeface="Crimson Pro Medium"/>
                <a:sym typeface="Crimson Pro Medium"/>
              </a:defRPr>
            </a:lvl7pPr>
            <a:lvl8pPr lvl="7" algn="r">
              <a:spcBef>
                <a:spcPts val="0"/>
              </a:spcBef>
              <a:spcAft>
                <a:spcPts val="0"/>
              </a:spcAft>
              <a:buClr>
                <a:schemeClr val="dk1"/>
              </a:buClr>
              <a:buSzPts val="1600"/>
              <a:buFont typeface="Crimson Pro Medium"/>
              <a:buNone/>
              <a:defRPr sz="1600">
                <a:latin typeface="Crimson Pro Medium"/>
                <a:ea typeface="Crimson Pro Medium"/>
                <a:cs typeface="Crimson Pro Medium"/>
                <a:sym typeface="Crimson Pro Medium"/>
              </a:defRPr>
            </a:lvl8pPr>
            <a:lvl9pPr lvl="8" algn="r">
              <a:spcBef>
                <a:spcPts val="0"/>
              </a:spcBef>
              <a:spcAft>
                <a:spcPts val="0"/>
              </a:spcAft>
              <a:buClr>
                <a:schemeClr val="dk1"/>
              </a:buClr>
              <a:buSzPts val="1600"/>
              <a:buFont typeface="Crimson Pro Medium"/>
              <a:buNone/>
              <a:defRPr sz="1600">
                <a:latin typeface="Crimson Pro Medium"/>
                <a:ea typeface="Crimson Pro Medium"/>
                <a:cs typeface="Crimson Pro Medium"/>
                <a:sym typeface="Crimson Pro Medium"/>
              </a:defRPr>
            </a:lvl9pPr>
          </a:lstStyle>
          <a:p/>
        </p:txBody>
      </p:sp>
      <p:sp>
        <p:nvSpPr>
          <p:cNvPr id="253" name="Google Shape;253;p31"/>
          <p:cNvSpPr txBox="1"/>
          <p:nvPr>
            <p:ph idx="9" type="subTitle"/>
          </p:nvPr>
        </p:nvSpPr>
        <p:spPr>
          <a:xfrm>
            <a:off x="4831742" y="3378750"/>
            <a:ext cx="1782300" cy="732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600"/>
              <a:buFont typeface="Crimson Pro Medium"/>
              <a:buNone/>
              <a:defRPr sz="1600">
                <a:latin typeface="Crimson Pro Medium"/>
                <a:ea typeface="Crimson Pro Medium"/>
                <a:cs typeface="Crimson Pro Medium"/>
                <a:sym typeface="Crimson Pro Medium"/>
              </a:defRPr>
            </a:lvl1pPr>
            <a:lvl2pPr lvl="1">
              <a:spcBef>
                <a:spcPts val="0"/>
              </a:spcBef>
              <a:spcAft>
                <a:spcPts val="0"/>
              </a:spcAft>
              <a:buClr>
                <a:schemeClr val="dk1"/>
              </a:buClr>
              <a:buSzPts val="1600"/>
              <a:buFont typeface="Crimson Pro Medium"/>
              <a:buNone/>
              <a:defRPr sz="1600">
                <a:latin typeface="Crimson Pro Medium"/>
                <a:ea typeface="Crimson Pro Medium"/>
                <a:cs typeface="Crimson Pro Medium"/>
                <a:sym typeface="Crimson Pro Medium"/>
              </a:defRPr>
            </a:lvl2pPr>
            <a:lvl3pPr lvl="2">
              <a:spcBef>
                <a:spcPts val="0"/>
              </a:spcBef>
              <a:spcAft>
                <a:spcPts val="0"/>
              </a:spcAft>
              <a:buClr>
                <a:schemeClr val="dk1"/>
              </a:buClr>
              <a:buSzPts val="1600"/>
              <a:buFont typeface="Crimson Pro Medium"/>
              <a:buNone/>
              <a:defRPr sz="1600">
                <a:latin typeface="Crimson Pro Medium"/>
                <a:ea typeface="Crimson Pro Medium"/>
                <a:cs typeface="Crimson Pro Medium"/>
                <a:sym typeface="Crimson Pro Medium"/>
              </a:defRPr>
            </a:lvl3pPr>
            <a:lvl4pPr lvl="3">
              <a:spcBef>
                <a:spcPts val="0"/>
              </a:spcBef>
              <a:spcAft>
                <a:spcPts val="0"/>
              </a:spcAft>
              <a:buClr>
                <a:schemeClr val="dk1"/>
              </a:buClr>
              <a:buSzPts val="1600"/>
              <a:buFont typeface="Crimson Pro Medium"/>
              <a:buNone/>
              <a:defRPr sz="1600">
                <a:latin typeface="Crimson Pro Medium"/>
                <a:ea typeface="Crimson Pro Medium"/>
                <a:cs typeface="Crimson Pro Medium"/>
                <a:sym typeface="Crimson Pro Medium"/>
              </a:defRPr>
            </a:lvl4pPr>
            <a:lvl5pPr lvl="4">
              <a:spcBef>
                <a:spcPts val="0"/>
              </a:spcBef>
              <a:spcAft>
                <a:spcPts val="0"/>
              </a:spcAft>
              <a:buClr>
                <a:schemeClr val="dk1"/>
              </a:buClr>
              <a:buSzPts val="1600"/>
              <a:buFont typeface="Crimson Pro Medium"/>
              <a:buNone/>
              <a:defRPr sz="1600">
                <a:latin typeface="Crimson Pro Medium"/>
                <a:ea typeface="Crimson Pro Medium"/>
                <a:cs typeface="Crimson Pro Medium"/>
                <a:sym typeface="Crimson Pro Medium"/>
              </a:defRPr>
            </a:lvl5pPr>
            <a:lvl6pPr lvl="5">
              <a:spcBef>
                <a:spcPts val="0"/>
              </a:spcBef>
              <a:spcAft>
                <a:spcPts val="0"/>
              </a:spcAft>
              <a:buClr>
                <a:schemeClr val="dk1"/>
              </a:buClr>
              <a:buSzPts val="1600"/>
              <a:buFont typeface="Crimson Pro Medium"/>
              <a:buNone/>
              <a:defRPr sz="1600">
                <a:latin typeface="Crimson Pro Medium"/>
                <a:ea typeface="Crimson Pro Medium"/>
                <a:cs typeface="Crimson Pro Medium"/>
                <a:sym typeface="Crimson Pro Medium"/>
              </a:defRPr>
            </a:lvl6pPr>
            <a:lvl7pPr lvl="6">
              <a:spcBef>
                <a:spcPts val="0"/>
              </a:spcBef>
              <a:spcAft>
                <a:spcPts val="0"/>
              </a:spcAft>
              <a:buClr>
                <a:schemeClr val="dk1"/>
              </a:buClr>
              <a:buSzPts val="1600"/>
              <a:buFont typeface="Crimson Pro Medium"/>
              <a:buNone/>
              <a:defRPr sz="1600">
                <a:latin typeface="Crimson Pro Medium"/>
                <a:ea typeface="Crimson Pro Medium"/>
                <a:cs typeface="Crimson Pro Medium"/>
                <a:sym typeface="Crimson Pro Medium"/>
              </a:defRPr>
            </a:lvl7pPr>
            <a:lvl8pPr lvl="7">
              <a:spcBef>
                <a:spcPts val="0"/>
              </a:spcBef>
              <a:spcAft>
                <a:spcPts val="0"/>
              </a:spcAft>
              <a:buClr>
                <a:schemeClr val="dk1"/>
              </a:buClr>
              <a:buSzPts val="1600"/>
              <a:buFont typeface="Crimson Pro Medium"/>
              <a:buNone/>
              <a:defRPr sz="1600">
                <a:latin typeface="Crimson Pro Medium"/>
                <a:ea typeface="Crimson Pro Medium"/>
                <a:cs typeface="Crimson Pro Medium"/>
                <a:sym typeface="Crimson Pro Medium"/>
              </a:defRPr>
            </a:lvl8pPr>
            <a:lvl9pPr lvl="8">
              <a:spcBef>
                <a:spcPts val="0"/>
              </a:spcBef>
              <a:spcAft>
                <a:spcPts val="0"/>
              </a:spcAft>
              <a:buClr>
                <a:schemeClr val="dk1"/>
              </a:buClr>
              <a:buSzPts val="1600"/>
              <a:buFont typeface="Crimson Pro Medium"/>
              <a:buNone/>
              <a:defRPr sz="1600">
                <a:latin typeface="Crimson Pro Medium"/>
                <a:ea typeface="Crimson Pro Medium"/>
                <a:cs typeface="Crimson Pro Medium"/>
                <a:sym typeface="Crimson Pro Medium"/>
              </a:defRPr>
            </a:lvl9pPr>
          </a:lstStyle>
          <a:p/>
        </p:txBody>
      </p:sp>
      <p:sp>
        <p:nvSpPr>
          <p:cNvPr id="254" name="Google Shape;254;p31"/>
          <p:cNvSpPr txBox="1"/>
          <p:nvPr>
            <p:ph idx="13" type="subTitle"/>
          </p:nvPr>
        </p:nvSpPr>
        <p:spPr>
          <a:xfrm>
            <a:off x="228225" y="2646123"/>
            <a:ext cx="1782300" cy="732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600"/>
              <a:buFont typeface="Crimson Pro Medium"/>
              <a:buNone/>
              <a:defRPr sz="1600">
                <a:latin typeface="Crimson Pro Medium"/>
                <a:ea typeface="Crimson Pro Medium"/>
                <a:cs typeface="Crimson Pro Medium"/>
                <a:sym typeface="Crimson Pro Medium"/>
              </a:defRPr>
            </a:lvl1pPr>
            <a:lvl2pPr lvl="1">
              <a:spcBef>
                <a:spcPts val="0"/>
              </a:spcBef>
              <a:spcAft>
                <a:spcPts val="0"/>
              </a:spcAft>
              <a:buClr>
                <a:schemeClr val="dk1"/>
              </a:buClr>
              <a:buSzPts val="1600"/>
              <a:buFont typeface="Crimson Pro Medium"/>
              <a:buNone/>
              <a:defRPr sz="1600">
                <a:latin typeface="Crimson Pro Medium"/>
                <a:ea typeface="Crimson Pro Medium"/>
                <a:cs typeface="Crimson Pro Medium"/>
                <a:sym typeface="Crimson Pro Medium"/>
              </a:defRPr>
            </a:lvl2pPr>
            <a:lvl3pPr lvl="2">
              <a:spcBef>
                <a:spcPts val="0"/>
              </a:spcBef>
              <a:spcAft>
                <a:spcPts val="0"/>
              </a:spcAft>
              <a:buClr>
                <a:schemeClr val="dk1"/>
              </a:buClr>
              <a:buSzPts val="1600"/>
              <a:buFont typeface="Crimson Pro Medium"/>
              <a:buNone/>
              <a:defRPr sz="1600">
                <a:latin typeface="Crimson Pro Medium"/>
                <a:ea typeface="Crimson Pro Medium"/>
                <a:cs typeface="Crimson Pro Medium"/>
                <a:sym typeface="Crimson Pro Medium"/>
              </a:defRPr>
            </a:lvl3pPr>
            <a:lvl4pPr lvl="3">
              <a:spcBef>
                <a:spcPts val="0"/>
              </a:spcBef>
              <a:spcAft>
                <a:spcPts val="0"/>
              </a:spcAft>
              <a:buClr>
                <a:schemeClr val="dk1"/>
              </a:buClr>
              <a:buSzPts val="1600"/>
              <a:buFont typeface="Crimson Pro Medium"/>
              <a:buNone/>
              <a:defRPr sz="1600">
                <a:latin typeface="Crimson Pro Medium"/>
                <a:ea typeface="Crimson Pro Medium"/>
                <a:cs typeface="Crimson Pro Medium"/>
                <a:sym typeface="Crimson Pro Medium"/>
              </a:defRPr>
            </a:lvl4pPr>
            <a:lvl5pPr lvl="4">
              <a:spcBef>
                <a:spcPts val="0"/>
              </a:spcBef>
              <a:spcAft>
                <a:spcPts val="0"/>
              </a:spcAft>
              <a:buClr>
                <a:schemeClr val="dk1"/>
              </a:buClr>
              <a:buSzPts val="1600"/>
              <a:buFont typeface="Crimson Pro Medium"/>
              <a:buNone/>
              <a:defRPr sz="1600">
                <a:latin typeface="Crimson Pro Medium"/>
                <a:ea typeface="Crimson Pro Medium"/>
                <a:cs typeface="Crimson Pro Medium"/>
                <a:sym typeface="Crimson Pro Medium"/>
              </a:defRPr>
            </a:lvl5pPr>
            <a:lvl6pPr lvl="5">
              <a:spcBef>
                <a:spcPts val="0"/>
              </a:spcBef>
              <a:spcAft>
                <a:spcPts val="0"/>
              </a:spcAft>
              <a:buClr>
                <a:schemeClr val="dk1"/>
              </a:buClr>
              <a:buSzPts val="1600"/>
              <a:buFont typeface="Crimson Pro Medium"/>
              <a:buNone/>
              <a:defRPr sz="1600">
                <a:latin typeface="Crimson Pro Medium"/>
                <a:ea typeface="Crimson Pro Medium"/>
                <a:cs typeface="Crimson Pro Medium"/>
                <a:sym typeface="Crimson Pro Medium"/>
              </a:defRPr>
            </a:lvl6pPr>
            <a:lvl7pPr lvl="6">
              <a:spcBef>
                <a:spcPts val="0"/>
              </a:spcBef>
              <a:spcAft>
                <a:spcPts val="0"/>
              </a:spcAft>
              <a:buClr>
                <a:schemeClr val="dk1"/>
              </a:buClr>
              <a:buSzPts val="1600"/>
              <a:buFont typeface="Crimson Pro Medium"/>
              <a:buNone/>
              <a:defRPr sz="1600">
                <a:latin typeface="Crimson Pro Medium"/>
                <a:ea typeface="Crimson Pro Medium"/>
                <a:cs typeface="Crimson Pro Medium"/>
                <a:sym typeface="Crimson Pro Medium"/>
              </a:defRPr>
            </a:lvl7pPr>
            <a:lvl8pPr lvl="7">
              <a:spcBef>
                <a:spcPts val="0"/>
              </a:spcBef>
              <a:spcAft>
                <a:spcPts val="0"/>
              </a:spcAft>
              <a:buClr>
                <a:schemeClr val="dk1"/>
              </a:buClr>
              <a:buSzPts val="1600"/>
              <a:buFont typeface="Crimson Pro Medium"/>
              <a:buNone/>
              <a:defRPr sz="1600">
                <a:latin typeface="Crimson Pro Medium"/>
                <a:ea typeface="Crimson Pro Medium"/>
                <a:cs typeface="Crimson Pro Medium"/>
                <a:sym typeface="Crimson Pro Medium"/>
              </a:defRPr>
            </a:lvl8pPr>
            <a:lvl9pPr lvl="8">
              <a:spcBef>
                <a:spcPts val="0"/>
              </a:spcBef>
              <a:spcAft>
                <a:spcPts val="0"/>
              </a:spcAft>
              <a:buClr>
                <a:schemeClr val="dk1"/>
              </a:buClr>
              <a:buSzPts val="1600"/>
              <a:buFont typeface="Crimson Pro Medium"/>
              <a:buNone/>
              <a:defRPr sz="1600">
                <a:latin typeface="Crimson Pro Medium"/>
                <a:ea typeface="Crimson Pro Medium"/>
                <a:cs typeface="Crimson Pro Medium"/>
                <a:sym typeface="Crimson Pro Medium"/>
              </a:defRPr>
            </a:lvl9pPr>
          </a:lstStyle>
          <a:p/>
        </p:txBody>
      </p:sp>
      <p:sp>
        <p:nvSpPr>
          <p:cNvPr id="255" name="Google Shape;255;p31"/>
          <p:cNvSpPr txBox="1"/>
          <p:nvPr>
            <p:ph idx="14" type="subTitle"/>
          </p:nvPr>
        </p:nvSpPr>
        <p:spPr>
          <a:xfrm>
            <a:off x="2529983" y="2646100"/>
            <a:ext cx="1782300" cy="732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600"/>
              <a:buFont typeface="Crimson Pro Medium"/>
              <a:buNone/>
              <a:defRPr sz="1600">
                <a:latin typeface="Crimson Pro Medium"/>
                <a:ea typeface="Crimson Pro Medium"/>
                <a:cs typeface="Crimson Pro Medium"/>
                <a:sym typeface="Crimson Pro Medium"/>
              </a:defRPr>
            </a:lvl1pPr>
            <a:lvl2pPr lvl="1">
              <a:spcBef>
                <a:spcPts val="0"/>
              </a:spcBef>
              <a:spcAft>
                <a:spcPts val="0"/>
              </a:spcAft>
              <a:buClr>
                <a:schemeClr val="dk1"/>
              </a:buClr>
              <a:buSzPts val="1600"/>
              <a:buFont typeface="Crimson Pro Medium"/>
              <a:buNone/>
              <a:defRPr sz="1600">
                <a:latin typeface="Crimson Pro Medium"/>
                <a:ea typeface="Crimson Pro Medium"/>
                <a:cs typeface="Crimson Pro Medium"/>
                <a:sym typeface="Crimson Pro Medium"/>
              </a:defRPr>
            </a:lvl2pPr>
            <a:lvl3pPr lvl="2">
              <a:spcBef>
                <a:spcPts val="0"/>
              </a:spcBef>
              <a:spcAft>
                <a:spcPts val="0"/>
              </a:spcAft>
              <a:buClr>
                <a:schemeClr val="dk1"/>
              </a:buClr>
              <a:buSzPts val="1600"/>
              <a:buFont typeface="Crimson Pro Medium"/>
              <a:buNone/>
              <a:defRPr sz="1600">
                <a:latin typeface="Crimson Pro Medium"/>
                <a:ea typeface="Crimson Pro Medium"/>
                <a:cs typeface="Crimson Pro Medium"/>
                <a:sym typeface="Crimson Pro Medium"/>
              </a:defRPr>
            </a:lvl3pPr>
            <a:lvl4pPr lvl="3">
              <a:spcBef>
                <a:spcPts val="0"/>
              </a:spcBef>
              <a:spcAft>
                <a:spcPts val="0"/>
              </a:spcAft>
              <a:buClr>
                <a:schemeClr val="dk1"/>
              </a:buClr>
              <a:buSzPts val="1600"/>
              <a:buFont typeface="Crimson Pro Medium"/>
              <a:buNone/>
              <a:defRPr sz="1600">
                <a:latin typeface="Crimson Pro Medium"/>
                <a:ea typeface="Crimson Pro Medium"/>
                <a:cs typeface="Crimson Pro Medium"/>
                <a:sym typeface="Crimson Pro Medium"/>
              </a:defRPr>
            </a:lvl4pPr>
            <a:lvl5pPr lvl="4">
              <a:spcBef>
                <a:spcPts val="0"/>
              </a:spcBef>
              <a:spcAft>
                <a:spcPts val="0"/>
              </a:spcAft>
              <a:buClr>
                <a:schemeClr val="dk1"/>
              </a:buClr>
              <a:buSzPts val="1600"/>
              <a:buFont typeface="Crimson Pro Medium"/>
              <a:buNone/>
              <a:defRPr sz="1600">
                <a:latin typeface="Crimson Pro Medium"/>
                <a:ea typeface="Crimson Pro Medium"/>
                <a:cs typeface="Crimson Pro Medium"/>
                <a:sym typeface="Crimson Pro Medium"/>
              </a:defRPr>
            </a:lvl5pPr>
            <a:lvl6pPr lvl="5">
              <a:spcBef>
                <a:spcPts val="0"/>
              </a:spcBef>
              <a:spcAft>
                <a:spcPts val="0"/>
              </a:spcAft>
              <a:buClr>
                <a:schemeClr val="dk1"/>
              </a:buClr>
              <a:buSzPts val="1600"/>
              <a:buFont typeface="Crimson Pro Medium"/>
              <a:buNone/>
              <a:defRPr sz="1600">
                <a:latin typeface="Crimson Pro Medium"/>
                <a:ea typeface="Crimson Pro Medium"/>
                <a:cs typeface="Crimson Pro Medium"/>
                <a:sym typeface="Crimson Pro Medium"/>
              </a:defRPr>
            </a:lvl6pPr>
            <a:lvl7pPr lvl="6">
              <a:spcBef>
                <a:spcPts val="0"/>
              </a:spcBef>
              <a:spcAft>
                <a:spcPts val="0"/>
              </a:spcAft>
              <a:buClr>
                <a:schemeClr val="dk1"/>
              </a:buClr>
              <a:buSzPts val="1600"/>
              <a:buFont typeface="Crimson Pro Medium"/>
              <a:buNone/>
              <a:defRPr sz="1600">
                <a:latin typeface="Crimson Pro Medium"/>
                <a:ea typeface="Crimson Pro Medium"/>
                <a:cs typeface="Crimson Pro Medium"/>
                <a:sym typeface="Crimson Pro Medium"/>
              </a:defRPr>
            </a:lvl7pPr>
            <a:lvl8pPr lvl="7">
              <a:spcBef>
                <a:spcPts val="0"/>
              </a:spcBef>
              <a:spcAft>
                <a:spcPts val="0"/>
              </a:spcAft>
              <a:buClr>
                <a:schemeClr val="dk1"/>
              </a:buClr>
              <a:buSzPts val="1600"/>
              <a:buFont typeface="Crimson Pro Medium"/>
              <a:buNone/>
              <a:defRPr sz="1600">
                <a:latin typeface="Crimson Pro Medium"/>
                <a:ea typeface="Crimson Pro Medium"/>
                <a:cs typeface="Crimson Pro Medium"/>
                <a:sym typeface="Crimson Pro Medium"/>
              </a:defRPr>
            </a:lvl8pPr>
            <a:lvl9pPr lvl="8">
              <a:spcBef>
                <a:spcPts val="0"/>
              </a:spcBef>
              <a:spcAft>
                <a:spcPts val="0"/>
              </a:spcAft>
              <a:buClr>
                <a:schemeClr val="dk1"/>
              </a:buClr>
              <a:buSzPts val="1600"/>
              <a:buFont typeface="Crimson Pro Medium"/>
              <a:buNone/>
              <a:defRPr sz="1600">
                <a:latin typeface="Crimson Pro Medium"/>
                <a:ea typeface="Crimson Pro Medium"/>
                <a:cs typeface="Crimson Pro Medium"/>
                <a:sym typeface="Crimson Pro Medium"/>
              </a:defRPr>
            </a:lvl9pPr>
          </a:lstStyle>
          <a:p/>
        </p:txBody>
      </p:sp>
      <p:sp>
        <p:nvSpPr>
          <p:cNvPr id="256" name="Google Shape;256;p31"/>
          <p:cNvSpPr txBox="1"/>
          <p:nvPr>
            <p:ph idx="15" type="subTitle"/>
          </p:nvPr>
        </p:nvSpPr>
        <p:spPr>
          <a:xfrm>
            <a:off x="7136175" y="2646100"/>
            <a:ext cx="1779600" cy="732600"/>
          </a:xfrm>
          <a:prstGeom prst="rect">
            <a:avLst/>
          </a:prstGeom>
        </p:spPr>
        <p:txBody>
          <a:bodyPr anchorCtr="0" anchor="ctr" bIns="91425" lIns="91425" spcFirstLastPara="1" rIns="91425" wrap="square" tIns="91425">
            <a:noAutofit/>
          </a:bodyPr>
          <a:lstStyle>
            <a:lvl1pPr lvl="0" algn="r">
              <a:spcBef>
                <a:spcPts val="0"/>
              </a:spcBef>
              <a:spcAft>
                <a:spcPts val="0"/>
              </a:spcAft>
              <a:buClr>
                <a:schemeClr val="dk1"/>
              </a:buClr>
              <a:buSzPts val="1600"/>
              <a:buFont typeface="Crimson Pro Medium"/>
              <a:buNone/>
              <a:defRPr sz="1600">
                <a:latin typeface="Crimson Pro Medium"/>
                <a:ea typeface="Crimson Pro Medium"/>
                <a:cs typeface="Crimson Pro Medium"/>
                <a:sym typeface="Crimson Pro Medium"/>
              </a:defRPr>
            </a:lvl1pPr>
            <a:lvl2pPr lvl="1" algn="r">
              <a:spcBef>
                <a:spcPts val="0"/>
              </a:spcBef>
              <a:spcAft>
                <a:spcPts val="0"/>
              </a:spcAft>
              <a:buClr>
                <a:schemeClr val="dk1"/>
              </a:buClr>
              <a:buSzPts val="1600"/>
              <a:buFont typeface="Crimson Pro Medium"/>
              <a:buNone/>
              <a:defRPr sz="1600">
                <a:latin typeface="Crimson Pro Medium"/>
                <a:ea typeface="Crimson Pro Medium"/>
                <a:cs typeface="Crimson Pro Medium"/>
                <a:sym typeface="Crimson Pro Medium"/>
              </a:defRPr>
            </a:lvl2pPr>
            <a:lvl3pPr lvl="2" algn="r">
              <a:spcBef>
                <a:spcPts val="0"/>
              </a:spcBef>
              <a:spcAft>
                <a:spcPts val="0"/>
              </a:spcAft>
              <a:buClr>
                <a:schemeClr val="dk1"/>
              </a:buClr>
              <a:buSzPts val="1600"/>
              <a:buFont typeface="Crimson Pro Medium"/>
              <a:buNone/>
              <a:defRPr sz="1600">
                <a:latin typeface="Crimson Pro Medium"/>
                <a:ea typeface="Crimson Pro Medium"/>
                <a:cs typeface="Crimson Pro Medium"/>
                <a:sym typeface="Crimson Pro Medium"/>
              </a:defRPr>
            </a:lvl3pPr>
            <a:lvl4pPr lvl="3" algn="r">
              <a:spcBef>
                <a:spcPts val="0"/>
              </a:spcBef>
              <a:spcAft>
                <a:spcPts val="0"/>
              </a:spcAft>
              <a:buClr>
                <a:schemeClr val="dk1"/>
              </a:buClr>
              <a:buSzPts val="1600"/>
              <a:buFont typeface="Crimson Pro Medium"/>
              <a:buNone/>
              <a:defRPr sz="1600">
                <a:latin typeface="Crimson Pro Medium"/>
                <a:ea typeface="Crimson Pro Medium"/>
                <a:cs typeface="Crimson Pro Medium"/>
                <a:sym typeface="Crimson Pro Medium"/>
              </a:defRPr>
            </a:lvl4pPr>
            <a:lvl5pPr lvl="4" algn="r">
              <a:spcBef>
                <a:spcPts val="0"/>
              </a:spcBef>
              <a:spcAft>
                <a:spcPts val="0"/>
              </a:spcAft>
              <a:buClr>
                <a:schemeClr val="dk1"/>
              </a:buClr>
              <a:buSzPts val="1600"/>
              <a:buFont typeface="Crimson Pro Medium"/>
              <a:buNone/>
              <a:defRPr sz="1600">
                <a:latin typeface="Crimson Pro Medium"/>
                <a:ea typeface="Crimson Pro Medium"/>
                <a:cs typeface="Crimson Pro Medium"/>
                <a:sym typeface="Crimson Pro Medium"/>
              </a:defRPr>
            </a:lvl5pPr>
            <a:lvl6pPr lvl="5" algn="r">
              <a:spcBef>
                <a:spcPts val="0"/>
              </a:spcBef>
              <a:spcAft>
                <a:spcPts val="0"/>
              </a:spcAft>
              <a:buClr>
                <a:schemeClr val="dk1"/>
              </a:buClr>
              <a:buSzPts val="1600"/>
              <a:buFont typeface="Crimson Pro Medium"/>
              <a:buNone/>
              <a:defRPr sz="1600">
                <a:latin typeface="Crimson Pro Medium"/>
                <a:ea typeface="Crimson Pro Medium"/>
                <a:cs typeface="Crimson Pro Medium"/>
                <a:sym typeface="Crimson Pro Medium"/>
              </a:defRPr>
            </a:lvl6pPr>
            <a:lvl7pPr lvl="6" algn="r">
              <a:spcBef>
                <a:spcPts val="0"/>
              </a:spcBef>
              <a:spcAft>
                <a:spcPts val="0"/>
              </a:spcAft>
              <a:buClr>
                <a:schemeClr val="dk1"/>
              </a:buClr>
              <a:buSzPts val="1600"/>
              <a:buFont typeface="Crimson Pro Medium"/>
              <a:buNone/>
              <a:defRPr sz="1600">
                <a:latin typeface="Crimson Pro Medium"/>
                <a:ea typeface="Crimson Pro Medium"/>
                <a:cs typeface="Crimson Pro Medium"/>
                <a:sym typeface="Crimson Pro Medium"/>
              </a:defRPr>
            </a:lvl7pPr>
            <a:lvl8pPr lvl="7" algn="r">
              <a:spcBef>
                <a:spcPts val="0"/>
              </a:spcBef>
              <a:spcAft>
                <a:spcPts val="0"/>
              </a:spcAft>
              <a:buClr>
                <a:schemeClr val="dk1"/>
              </a:buClr>
              <a:buSzPts val="1600"/>
              <a:buFont typeface="Crimson Pro Medium"/>
              <a:buNone/>
              <a:defRPr sz="1600">
                <a:latin typeface="Crimson Pro Medium"/>
                <a:ea typeface="Crimson Pro Medium"/>
                <a:cs typeface="Crimson Pro Medium"/>
                <a:sym typeface="Crimson Pro Medium"/>
              </a:defRPr>
            </a:lvl8pPr>
            <a:lvl9pPr lvl="8" algn="r">
              <a:spcBef>
                <a:spcPts val="0"/>
              </a:spcBef>
              <a:spcAft>
                <a:spcPts val="0"/>
              </a:spcAft>
              <a:buClr>
                <a:schemeClr val="dk1"/>
              </a:buClr>
              <a:buSzPts val="1600"/>
              <a:buFont typeface="Crimson Pro Medium"/>
              <a:buNone/>
              <a:defRPr sz="1600">
                <a:latin typeface="Crimson Pro Medium"/>
                <a:ea typeface="Crimson Pro Medium"/>
                <a:cs typeface="Crimson Pro Medium"/>
                <a:sym typeface="Crimson Pro Medium"/>
              </a:defRPr>
            </a:lvl9pPr>
          </a:lstStyle>
          <a:p/>
        </p:txBody>
      </p:sp>
      <p:sp>
        <p:nvSpPr>
          <p:cNvPr id="257" name="Google Shape;257;p31"/>
          <p:cNvSpPr txBox="1"/>
          <p:nvPr>
            <p:ph idx="16" type="subTitle"/>
          </p:nvPr>
        </p:nvSpPr>
        <p:spPr>
          <a:xfrm>
            <a:off x="4831742" y="2646100"/>
            <a:ext cx="1782300" cy="732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600"/>
              <a:buFont typeface="Crimson Pro Medium"/>
              <a:buNone/>
              <a:defRPr sz="1600">
                <a:latin typeface="Crimson Pro Medium"/>
                <a:ea typeface="Crimson Pro Medium"/>
                <a:cs typeface="Crimson Pro Medium"/>
                <a:sym typeface="Crimson Pro Medium"/>
              </a:defRPr>
            </a:lvl1pPr>
            <a:lvl2pPr lvl="1">
              <a:spcBef>
                <a:spcPts val="0"/>
              </a:spcBef>
              <a:spcAft>
                <a:spcPts val="0"/>
              </a:spcAft>
              <a:buClr>
                <a:schemeClr val="dk1"/>
              </a:buClr>
              <a:buSzPts val="1600"/>
              <a:buFont typeface="Crimson Pro Medium"/>
              <a:buNone/>
              <a:defRPr sz="1600">
                <a:latin typeface="Crimson Pro Medium"/>
                <a:ea typeface="Crimson Pro Medium"/>
                <a:cs typeface="Crimson Pro Medium"/>
                <a:sym typeface="Crimson Pro Medium"/>
              </a:defRPr>
            </a:lvl2pPr>
            <a:lvl3pPr lvl="2">
              <a:spcBef>
                <a:spcPts val="0"/>
              </a:spcBef>
              <a:spcAft>
                <a:spcPts val="0"/>
              </a:spcAft>
              <a:buClr>
                <a:schemeClr val="dk1"/>
              </a:buClr>
              <a:buSzPts val="1600"/>
              <a:buFont typeface="Crimson Pro Medium"/>
              <a:buNone/>
              <a:defRPr sz="1600">
                <a:latin typeface="Crimson Pro Medium"/>
                <a:ea typeface="Crimson Pro Medium"/>
                <a:cs typeface="Crimson Pro Medium"/>
                <a:sym typeface="Crimson Pro Medium"/>
              </a:defRPr>
            </a:lvl3pPr>
            <a:lvl4pPr lvl="3">
              <a:spcBef>
                <a:spcPts val="0"/>
              </a:spcBef>
              <a:spcAft>
                <a:spcPts val="0"/>
              </a:spcAft>
              <a:buClr>
                <a:schemeClr val="dk1"/>
              </a:buClr>
              <a:buSzPts val="1600"/>
              <a:buFont typeface="Crimson Pro Medium"/>
              <a:buNone/>
              <a:defRPr sz="1600">
                <a:latin typeface="Crimson Pro Medium"/>
                <a:ea typeface="Crimson Pro Medium"/>
                <a:cs typeface="Crimson Pro Medium"/>
                <a:sym typeface="Crimson Pro Medium"/>
              </a:defRPr>
            </a:lvl4pPr>
            <a:lvl5pPr lvl="4">
              <a:spcBef>
                <a:spcPts val="0"/>
              </a:spcBef>
              <a:spcAft>
                <a:spcPts val="0"/>
              </a:spcAft>
              <a:buClr>
                <a:schemeClr val="dk1"/>
              </a:buClr>
              <a:buSzPts val="1600"/>
              <a:buFont typeface="Crimson Pro Medium"/>
              <a:buNone/>
              <a:defRPr sz="1600">
                <a:latin typeface="Crimson Pro Medium"/>
                <a:ea typeface="Crimson Pro Medium"/>
                <a:cs typeface="Crimson Pro Medium"/>
                <a:sym typeface="Crimson Pro Medium"/>
              </a:defRPr>
            </a:lvl5pPr>
            <a:lvl6pPr lvl="5">
              <a:spcBef>
                <a:spcPts val="0"/>
              </a:spcBef>
              <a:spcAft>
                <a:spcPts val="0"/>
              </a:spcAft>
              <a:buClr>
                <a:schemeClr val="dk1"/>
              </a:buClr>
              <a:buSzPts val="1600"/>
              <a:buFont typeface="Crimson Pro Medium"/>
              <a:buNone/>
              <a:defRPr sz="1600">
                <a:latin typeface="Crimson Pro Medium"/>
                <a:ea typeface="Crimson Pro Medium"/>
                <a:cs typeface="Crimson Pro Medium"/>
                <a:sym typeface="Crimson Pro Medium"/>
              </a:defRPr>
            </a:lvl6pPr>
            <a:lvl7pPr lvl="6">
              <a:spcBef>
                <a:spcPts val="0"/>
              </a:spcBef>
              <a:spcAft>
                <a:spcPts val="0"/>
              </a:spcAft>
              <a:buClr>
                <a:schemeClr val="dk1"/>
              </a:buClr>
              <a:buSzPts val="1600"/>
              <a:buFont typeface="Crimson Pro Medium"/>
              <a:buNone/>
              <a:defRPr sz="1600">
                <a:latin typeface="Crimson Pro Medium"/>
                <a:ea typeface="Crimson Pro Medium"/>
                <a:cs typeface="Crimson Pro Medium"/>
                <a:sym typeface="Crimson Pro Medium"/>
              </a:defRPr>
            </a:lvl7pPr>
            <a:lvl8pPr lvl="7">
              <a:spcBef>
                <a:spcPts val="0"/>
              </a:spcBef>
              <a:spcAft>
                <a:spcPts val="0"/>
              </a:spcAft>
              <a:buClr>
                <a:schemeClr val="dk1"/>
              </a:buClr>
              <a:buSzPts val="1600"/>
              <a:buFont typeface="Crimson Pro Medium"/>
              <a:buNone/>
              <a:defRPr sz="1600">
                <a:latin typeface="Crimson Pro Medium"/>
                <a:ea typeface="Crimson Pro Medium"/>
                <a:cs typeface="Crimson Pro Medium"/>
                <a:sym typeface="Crimson Pro Medium"/>
              </a:defRPr>
            </a:lvl8pPr>
            <a:lvl9pPr lvl="8">
              <a:spcBef>
                <a:spcPts val="0"/>
              </a:spcBef>
              <a:spcAft>
                <a:spcPts val="0"/>
              </a:spcAft>
              <a:buClr>
                <a:schemeClr val="dk1"/>
              </a:buClr>
              <a:buSzPts val="1600"/>
              <a:buFont typeface="Crimson Pro Medium"/>
              <a:buNone/>
              <a:defRPr sz="1600">
                <a:latin typeface="Crimson Pro Medium"/>
                <a:ea typeface="Crimson Pro Medium"/>
                <a:cs typeface="Crimson Pro Medium"/>
                <a:sym typeface="Crimson Pro Medium"/>
              </a:defRPr>
            </a:lvl9pPr>
          </a:lstStyle>
          <a:p/>
        </p:txBody>
      </p:sp>
      <p:sp>
        <p:nvSpPr>
          <p:cNvPr id="258" name="Google Shape;258;p31"/>
          <p:cNvSpPr txBox="1"/>
          <p:nvPr>
            <p:ph idx="17" type="subTitle"/>
          </p:nvPr>
        </p:nvSpPr>
        <p:spPr>
          <a:xfrm>
            <a:off x="228225" y="1913448"/>
            <a:ext cx="1782300" cy="732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600"/>
              <a:buFont typeface="Crimson Pro Medium"/>
              <a:buNone/>
              <a:defRPr sz="1600">
                <a:latin typeface="Crimson Pro Medium"/>
                <a:ea typeface="Crimson Pro Medium"/>
                <a:cs typeface="Crimson Pro Medium"/>
                <a:sym typeface="Crimson Pro Medium"/>
              </a:defRPr>
            </a:lvl1pPr>
            <a:lvl2pPr lvl="1">
              <a:spcBef>
                <a:spcPts val="0"/>
              </a:spcBef>
              <a:spcAft>
                <a:spcPts val="0"/>
              </a:spcAft>
              <a:buClr>
                <a:schemeClr val="dk1"/>
              </a:buClr>
              <a:buSzPts val="1600"/>
              <a:buFont typeface="Crimson Pro Medium"/>
              <a:buNone/>
              <a:defRPr sz="1600">
                <a:latin typeface="Crimson Pro Medium"/>
                <a:ea typeface="Crimson Pro Medium"/>
                <a:cs typeface="Crimson Pro Medium"/>
                <a:sym typeface="Crimson Pro Medium"/>
              </a:defRPr>
            </a:lvl2pPr>
            <a:lvl3pPr lvl="2">
              <a:spcBef>
                <a:spcPts val="0"/>
              </a:spcBef>
              <a:spcAft>
                <a:spcPts val="0"/>
              </a:spcAft>
              <a:buClr>
                <a:schemeClr val="dk1"/>
              </a:buClr>
              <a:buSzPts val="1600"/>
              <a:buFont typeface="Crimson Pro Medium"/>
              <a:buNone/>
              <a:defRPr sz="1600">
                <a:latin typeface="Crimson Pro Medium"/>
                <a:ea typeface="Crimson Pro Medium"/>
                <a:cs typeface="Crimson Pro Medium"/>
                <a:sym typeface="Crimson Pro Medium"/>
              </a:defRPr>
            </a:lvl3pPr>
            <a:lvl4pPr lvl="3">
              <a:spcBef>
                <a:spcPts val="0"/>
              </a:spcBef>
              <a:spcAft>
                <a:spcPts val="0"/>
              </a:spcAft>
              <a:buClr>
                <a:schemeClr val="dk1"/>
              </a:buClr>
              <a:buSzPts val="1600"/>
              <a:buFont typeface="Crimson Pro Medium"/>
              <a:buNone/>
              <a:defRPr sz="1600">
                <a:latin typeface="Crimson Pro Medium"/>
                <a:ea typeface="Crimson Pro Medium"/>
                <a:cs typeface="Crimson Pro Medium"/>
                <a:sym typeface="Crimson Pro Medium"/>
              </a:defRPr>
            </a:lvl4pPr>
            <a:lvl5pPr lvl="4">
              <a:spcBef>
                <a:spcPts val="0"/>
              </a:spcBef>
              <a:spcAft>
                <a:spcPts val="0"/>
              </a:spcAft>
              <a:buClr>
                <a:schemeClr val="dk1"/>
              </a:buClr>
              <a:buSzPts val="1600"/>
              <a:buFont typeface="Crimson Pro Medium"/>
              <a:buNone/>
              <a:defRPr sz="1600">
                <a:latin typeface="Crimson Pro Medium"/>
                <a:ea typeface="Crimson Pro Medium"/>
                <a:cs typeface="Crimson Pro Medium"/>
                <a:sym typeface="Crimson Pro Medium"/>
              </a:defRPr>
            </a:lvl5pPr>
            <a:lvl6pPr lvl="5">
              <a:spcBef>
                <a:spcPts val="0"/>
              </a:spcBef>
              <a:spcAft>
                <a:spcPts val="0"/>
              </a:spcAft>
              <a:buClr>
                <a:schemeClr val="dk1"/>
              </a:buClr>
              <a:buSzPts val="1600"/>
              <a:buFont typeface="Crimson Pro Medium"/>
              <a:buNone/>
              <a:defRPr sz="1600">
                <a:latin typeface="Crimson Pro Medium"/>
                <a:ea typeface="Crimson Pro Medium"/>
                <a:cs typeface="Crimson Pro Medium"/>
                <a:sym typeface="Crimson Pro Medium"/>
              </a:defRPr>
            </a:lvl6pPr>
            <a:lvl7pPr lvl="6">
              <a:spcBef>
                <a:spcPts val="0"/>
              </a:spcBef>
              <a:spcAft>
                <a:spcPts val="0"/>
              </a:spcAft>
              <a:buClr>
                <a:schemeClr val="dk1"/>
              </a:buClr>
              <a:buSzPts val="1600"/>
              <a:buFont typeface="Crimson Pro Medium"/>
              <a:buNone/>
              <a:defRPr sz="1600">
                <a:latin typeface="Crimson Pro Medium"/>
                <a:ea typeface="Crimson Pro Medium"/>
                <a:cs typeface="Crimson Pro Medium"/>
                <a:sym typeface="Crimson Pro Medium"/>
              </a:defRPr>
            </a:lvl7pPr>
            <a:lvl8pPr lvl="7">
              <a:spcBef>
                <a:spcPts val="0"/>
              </a:spcBef>
              <a:spcAft>
                <a:spcPts val="0"/>
              </a:spcAft>
              <a:buClr>
                <a:schemeClr val="dk1"/>
              </a:buClr>
              <a:buSzPts val="1600"/>
              <a:buFont typeface="Crimson Pro Medium"/>
              <a:buNone/>
              <a:defRPr sz="1600">
                <a:latin typeface="Crimson Pro Medium"/>
                <a:ea typeface="Crimson Pro Medium"/>
                <a:cs typeface="Crimson Pro Medium"/>
                <a:sym typeface="Crimson Pro Medium"/>
              </a:defRPr>
            </a:lvl8pPr>
            <a:lvl9pPr lvl="8">
              <a:spcBef>
                <a:spcPts val="0"/>
              </a:spcBef>
              <a:spcAft>
                <a:spcPts val="0"/>
              </a:spcAft>
              <a:buClr>
                <a:schemeClr val="dk1"/>
              </a:buClr>
              <a:buSzPts val="1600"/>
              <a:buFont typeface="Crimson Pro Medium"/>
              <a:buNone/>
              <a:defRPr sz="1600">
                <a:latin typeface="Crimson Pro Medium"/>
                <a:ea typeface="Crimson Pro Medium"/>
                <a:cs typeface="Crimson Pro Medium"/>
                <a:sym typeface="Crimson Pro Medium"/>
              </a:defRPr>
            </a:lvl9pPr>
          </a:lstStyle>
          <a:p/>
        </p:txBody>
      </p:sp>
      <p:sp>
        <p:nvSpPr>
          <p:cNvPr id="259" name="Google Shape;259;p31"/>
          <p:cNvSpPr txBox="1"/>
          <p:nvPr>
            <p:ph idx="18" type="subTitle"/>
          </p:nvPr>
        </p:nvSpPr>
        <p:spPr>
          <a:xfrm>
            <a:off x="2529983" y="1913425"/>
            <a:ext cx="1782300" cy="732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600"/>
              <a:buFont typeface="Crimson Pro Medium"/>
              <a:buNone/>
              <a:defRPr sz="1600">
                <a:latin typeface="Crimson Pro Medium"/>
                <a:ea typeface="Crimson Pro Medium"/>
                <a:cs typeface="Crimson Pro Medium"/>
                <a:sym typeface="Crimson Pro Medium"/>
              </a:defRPr>
            </a:lvl1pPr>
            <a:lvl2pPr lvl="1">
              <a:spcBef>
                <a:spcPts val="0"/>
              </a:spcBef>
              <a:spcAft>
                <a:spcPts val="0"/>
              </a:spcAft>
              <a:buClr>
                <a:schemeClr val="dk1"/>
              </a:buClr>
              <a:buSzPts val="1600"/>
              <a:buFont typeface="Crimson Pro Medium"/>
              <a:buNone/>
              <a:defRPr sz="1600">
                <a:latin typeface="Crimson Pro Medium"/>
                <a:ea typeface="Crimson Pro Medium"/>
                <a:cs typeface="Crimson Pro Medium"/>
                <a:sym typeface="Crimson Pro Medium"/>
              </a:defRPr>
            </a:lvl2pPr>
            <a:lvl3pPr lvl="2">
              <a:spcBef>
                <a:spcPts val="0"/>
              </a:spcBef>
              <a:spcAft>
                <a:spcPts val="0"/>
              </a:spcAft>
              <a:buClr>
                <a:schemeClr val="dk1"/>
              </a:buClr>
              <a:buSzPts val="1600"/>
              <a:buFont typeface="Crimson Pro Medium"/>
              <a:buNone/>
              <a:defRPr sz="1600">
                <a:latin typeface="Crimson Pro Medium"/>
                <a:ea typeface="Crimson Pro Medium"/>
                <a:cs typeface="Crimson Pro Medium"/>
                <a:sym typeface="Crimson Pro Medium"/>
              </a:defRPr>
            </a:lvl3pPr>
            <a:lvl4pPr lvl="3">
              <a:spcBef>
                <a:spcPts val="0"/>
              </a:spcBef>
              <a:spcAft>
                <a:spcPts val="0"/>
              </a:spcAft>
              <a:buClr>
                <a:schemeClr val="dk1"/>
              </a:buClr>
              <a:buSzPts val="1600"/>
              <a:buFont typeface="Crimson Pro Medium"/>
              <a:buNone/>
              <a:defRPr sz="1600">
                <a:latin typeface="Crimson Pro Medium"/>
                <a:ea typeface="Crimson Pro Medium"/>
                <a:cs typeface="Crimson Pro Medium"/>
                <a:sym typeface="Crimson Pro Medium"/>
              </a:defRPr>
            </a:lvl4pPr>
            <a:lvl5pPr lvl="4">
              <a:spcBef>
                <a:spcPts val="0"/>
              </a:spcBef>
              <a:spcAft>
                <a:spcPts val="0"/>
              </a:spcAft>
              <a:buClr>
                <a:schemeClr val="dk1"/>
              </a:buClr>
              <a:buSzPts val="1600"/>
              <a:buFont typeface="Crimson Pro Medium"/>
              <a:buNone/>
              <a:defRPr sz="1600">
                <a:latin typeface="Crimson Pro Medium"/>
                <a:ea typeface="Crimson Pro Medium"/>
                <a:cs typeface="Crimson Pro Medium"/>
                <a:sym typeface="Crimson Pro Medium"/>
              </a:defRPr>
            </a:lvl5pPr>
            <a:lvl6pPr lvl="5">
              <a:spcBef>
                <a:spcPts val="0"/>
              </a:spcBef>
              <a:spcAft>
                <a:spcPts val="0"/>
              </a:spcAft>
              <a:buClr>
                <a:schemeClr val="dk1"/>
              </a:buClr>
              <a:buSzPts val="1600"/>
              <a:buFont typeface="Crimson Pro Medium"/>
              <a:buNone/>
              <a:defRPr sz="1600">
                <a:latin typeface="Crimson Pro Medium"/>
                <a:ea typeface="Crimson Pro Medium"/>
                <a:cs typeface="Crimson Pro Medium"/>
                <a:sym typeface="Crimson Pro Medium"/>
              </a:defRPr>
            </a:lvl6pPr>
            <a:lvl7pPr lvl="6">
              <a:spcBef>
                <a:spcPts val="0"/>
              </a:spcBef>
              <a:spcAft>
                <a:spcPts val="0"/>
              </a:spcAft>
              <a:buClr>
                <a:schemeClr val="dk1"/>
              </a:buClr>
              <a:buSzPts val="1600"/>
              <a:buFont typeface="Crimson Pro Medium"/>
              <a:buNone/>
              <a:defRPr sz="1600">
                <a:latin typeface="Crimson Pro Medium"/>
                <a:ea typeface="Crimson Pro Medium"/>
                <a:cs typeface="Crimson Pro Medium"/>
                <a:sym typeface="Crimson Pro Medium"/>
              </a:defRPr>
            </a:lvl7pPr>
            <a:lvl8pPr lvl="7">
              <a:spcBef>
                <a:spcPts val="0"/>
              </a:spcBef>
              <a:spcAft>
                <a:spcPts val="0"/>
              </a:spcAft>
              <a:buClr>
                <a:schemeClr val="dk1"/>
              </a:buClr>
              <a:buSzPts val="1600"/>
              <a:buFont typeface="Crimson Pro Medium"/>
              <a:buNone/>
              <a:defRPr sz="1600">
                <a:latin typeface="Crimson Pro Medium"/>
                <a:ea typeface="Crimson Pro Medium"/>
                <a:cs typeface="Crimson Pro Medium"/>
                <a:sym typeface="Crimson Pro Medium"/>
              </a:defRPr>
            </a:lvl8pPr>
            <a:lvl9pPr lvl="8">
              <a:spcBef>
                <a:spcPts val="0"/>
              </a:spcBef>
              <a:spcAft>
                <a:spcPts val="0"/>
              </a:spcAft>
              <a:buClr>
                <a:schemeClr val="dk1"/>
              </a:buClr>
              <a:buSzPts val="1600"/>
              <a:buFont typeface="Crimson Pro Medium"/>
              <a:buNone/>
              <a:defRPr sz="1600">
                <a:latin typeface="Crimson Pro Medium"/>
                <a:ea typeface="Crimson Pro Medium"/>
                <a:cs typeface="Crimson Pro Medium"/>
                <a:sym typeface="Crimson Pro Medium"/>
              </a:defRPr>
            </a:lvl9pPr>
          </a:lstStyle>
          <a:p/>
        </p:txBody>
      </p:sp>
      <p:sp>
        <p:nvSpPr>
          <p:cNvPr id="260" name="Google Shape;260;p31"/>
          <p:cNvSpPr txBox="1"/>
          <p:nvPr>
            <p:ph idx="19" type="subTitle"/>
          </p:nvPr>
        </p:nvSpPr>
        <p:spPr>
          <a:xfrm>
            <a:off x="7136175" y="1913425"/>
            <a:ext cx="1779600" cy="732600"/>
          </a:xfrm>
          <a:prstGeom prst="rect">
            <a:avLst/>
          </a:prstGeom>
        </p:spPr>
        <p:txBody>
          <a:bodyPr anchorCtr="0" anchor="ctr" bIns="91425" lIns="91425" spcFirstLastPara="1" rIns="91425" wrap="square" tIns="91425">
            <a:noAutofit/>
          </a:bodyPr>
          <a:lstStyle>
            <a:lvl1pPr lvl="0" algn="r">
              <a:spcBef>
                <a:spcPts val="0"/>
              </a:spcBef>
              <a:spcAft>
                <a:spcPts val="0"/>
              </a:spcAft>
              <a:buClr>
                <a:schemeClr val="dk1"/>
              </a:buClr>
              <a:buSzPts val="1600"/>
              <a:buFont typeface="Crimson Pro Medium"/>
              <a:buNone/>
              <a:defRPr sz="1600">
                <a:latin typeface="Crimson Pro Medium"/>
                <a:ea typeface="Crimson Pro Medium"/>
                <a:cs typeface="Crimson Pro Medium"/>
                <a:sym typeface="Crimson Pro Medium"/>
              </a:defRPr>
            </a:lvl1pPr>
            <a:lvl2pPr lvl="1" algn="r">
              <a:spcBef>
                <a:spcPts val="0"/>
              </a:spcBef>
              <a:spcAft>
                <a:spcPts val="0"/>
              </a:spcAft>
              <a:buClr>
                <a:schemeClr val="dk1"/>
              </a:buClr>
              <a:buSzPts val="1600"/>
              <a:buFont typeface="Crimson Pro Medium"/>
              <a:buNone/>
              <a:defRPr sz="1600">
                <a:latin typeface="Crimson Pro Medium"/>
                <a:ea typeface="Crimson Pro Medium"/>
                <a:cs typeface="Crimson Pro Medium"/>
                <a:sym typeface="Crimson Pro Medium"/>
              </a:defRPr>
            </a:lvl2pPr>
            <a:lvl3pPr lvl="2" algn="r">
              <a:spcBef>
                <a:spcPts val="0"/>
              </a:spcBef>
              <a:spcAft>
                <a:spcPts val="0"/>
              </a:spcAft>
              <a:buClr>
                <a:schemeClr val="dk1"/>
              </a:buClr>
              <a:buSzPts val="1600"/>
              <a:buFont typeface="Crimson Pro Medium"/>
              <a:buNone/>
              <a:defRPr sz="1600">
                <a:latin typeface="Crimson Pro Medium"/>
                <a:ea typeface="Crimson Pro Medium"/>
                <a:cs typeface="Crimson Pro Medium"/>
                <a:sym typeface="Crimson Pro Medium"/>
              </a:defRPr>
            </a:lvl3pPr>
            <a:lvl4pPr lvl="3" algn="r">
              <a:spcBef>
                <a:spcPts val="0"/>
              </a:spcBef>
              <a:spcAft>
                <a:spcPts val="0"/>
              </a:spcAft>
              <a:buClr>
                <a:schemeClr val="dk1"/>
              </a:buClr>
              <a:buSzPts val="1600"/>
              <a:buFont typeface="Crimson Pro Medium"/>
              <a:buNone/>
              <a:defRPr sz="1600">
                <a:latin typeface="Crimson Pro Medium"/>
                <a:ea typeface="Crimson Pro Medium"/>
                <a:cs typeface="Crimson Pro Medium"/>
                <a:sym typeface="Crimson Pro Medium"/>
              </a:defRPr>
            </a:lvl4pPr>
            <a:lvl5pPr lvl="4" algn="r">
              <a:spcBef>
                <a:spcPts val="0"/>
              </a:spcBef>
              <a:spcAft>
                <a:spcPts val="0"/>
              </a:spcAft>
              <a:buClr>
                <a:schemeClr val="dk1"/>
              </a:buClr>
              <a:buSzPts val="1600"/>
              <a:buFont typeface="Crimson Pro Medium"/>
              <a:buNone/>
              <a:defRPr sz="1600">
                <a:latin typeface="Crimson Pro Medium"/>
                <a:ea typeface="Crimson Pro Medium"/>
                <a:cs typeface="Crimson Pro Medium"/>
                <a:sym typeface="Crimson Pro Medium"/>
              </a:defRPr>
            </a:lvl5pPr>
            <a:lvl6pPr lvl="5" algn="r">
              <a:spcBef>
                <a:spcPts val="0"/>
              </a:spcBef>
              <a:spcAft>
                <a:spcPts val="0"/>
              </a:spcAft>
              <a:buClr>
                <a:schemeClr val="dk1"/>
              </a:buClr>
              <a:buSzPts val="1600"/>
              <a:buFont typeface="Crimson Pro Medium"/>
              <a:buNone/>
              <a:defRPr sz="1600">
                <a:latin typeface="Crimson Pro Medium"/>
                <a:ea typeface="Crimson Pro Medium"/>
                <a:cs typeface="Crimson Pro Medium"/>
                <a:sym typeface="Crimson Pro Medium"/>
              </a:defRPr>
            </a:lvl6pPr>
            <a:lvl7pPr lvl="6" algn="r">
              <a:spcBef>
                <a:spcPts val="0"/>
              </a:spcBef>
              <a:spcAft>
                <a:spcPts val="0"/>
              </a:spcAft>
              <a:buClr>
                <a:schemeClr val="dk1"/>
              </a:buClr>
              <a:buSzPts val="1600"/>
              <a:buFont typeface="Crimson Pro Medium"/>
              <a:buNone/>
              <a:defRPr sz="1600">
                <a:latin typeface="Crimson Pro Medium"/>
                <a:ea typeface="Crimson Pro Medium"/>
                <a:cs typeface="Crimson Pro Medium"/>
                <a:sym typeface="Crimson Pro Medium"/>
              </a:defRPr>
            </a:lvl7pPr>
            <a:lvl8pPr lvl="7" algn="r">
              <a:spcBef>
                <a:spcPts val="0"/>
              </a:spcBef>
              <a:spcAft>
                <a:spcPts val="0"/>
              </a:spcAft>
              <a:buClr>
                <a:schemeClr val="dk1"/>
              </a:buClr>
              <a:buSzPts val="1600"/>
              <a:buFont typeface="Crimson Pro Medium"/>
              <a:buNone/>
              <a:defRPr sz="1600">
                <a:latin typeface="Crimson Pro Medium"/>
                <a:ea typeface="Crimson Pro Medium"/>
                <a:cs typeface="Crimson Pro Medium"/>
                <a:sym typeface="Crimson Pro Medium"/>
              </a:defRPr>
            </a:lvl8pPr>
            <a:lvl9pPr lvl="8" algn="r">
              <a:spcBef>
                <a:spcPts val="0"/>
              </a:spcBef>
              <a:spcAft>
                <a:spcPts val="0"/>
              </a:spcAft>
              <a:buClr>
                <a:schemeClr val="dk1"/>
              </a:buClr>
              <a:buSzPts val="1600"/>
              <a:buFont typeface="Crimson Pro Medium"/>
              <a:buNone/>
              <a:defRPr sz="1600">
                <a:latin typeface="Crimson Pro Medium"/>
                <a:ea typeface="Crimson Pro Medium"/>
                <a:cs typeface="Crimson Pro Medium"/>
                <a:sym typeface="Crimson Pro Medium"/>
              </a:defRPr>
            </a:lvl9pPr>
          </a:lstStyle>
          <a:p/>
        </p:txBody>
      </p:sp>
      <p:sp>
        <p:nvSpPr>
          <p:cNvPr id="261" name="Google Shape;261;p31"/>
          <p:cNvSpPr txBox="1"/>
          <p:nvPr>
            <p:ph idx="20" type="subTitle"/>
          </p:nvPr>
        </p:nvSpPr>
        <p:spPr>
          <a:xfrm>
            <a:off x="4831742" y="1913425"/>
            <a:ext cx="1782300" cy="732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600"/>
              <a:buFont typeface="Crimson Pro Medium"/>
              <a:buNone/>
              <a:defRPr sz="1600">
                <a:latin typeface="Crimson Pro Medium"/>
                <a:ea typeface="Crimson Pro Medium"/>
                <a:cs typeface="Crimson Pro Medium"/>
                <a:sym typeface="Crimson Pro Medium"/>
              </a:defRPr>
            </a:lvl1pPr>
            <a:lvl2pPr lvl="1">
              <a:spcBef>
                <a:spcPts val="0"/>
              </a:spcBef>
              <a:spcAft>
                <a:spcPts val="0"/>
              </a:spcAft>
              <a:buClr>
                <a:schemeClr val="dk1"/>
              </a:buClr>
              <a:buSzPts val="1600"/>
              <a:buFont typeface="Crimson Pro Medium"/>
              <a:buNone/>
              <a:defRPr sz="1600">
                <a:latin typeface="Crimson Pro Medium"/>
                <a:ea typeface="Crimson Pro Medium"/>
                <a:cs typeface="Crimson Pro Medium"/>
                <a:sym typeface="Crimson Pro Medium"/>
              </a:defRPr>
            </a:lvl2pPr>
            <a:lvl3pPr lvl="2">
              <a:spcBef>
                <a:spcPts val="0"/>
              </a:spcBef>
              <a:spcAft>
                <a:spcPts val="0"/>
              </a:spcAft>
              <a:buClr>
                <a:schemeClr val="dk1"/>
              </a:buClr>
              <a:buSzPts val="1600"/>
              <a:buFont typeface="Crimson Pro Medium"/>
              <a:buNone/>
              <a:defRPr sz="1600">
                <a:latin typeface="Crimson Pro Medium"/>
                <a:ea typeface="Crimson Pro Medium"/>
                <a:cs typeface="Crimson Pro Medium"/>
                <a:sym typeface="Crimson Pro Medium"/>
              </a:defRPr>
            </a:lvl3pPr>
            <a:lvl4pPr lvl="3">
              <a:spcBef>
                <a:spcPts val="0"/>
              </a:spcBef>
              <a:spcAft>
                <a:spcPts val="0"/>
              </a:spcAft>
              <a:buClr>
                <a:schemeClr val="dk1"/>
              </a:buClr>
              <a:buSzPts val="1600"/>
              <a:buFont typeface="Crimson Pro Medium"/>
              <a:buNone/>
              <a:defRPr sz="1600">
                <a:latin typeface="Crimson Pro Medium"/>
                <a:ea typeface="Crimson Pro Medium"/>
                <a:cs typeface="Crimson Pro Medium"/>
                <a:sym typeface="Crimson Pro Medium"/>
              </a:defRPr>
            </a:lvl4pPr>
            <a:lvl5pPr lvl="4">
              <a:spcBef>
                <a:spcPts val="0"/>
              </a:spcBef>
              <a:spcAft>
                <a:spcPts val="0"/>
              </a:spcAft>
              <a:buClr>
                <a:schemeClr val="dk1"/>
              </a:buClr>
              <a:buSzPts val="1600"/>
              <a:buFont typeface="Crimson Pro Medium"/>
              <a:buNone/>
              <a:defRPr sz="1600">
                <a:latin typeface="Crimson Pro Medium"/>
                <a:ea typeface="Crimson Pro Medium"/>
                <a:cs typeface="Crimson Pro Medium"/>
                <a:sym typeface="Crimson Pro Medium"/>
              </a:defRPr>
            </a:lvl5pPr>
            <a:lvl6pPr lvl="5">
              <a:spcBef>
                <a:spcPts val="0"/>
              </a:spcBef>
              <a:spcAft>
                <a:spcPts val="0"/>
              </a:spcAft>
              <a:buClr>
                <a:schemeClr val="dk1"/>
              </a:buClr>
              <a:buSzPts val="1600"/>
              <a:buFont typeface="Crimson Pro Medium"/>
              <a:buNone/>
              <a:defRPr sz="1600">
                <a:latin typeface="Crimson Pro Medium"/>
                <a:ea typeface="Crimson Pro Medium"/>
                <a:cs typeface="Crimson Pro Medium"/>
                <a:sym typeface="Crimson Pro Medium"/>
              </a:defRPr>
            </a:lvl6pPr>
            <a:lvl7pPr lvl="6">
              <a:spcBef>
                <a:spcPts val="0"/>
              </a:spcBef>
              <a:spcAft>
                <a:spcPts val="0"/>
              </a:spcAft>
              <a:buClr>
                <a:schemeClr val="dk1"/>
              </a:buClr>
              <a:buSzPts val="1600"/>
              <a:buFont typeface="Crimson Pro Medium"/>
              <a:buNone/>
              <a:defRPr sz="1600">
                <a:latin typeface="Crimson Pro Medium"/>
                <a:ea typeface="Crimson Pro Medium"/>
                <a:cs typeface="Crimson Pro Medium"/>
                <a:sym typeface="Crimson Pro Medium"/>
              </a:defRPr>
            </a:lvl7pPr>
            <a:lvl8pPr lvl="7">
              <a:spcBef>
                <a:spcPts val="0"/>
              </a:spcBef>
              <a:spcAft>
                <a:spcPts val="0"/>
              </a:spcAft>
              <a:buClr>
                <a:schemeClr val="dk1"/>
              </a:buClr>
              <a:buSzPts val="1600"/>
              <a:buFont typeface="Crimson Pro Medium"/>
              <a:buNone/>
              <a:defRPr sz="1600">
                <a:latin typeface="Crimson Pro Medium"/>
                <a:ea typeface="Crimson Pro Medium"/>
                <a:cs typeface="Crimson Pro Medium"/>
                <a:sym typeface="Crimson Pro Medium"/>
              </a:defRPr>
            </a:lvl8pPr>
            <a:lvl9pPr lvl="8">
              <a:spcBef>
                <a:spcPts val="0"/>
              </a:spcBef>
              <a:spcAft>
                <a:spcPts val="0"/>
              </a:spcAft>
              <a:buClr>
                <a:schemeClr val="dk1"/>
              </a:buClr>
              <a:buSzPts val="1600"/>
              <a:buFont typeface="Crimson Pro Medium"/>
              <a:buNone/>
              <a:defRPr sz="1600">
                <a:latin typeface="Crimson Pro Medium"/>
                <a:ea typeface="Crimson Pro Medium"/>
                <a:cs typeface="Crimson Pro Medium"/>
                <a:sym typeface="Crimson Pro Medium"/>
              </a:defRPr>
            </a:lvl9pPr>
          </a:lstStyle>
          <a:p/>
        </p:txBody>
      </p:sp>
      <p:sp>
        <p:nvSpPr>
          <p:cNvPr id="262" name="Google Shape;262;p3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estions &amp; Answers">
  <p:cSld name="CUSTOM_5">
    <p:bg>
      <p:bgPr>
        <a:solidFill>
          <a:schemeClr val="lt1"/>
        </a:solidFill>
      </p:bgPr>
    </p:bg>
    <p:spTree>
      <p:nvGrpSpPr>
        <p:cNvPr id="263" name="Shape 263"/>
        <p:cNvGrpSpPr/>
        <p:nvPr/>
      </p:nvGrpSpPr>
      <p:grpSpPr>
        <a:xfrm>
          <a:off x="0" y="0"/>
          <a:ext cx="0" cy="0"/>
          <a:chOff x="0" y="0"/>
          <a:chExt cx="0" cy="0"/>
        </a:xfrm>
      </p:grpSpPr>
      <p:cxnSp>
        <p:nvCxnSpPr>
          <p:cNvPr id="264" name="Google Shape;264;p32"/>
          <p:cNvCxnSpPr/>
          <p:nvPr/>
        </p:nvCxnSpPr>
        <p:spPr>
          <a:xfrm>
            <a:off x="230900" y="2446575"/>
            <a:ext cx="4283700" cy="0"/>
          </a:xfrm>
          <a:prstGeom prst="straightConnector1">
            <a:avLst/>
          </a:prstGeom>
          <a:noFill/>
          <a:ln cap="flat" cmpd="sng" w="28575">
            <a:solidFill>
              <a:schemeClr val="dk1"/>
            </a:solidFill>
            <a:prstDash val="solid"/>
            <a:round/>
            <a:headEnd len="med" w="med" type="none"/>
            <a:tailEnd len="med" w="med" type="none"/>
          </a:ln>
        </p:spPr>
      </p:cxnSp>
      <p:cxnSp>
        <p:nvCxnSpPr>
          <p:cNvPr id="265" name="Google Shape;265;p32"/>
          <p:cNvCxnSpPr/>
          <p:nvPr/>
        </p:nvCxnSpPr>
        <p:spPr>
          <a:xfrm>
            <a:off x="230900" y="3234225"/>
            <a:ext cx="4283700" cy="0"/>
          </a:xfrm>
          <a:prstGeom prst="straightConnector1">
            <a:avLst/>
          </a:prstGeom>
          <a:noFill/>
          <a:ln cap="flat" cmpd="sng" w="28575">
            <a:solidFill>
              <a:schemeClr val="dk1"/>
            </a:solidFill>
            <a:prstDash val="solid"/>
            <a:round/>
            <a:headEnd len="med" w="med" type="none"/>
            <a:tailEnd len="med" w="med" type="none"/>
          </a:ln>
        </p:spPr>
      </p:cxnSp>
      <p:cxnSp>
        <p:nvCxnSpPr>
          <p:cNvPr id="266" name="Google Shape;266;p32"/>
          <p:cNvCxnSpPr/>
          <p:nvPr/>
        </p:nvCxnSpPr>
        <p:spPr>
          <a:xfrm>
            <a:off x="230900" y="4920000"/>
            <a:ext cx="8684400" cy="0"/>
          </a:xfrm>
          <a:prstGeom prst="straightConnector1">
            <a:avLst/>
          </a:prstGeom>
          <a:noFill/>
          <a:ln cap="flat" cmpd="sng" w="76200">
            <a:solidFill>
              <a:schemeClr val="dk1"/>
            </a:solidFill>
            <a:prstDash val="solid"/>
            <a:round/>
            <a:headEnd len="med" w="med" type="none"/>
            <a:tailEnd len="med" w="med" type="none"/>
          </a:ln>
        </p:spPr>
      </p:cxnSp>
      <p:cxnSp>
        <p:nvCxnSpPr>
          <p:cNvPr id="267" name="Google Shape;267;p32"/>
          <p:cNvCxnSpPr/>
          <p:nvPr/>
        </p:nvCxnSpPr>
        <p:spPr>
          <a:xfrm>
            <a:off x="230900" y="4021850"/>
            <a:ext cx="4283700" cy="0"/>
          </a:xfrm>
          <a:prstGeom prst="straightConnector1">
            <a:avLst/>
          </a:prstGeom>
          <a:noFill/>
          <a:ln cap="flat" cmpd="sng" w="28575">
            <a:solidFill>
              <a:schemeClr val="dk1"/>
            </a:solidFill>
            <a:prstDash val="solid"/>
            <a:round/>
            <a:headEnd len="med" w="med" type="none"/>
            <a:tailEnd len="med" w="med" type="none"/>
          </a:ln>
        </p:spPr>
      </p:cxnSp>
      <p:cxnSp>
        <p:nvCxnSpPr>
          <p:cNvPr id="268" name="Google Shape;268;p32"/>
          <p:cNvCxnSpPr/>
          <p:nvPr/>
        </p:nvCxnSpPr>
        <p:spPr>
          <a:xfrm>
            <a:off x="4637300" y="2446575"/>
            <a:ext cx="4283700" cy="0"/>
          </a:xfrm>
          <a:prstGeom prst="straightConnector1">
            <a:avLst/>
          </a:prstGeom>
          <a:noFill/>
          <a:ln cap="flat" cmpd="sng" w="28575">
            <a:solidFill>
              <a:schemeClr val="dk1"/>
            </a:solidFill>
            <a:prstDash val="solid"/>
            <a:round/>
            <a:headEnd len="med" w="med" type="none"/>
            <a:tailEnd len="med" w="med" type="none"/>
          </a:ln>
        </p:spPr>
      </p:cxnSp>
      <p:cxnSp>
        <p:nvCxnSpPr>
          <p:cNvPr id="269" name="Google Shape;269;p32"/>
          <p:cNvCxnSpPr/>
          <p:nvPr/>
        </p:nvCxnSpPr>
        <p:spPr>
          <a:xfrm>
            <a:off x="4637300" y="3234225"/>
            <a:ext cx="4283700" cy="0"/>
          </a:xfrm>
          <a:prstGeom prst="straightConnector1">
            <a:avLst/>
          </a:prstGeom>
          <a:noFill/>
          <a:ln cap="flat" cmpd="sng" w="28575">
            <a:solidFill>
              <a:schemeClr val="dk1"/>
            </a:solidFill>
            <a:prstDash val="solid"/>
            <a:round/>
            <a:headEnd len="med" w="med" type="none"/>
            <a:tailEnd len="med" w="med" type="none"/>
          </a:ln>
        </p:spPr>
      </p:cxnSp>
      <p:cxnSp>
        <p:nvCxnSpPr>
          <p:cNvPr id="270" name="Google Shape;270;p32"/>
          <p:cNvCxnSpPr/>
          <p:nvPr/>
        </p:nvCxnSpPr>
        <p:spPr>
          <a:xfrm>
            <a:off x="4637300" y="4021850"/>
            <a:ext cx="4283700" cy="0"/>
          </a:xfrm>
          <a:prstGeom prst="straightConnector1">
            <a:avLst/>
          </a:prstGeom>
          <a:noFill/>
          <a:ln cap="flat" cmpd="sng" w="28575">
            <a:solidFill>
              <a:schemeClr val="dk1"/>
            </a:solidFill>
            <a:prstDash val="solid"/>
            <a:round/>
            <a:headEnd len="med" w="med" type="none"/>
            <a:tailEnd len="med" w="med" type="none"/>
          </a:ln>
        </p:spPr>
      </p:cxnSp>
      <p:sp>
        <p:nvSpPr>
          <p:cNvPr id="271" name="Google Shape;271;p32"/>
          <p:cNvSpPr txBox="1"/>
          <p:nvPr>
            <p:ph type="title"/>
          </p:nvPr>
        </p:nvSpPr>
        <p:spPr>
          <a:xfrm>
            <a:off x="230900" y="457200"/>
            <a:ext cx="4280700" cy="16773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Clr>
                <a:schemeClr val="dk1"/>
              </a:buClr>
              <a:buSzPts val="3600"/>
              <a:buNone/>
              <a:defRPr/>
            </a:lvl1pPr>
            <a:lvl2pPr lvl="1">
              <a:lnSpc>
                <a:spcPct val="80000"/>
              </a:lnSpc>
              <a:spcBef>
                <a:spcPts val="0"/>
              </a:spcBef>
              <a:spcAft>
                <a:spcPts val="0"/>
              </a:spcAft>
              <a:buClr>
                <a:schemeClr val="dk1"/>
              </a:buClr>
              <a:buSzPts val="3600"/>
              <a:buNone/>
              <a:defRPr sz="3600"/>
            </a:lvl2pPr>
            <a:lvl3pPr lvl="2">
              <a:lnSpc>
                <a:spcPct val="80000"/>
              </a:lnSpc>
              <a:spcBef>
                <a:spcPts val="0"/>
              </a:spcBef>
              <a:spcAft>
                <a:spcPts val="0"/>
              </a:spcAft>
              <a:buClr>
                <a:schemeClr val="dk1"/>
              </a:buClr>
              <a:buSzPts val="3600"/>
              <a:buNone/>
              <a:defRPr sz="3600"/>
            </a:lvl3pPr>
            <a:lvl4pPr lvl="3">
              <a:lnSpc>
                <a:spcPct val="80000"/>
              </a:lnSpc>
              <a:spcBef>
                <a:spcPts val="0"/>
              </a:spcBef>
              <a:spcAft>
                <a:spcPts val="0"/>
              </a:spcAft>
              <a:buClr>
                <a:schemeClr val="dk1"/>
              </a:buClr>
              <a:buSzPts val="3600"/>
              <a:buNone/>
              <a:defRPr sz="3600"/>
            </a:lvl4pPr>
            <a:lvl5pPr lvl="4">
              <a:lnSpc>
                <a:spcPct val="80000"/>
              </a:lnSpc>
              <a:spcBef>
                <a:spcPts val="0"/>
              </a:spcBef>
              <a:spcAft>
                <a:spcPts val="0"/>
              </a:spcAft>
              <a:buClr>
                <a:schemeClr val="dk1"/>
              </a:buClr>
              <a:buSzPts val="3600"/>
              <a:buNone/>
              <a:defRPr sz="3600"/>
            </a:lvl5pPr>
            <a:lvl6pPr lvl="5">
              <a:lnSpc>
                <a:spcPct val="80000"/>
              </a:lnSpc>
              <a:spcBef>
                <a:spcPts val="0"/>
              </a:spcBef>
              <a:spcAft>
                <a:spcPts val="0"/>
              </a:spcAft>
              <a:buClr>
                <a:schemeClr val="dk1"/>
              </a:buClr>
              <a:buSzPts val="3600"/>
              <a:buNone/>
              <a:defRPr sz="3600"/>
            </a:lvl6pPr>
            <a:lvl7pPr lvl="6">
              <a:lnSpc>
                <a:spcPct val="80000"/>
              </a:lnSpc>
              <a:spcBef>
                <a:spcPts val="0"/>
              </a:spcBef>
              <a:spcAft>
                <a:spcPts val="0"/>
              </a:spcAft>
              <a:buClr>
                <a:schemeClr val="dk1"/>
              </a:buClr>
              <a:buSzPts val="3600"/>
              <a:buNone/>
              <a:defRPr sz="3600"/>
            </a:lvl7pPr>
            <a:lvl8pPr lvl="7">
              <a:lnSpc>
                <a:spcPct val="80000"/>
              </a:lnSpc>
              <a:spcBef>
                <a:spcPts val="0"/>
              </a:spcBef>
              <a:spcAft>
                <a:spcPts val="0"/>
              </a:spcAft>
              <a:buClr>
                <a:schemeClr val="dk1"/>
              </a:buClr>
              <a:buSzPts val="3600"/>
              <a:buNone/>
              <a:defRPr sz="3600"/>
            </a:lvl8pPr>
            <a:lvl9pPr lvl="8">
              <a:lnSpc>
                <a:spcPct val="80000"/>
              </a:lnSpc>
              <a:spcBef>
                <a:spcPts val="0"/>
              </a:spcBef>
              <a:spcAft>
                <a:spcPts val="0"/>
              </a:spcAft>
              <a:buClr>
                <a:schemeClr val="dk1"/>
              </a:buClr>
              <a:buSzPts val="3600"/>
              <a:buNone/>
              <a:defRPr sz="3600"/>
            </a:lvl9pPr>
          </a:lstStyle>
          <a:p/>
        </p:txBody>
      </p:sp>
      <p:sp>
        <p:nvSpPr>
          <p:cNvPr id="272" name="Google Shape;272;p32"/>
          <p:cNvSpPr txBox="1"/>
          <p:nvPr>
            <p:ph idx="1" type="subTitle"/>
          </p:nvPr>
        </p:nvSpPr>
        <p:spPr>
          <a:xfrm>
            <a:off x="239450" y="2568800"/>
            <a:ext cx="4283700" cy="3534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sz="1200"/>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
        <p:nvSpPr>
          <p:cNvPr id="273" name="Google Shape;273;p32"/>
          <p:cNvSpPr txBox="1"/>
          <p:nvPr>
            <p:ph idx="2" type="subTitle"/>
          </p:nvPr>
        </p:nvSpPr>
        <p:spPr>
          <a:xfrm>
            <a:off x="239450" y="2825198"/>
            <a:ext cx="4283700" cy="286800"/>
          </a:xfrm>
          <a:prstGeom prst="rect">
            <a:avLst/>
          </a:prstGeom>
        </p:spPr>
        <p:txBody>
          <a:bodyPr anchorCtr="0" anchor="t" bIns="91425" lIns="91425" spcFirstLastPara="1" rIns="91425" wrap="square" tIns="91425">
            <a:noAutofit/>
          </a:bodyPr>
          <a:lstStyle>
            <a:lvl1pPr lvl="0">
              <a:spcBef>
                <a:spcPts val="0"/>
              </a:spcBef>
              <a:spcAft>
                <a:spcPts val="0"/>
              </a:spcAft>
              <a:buSzPts val="1200"/>
              <a:buFont typeface="Space Grotesk"/>
              <a:buNone/>
              <a:defRPr b="1" sz="1200">
                <a:latin typeface="Space Grotesk"/>
                <a:ea typeface="Space Grotesk"/>
                <a:cs typeface="Space Grotesk"/>
                <a:sym typeface="Space Grotesk"/>
              </a:defRPr>
            </a:lvl1pPr>
            <a:lvl2pPr lvl="1">
              <a:spcBef>
                <a:spcPts val="0"/>
              </a:spcBef>
              <a:spcAft>
                <a:spcPts val="0"/>
              </a:spcAft>
              <a:buSzPts val="2400"/>
              <a:buFont typeface="Space Grotesk"/>
              <a:buNone/>
              <a:defRPr b="1">
                <a:latin typeface="Space Grotesk"/>
                <a:ea typeface="Space Grotesk"/>
                <a:cs typeface="Space Grotesk"/>
                <a:sym typeface="Space Grotesk"/>
              </a:defRPr>
            </a:lvl2pPr>
            <a:lvl3pPr lvl="2">
              <a:spcBef>
                <a:spcPts val="0"/>
              </a:spcBef>
              <a:spcAft>
                <a:spcPts val="0"/>
              </a:spcAft>
              <a:buSzPts val="2400"/>
              <a:buFont typeface="Space Grotesk"/>
              <a:buNone/>
              <a:defRPr b="1">
                <a:latin typeface="Space Grotesk"/>
                <a:ea typeface="Space Grotesk"/>
                <a:cs typeface="Space Grotesk"/>
                <a:sym typeface="Space Grotesk"/>
              </a:defRPr>
            </a:lvl3pPr>
            <a:lvl4pPr lvl="3">
              <a:spcBef>
                <a:spcPts val="0"/>
              </a:spcBef>
              <a:spcAft>
                <a:spcPts val="0"/>
              </a:spcAft>
              <a:buSzPts val="2400"/>
              <a:buFont typeface="Space Grotesk"/>
              <a:buNone/>
              <a:defRPr b="1">
                <a:latin typeface="Space Grotesk"/>
                <a:ea typeface="Space Grotesk"/>
                <a:cs typeface="Space Grotesk"/>
                <a:sym typeface="Space Grotesk"/>
              </a:defRPr>
            </a:lvl4pPr>
            <a:lvl5pPr lvl="4">
              <a:spcBef>
                <a:spcPts val="0"/>
              </a:spcBef>
              <a:spcAft>
                <a:spcPts val="0"/>
              </a:spcAft>
              <a:buSzPts val="2400"/>
              <a:buFont typeface="Space Grotesk"/>
              <a:buNone/>
              <a:defRPr b="1">
                <a:latin typeface="Space Grotesk"/>
                <a:ea typeface="Space Grotesk"/>
                <a:cs typeface="Space Grotesk"/>
                <a:sym typeface="Space Grotesk"/>
              </a:defRPr>
            </a:lvl5pPr>
            <a:lvl6pPr lvl="5">
              <a:spcBef>
                <a:spcPts val="0"/>
              </a:spcBef>
              <a:spcAft>
                <a:spcPts val="0"/>
              </a:spcAft>
              <a:buSzPts val="2400"/>
              <a:buFont typeface="Space Grotesk"/>
              <a:buNone/>
              <a:defRPr b="1">
                <a:latin typeface="Space Grotesk"/>
                <a:ea typeface="Space Grotesk"/>
                <a:cs typeface="Space Grotesk"/>
                <a:sym typeface="Space Grotesk"/>
              </a:defRPr>
            </a:lvl6pPr>
            <a:lvl7pPr lvl="6">
              <a:spcBef>
                <a:spcPts val="0"/>
              </a:spcBef>
              <a:spcAft>
                <a:spcPts val="0"/>
              </a:spcAft>
              <a:buSzPts val="2400"/>
              <a:buFont typeface="Space Grotesk"/>
              <a:buNone/>
              <a:defRPr b="1">
                <a:latin typeface="Space Grotesk"/>
                <a:ea typeface="Space Grotesk"/>
                <a:cs typeface="Space Grotesk"/>
                <a:sym typeface="Space Grotesk"/>
              </a:defRPr>
            </a:lvl7pPr>
            <a:lvl8pPr lvl="7">
              <a:spcBef>
                <a:spcPts val="0"/>
              </a:spcBef>
              <a:spcAft>
                <a:spcPts val="0"/>
              </a:spcAft>
              <a:buSzPts val="2400"/>
              <a:buFont typeface="Space Grotesk"/>
              <a:buNone/>
              <a:defRPr b="1">
                <a:latin typeface="Space Grotesk"/>
                <a:ea typeface="Space Grotesk"/>
                <a:cs typeface="Space Grotesk"/>
                <a:sym typeface="Space Grotesk"/>
              </a:defRPr>
            </a:lvl8pPr>
            <a:lvl9pPr lvl="8">
              <a:spcBef>
                <a:spcPts val="0"/>
              </a:spcBef>
              <a:spcAft>
                <a:spcPts val="0"/>
              </a:spcAft>
              <a:buSzPts val="2400"/>
              <a:buFont typeface="Space Grotesk"/>
              <a:buNone/>
              <a:defRPr b="1">
                <a:latin typeface="Space Grotesk"/>
                <a:ea typeface="Space Grotesk"/>
                <a:cs typeface="Space Grotesk"/>
                <a:sym typeface="Space Grotesk"/>
              </a:defRPr>
            </a:lvl9pPr>
          </a:lstStyle>
          <a:p/>
        </p:txBody>
      </p:sp>
      <p:sp>
        <p:nvSpPr>
          <p:cNvPr id="274" name="Google Shape;274;p32"/>
          <p:cNvSpPr txBox="1"/>
          <p:nvPr>
            <p:ph idx="3" type="subTitle"/>
          </p:nvPr>
        </p:nvSpPr>
        <p:spPr>
          <a:xfrm>
            <a:off x="228600" y="3356450"/>
            <a:ext cx="4294500" cy="3534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sz="1200"/>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
        <p:nvSpPr>
          <p:cNvPr id="275" name="Google Shape;275;p32"/>
          <p:cNvSpPr txBox="1"/>
          <p:nvPr>
            <p:ph idx="4" type="subTitle"/>
          </p:nvPr>
        </p:nvSpPr>
        <p:spPr>
          <a:xfrm>
            <a:off x="228600" y="3612828"/>
            <a:ext cx="4294500" cy="286800"/>
          </a:xfrm>
          <a:prstGeom prst="rect">
            <a:avLst/>
          </a:prstGeom>
        </p:spPr>
        <p:txBody>
          <a:bodyPr anchorCtr="0" anchor="t" bIns="91425" lIns="91425" spcFirstLastPara="1" rIns="91425" wrap="square" tIns="91425">
            <a:noAutofit/>
          </a:bodyPr>
          <a:lstStyle>
            <a:lvl1pPr lvl="0">
              <a:spcBef>
                <a:spcPts val="0"/>
              </a:spcBef>
              <a:spcAft>
                <a:spcPts val="0"/>
              </a:spcAft>
              <a:buSzPts val="1200"/>
              <a:buFont typeface="Space Grotesk"/>
              <a:buNone/>
              <a:defRPr b="1" sz="1200">
                <a:latin typeface="Space Grotesk"/>
                <a:ea typeface="Space Grotesk"/>
                <a:cs typeface="Space Grotesk"/>
                <a:sym typeface="Space Grotesk"/>
              </a:defRPr>
            </a:lvl1pPr>
            <a:lvl2pPr lvl="1">
              <a:spcBef>
                <a:spcPts val="0"/>
              </a:spcBef>
              <a:spcAft>
                <a:spcPts val="0"/>
              </a:spcAft>
              <a:buSzPts val="2400"/>
              <a:buFont typeface="Space Grotesk"/>
              <a:buNone/>
              <a:defRPr b="1">
                <a:latin typeface="Space Grotesk"/>
                <a:ea typeface="Space Grotesk"/>
                <a:cs typeface="Space Grotesk"/>
                <a:sym typeface="Space Grotesk"/>
              </a:defRPr>
            </a:lvl2pPr>
            <a:lvl3pPr lvl="2">
              <a:spcBef>
                <a:spcPts val="0"/>
              </a:spcBef>
              <a:spcAft>
                <a:spcPts val="0"/>
              </a:spcAft>
              <a:buSzPts val="2400"/>
              <a:buFont typeface="Space Grotesk"/>
              <a:buNone/>
              <a:defRPr b="1">
                <a:latin typeface="Space Grotesk"/>
                <a:ea typeface="Space Grotesk"/>
                <a:cs typeface="Space Grotesk"/>
                <a:sym typeface="Space Grotesk"/>
              </a:defRPr>
            </a:lvl3pPr>
            <a:lvl4pPr lvl="3">
              <a:spcBef>
                <a:spcPts val="0"/>
              </a:spcBef>
              <a:spcAft>
                <a:spcPts val="0"/>
              </a:spcAft>
              <a:buSzPts val="2400"/>
              <a:buFont typeface="Space Grotesk"/>
              <a:buNone/>
              <a:defRPr b="1">
                <a:latin typeface="Space Grotesk"/>
                <a:ea typeface="Space Grotesk"/>
                <a:cs typeface="Space Grotesk"/>
                <a:sym typeface="Space Grotesk"/>
              </a:defRPr>
            </a:lvl4pPr>
            <a:lvl5pPr lvl="4">
              <a:spcBef>
                <a:spcPts val="0"/>
              </a:spcBef>
              <a:spcAft>
                <a:spcPts val="0"/>
              </a:spcAft>
              <a:buSzPts val="2400"/>
              <a:buFont typeface="Space Grotesk"/>
              <a:buNone/>
              <a:defRPr b="1">
                <a:latin typeface="Space Grotesk"/>
                <a:ea typeface="Space Grotesk"/>
                <a:cs typeface="Space Grotesk"/>
                <a:sym typeface="Space Grotesk"/>
              </a:defRPr>
            </a:lvl5pPr>
            <a:lvl6pPr lvl="5">
              <a:spcBef>
                <a:spcPts val="0"/>
              </a:spcBef>
              <a:spcAft>
                <a:spcPts val="0"/>
              </a:spcAft>
              <a:buSzPts val="2400"/>
              <a:buFont typeface="Space Grotesk"/>
              <a:buNone/>
              <a:defRPr b="1">
                <a:latin typeface="Space Grotesk"/>
                <a:ea typeface="Space Grotesk"/>
                <a:cs typeface="Space Grotesk"/>
                <a:sym typeface="Space Grotesk"/>
              </a:defRPr>
            </a:lvl6pPr>
            <a:lvl7pPr lvl="6">
              <a:spcBef>
                <a:spcPts val="0"/>
              </a:spcBef>
              <a:spcAft>
                <a:spcPts val="0"/>
              </a:spcAft>
              <a:buSzPts val="2400"/>
              <a:buFont typeface="Space Grotesk"/>
              <a:buNone/>
              <a:defRPr b="1">
                <a:latin typeface="Space Grotesk"/>
                <a:ea typeface="Space Grotesk"/>
                <a:cs typeface="Space Grotesk"/>
                <a:sym typeface="Space Grotesk"/>
              </a:defRPr>
            </a:lvl7pPr>
            <a:lvl8pPr lvl="7">
              <a:spcBef>
                <a:spcPts val="0"/>
              </a:spcBef>
              <a:spcAft>
                <a:spcPts val="0"/>
              </a:spcAft>
              <a:buSzPts val="2400"/>
              <a:buFont typeface="Space Grotesk"/>
              <a:buNone/>
              <a:defRPr b="1">
                <a:latin typeface="Space Grotesk"/>
                <a:ea typeface="Space Grotesk"/>
                <a:cs typeface="Space Grotesk"/>
                <a:sym typeface="Space Grotesk"/>
              </a:defRPr>
            </a:lvl8pPr>
            <a:lvl9pPr lvl="8">
              <a:spcBef>
                <a:spcPts val="0"/>
              </a:spcBef>
              <a:spcAft>
                <a:spcPts val="0"/>
              </a:spcAft>
              <a:buSzPts val="2400"/>
              <a:buFont typeface="Space Grotesk"/>
              <a:buNone/>
              <a:defRPr b="1">
                <a:latin typeface="Space Grotesk"/>
                <a:ea typeface="Space Grotesk"/>
                <a:cs typeface="Space Grotesk"/>
                <a:sym typeface="Space Grotesk"/>
              </a:defRPr>
            </a:lvl9pPr>
          </a:lstStyle>
          <a:p/>
        </p:txBody>
      </p:sp>
      <p:sp>
        <p:nvSpPr>
          <p:cNvPr id="276" name="Google Shape;276;p32"/>
          <p:cNvSpPr txBox="1"/>
          <p:nvPr>
            <p:ph idx="5" type="subTitle"/>
          </p:nvPr>
        </p:nvSpPr>
        <p:spPr>
          <a:xfrm>
            <a:off x="228600" y="4199325"/>
            <a:ext cx="4283700" cy="3534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sz="1200"/>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
        <p:nvSpPr>
          <p:cNvPr id="277" name="Google Shape;277;p32"/>
          <p:cNvSpPr txBox="1"/>
          <p:nvPr>
            <p:ph idx="6" type="subTitle"/>
          </p:nvPr>
        </p:nvSpPr>
        <p:spPr>
          <a:xfrm>
            <a:off x="228600" y="4455723"/>
            <a:ext cx="4283700" cy="286800"/>
          </a:xfrm>
          <a:prstGeom prst="rect">
            <a:avLst/>
          </a:prstGeom>
        </p:spPr>
        <p:txBody>
          <a:bodyPr anchorCtr="0" anchor="t" bIns="91425" lIns="91425" spcFirstLastPara="1" rIns="91425" wrap="square" tIns="91425">
            <a:noAutofit/>
          </a:bodyPr>
          <a:lstStyle>
            <a:lvl1pPr lvl="0">
              <a:spcBef>
                <a:spcPts val="0"/>
              </a:spcBef>
              <a:spcAft>
                <a:spcPts val="0"/>
              </a:spcAft>
              <a:buSzPts val="1200"/>
              <a:buFont typeface="Space Grotesk"/>
              <a:buNone/>
              <a:defRPr b="1" sz="1200">
                <a:latin typeface="Space Grotesk"/>
                <a:ea typeface="Space Grotesk"/>
                <a:cs typeface="Space Grotesk"/>
                <a:sym typeface="Space Grotesk"/>
              </a:defRPr>
            </a:lvl1pPr>
            <a:lvl2pPr lvl="1">
              <a:spcBef>
                <a:spcPts val="0"/>
              </a:spcBef>
              <a:spcAft>
                <a:spcPts val="0"/>
              </a:spcAft>
              <a:buSzPts val="2400"/>
              <a:buFont typeface="Space Grotesk"/>
              <a:buNone/>
              <a:defRPr b="1">
                <a:latin typeface="Space Grotesk"/>
                <a:ea typeface="Space Grotesk"/>
                <a:cs typeface="Space Grotesk"/>
                <a:sym typeface="Space Grotesk"/>
              </a:defRPr>
            </a:lvl2pPr>
            <a:lvl3pPr lvl="2">
              <a:spcBef>
                <a:spcPts val="0"/>
              </a:spcBef>
              <a:spcAft>
                <a:spcPts val="0"/>
              </a:spcAft>
              <a:buSzPts val="2400"/>
              <a:buFont typeface="Space Grotesk"/>
              <a:buNone/>
              <a:defRPr b="1">
                <a:latin typeface="Space Grotesk"/>
                <a:ea typeface="Space Grotesk"/>
                <a:cs typeface="Space Grotesk"/>
                <a:sym typeface="Space Grotesk"/>
              </a:defRPr>
            </a:lvl3pPr>
            <a:lvl4pPr lvl="3">
              <a:spcBef>
                <a:spcPts val="0"/>
              </a:spcBef>
              <a:spcAft>
                <a:spcPts val="0"/>
              </a:spcAft>
              <a:buSzPts val="2400"/>
              <a:buFont typeface="Space Grotesk"/>
              <a:buNone/>
              <a:defRPr b="1">
                <a:latin typeface="Space Grotesk"/>
                <a:ea typeface="Space Grotesk"/>
                <a:cs typeface="Space Grotesk"/>
                <a:sym typeface="Space Grotesk"/>
              </a:defRPr>
            </a:lvl4pPr>
            <a:lvl5pPr lvl="4">
              <a:spcBef>
                <a:spcPts val="0"/>
              </a:spcBef>
              <a:spcAft>
                <a:spcPts val="0"/>
              </a:spcAft>
              <a:buSzPts val="2400"/>
              <a:buFont typeface="Space Grotesk"/>
              <a:buNone/>
              <a:defRPr b="1">
                <a:latin typeface="Space Grotesk"/>
                <a:ea typeface="Space Grotesk"/>
                <a:cs typeface="Space Grotesk"/>
                <a:sym typeface="Space Grotesk"/>
              </a:defRPr>
            </a:lvl5pPr>
            <a:lvl6pPr lvl="5">
              <a:spcBef>
                <a:spcPts val="0"/>
              </a:spcBef>
              <a:spcAft>
                <a:spcPts val="0"/>
              </a:spcAft>
              <a:buSzPts val="2400"/>
              <a:buFont typeface="Space Grotesk"/>
              <a:buNone/>
              <a:defRPr b="1">
                <a:latin typeface="Space Grotesk"/>
                <a:ea typeface="Space Grotesk"/>
                <a:cs typeface="Space Grotesk"/>
                <a:sym typeface="Space Grotesk"/>
              </a:defRPr>
            </a:lvl6pPr>
            <a:lvl7pPr lvl="6">
              <a:spcBef>
                <a:spcPts val="0"/>
              </a:spcBef>
              <a:spcAft>
                <a:spcPts val="0"/>
              </a:spcAft>
              <a:buSzPts val="2400"/>
              <a:buFont typeface="Space Grotesk"/>
              <a:buNone/>
              <a:defRPr b="1">
                <a:latin typeface="Space Grotesk"/>
                <a:ea typeface="Space Grotesk"/>
                <a:cs typeface="Space Grotesk"/>
                <a:sym typeface="Space Grotesk"/>
              </a:defRPr>
            </a:lvl7pPr>
            <a:lvl8pPr lvl="7">
              <a:spcBef>
                <a:spcPts val="0"/>
              </a:spcBef>
              <a:spcAft>
                <a:spcPts val="0"/>
              </a:spcAft>
              <a:buSzPts val="2400"/>
              <a:buFont typeface="Space Grotesk"/>
              <a:buNone/>
              <a:defRPr b="1">
                <a:latin typeface="Space Grotesk"/>
                <a:ea typeface="Space Grotesk"/>
                <a:cs typeface="Space Grotesk"/>
                <a:sym typeface="Space Grotesk"/>
              </a:defRPr>
            </a:lvl8pPr>
            <a:lvl9pPr lvl="8">
              <a:spcBef>
                <a:spcPts val="0"/>
              </a:spcBef>
              <a:spcAft>
                <a:spcPts val="0"/>
              </a:spcAft>
              <a:buSzPts val="2400"/>
              <a:buFont typeface="Space Grotesk"/>
              <a:buNone/>
              <a:defRPr b="1">
                <a:latin typeface="Space Grotesk"/>
                <a:ea typeface="Space Grotesk"/>
                <a:cs typeface="Space Grotesk"/>
                <a:sym typeface="Space Grotesk"/>
              </a:defRPr>
            </a:lvl9pPr>
          </a:lstStyle>
          <a:p/>
        </p:txBody>
      </p:sp>
      <p:sp>
        <p:nvSpPr>
          <p:cNvPr id="278" name="Google Shape;278;p32"/>
          <p:cNvSpPr txBox="1"/>
          <p:nvPr>
            <p:ph idx="7" type="subTitle"/>
          </p:nvPr>
        </p:nvSpPr>
        <p:spPr>
          <a:xfrm>
            <a:off x="4637606" y="2568800"/>
            <a:ext cx="4280700" cy="3534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sz="1200"/>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
        <p:nvSpPr>
          <p:cNvPr id="279" name="Google Shape;279;p32"/>
          <p:cNvSpPr txBox="1"/>
          <p:nvPr>
            <p:ph idx="8" type="subTitle"/>
          </p:nvPr>
        </p:nvSpPr>
        <p:spPr>
          <a:xfrm>
            <a:off x="4637606" y="2825193"/>
            <a:ext cx="4280700" cy="286800"/>
          </a:xfrm>
          <a:prstGeom prst="rect">
            <a:avLst/>
          </a:prstGeom>
        </p:spPr>
        <p:txBody>
          <a:bodyPr anchorCtr="0" anchor="t" bIns="91425" lIns="91425" spcFirstLastPara="1" rIns="91425" wrap="square" tIns="91425">
            <a:noAutofit/>
          </a:bodyPr>
          <a:lstStyle>
            <a:lvl1pPr lvl="0">
              <a:spcBef>
                <a:spcPts val="0"/>
              </a:spcBef>
              <a:spcAft>
                <a:spcPts val="0"/>
              </a:spcAft>
              <a:buSzPts val="1200"/>
              <a:buFont typeface="Space Grotesk"/>
              <a:buNone/>
              <a:defRPr b="1" sz="1200">
                <a:latin typeface="Space Grotesk"/>
                <a:ea typeface="Space Grotesk"/>
                <a:cs typeface="Space Grotesk"/>
                <a:sym typeface="Space Grotesk"/>
              </a:defRPr>
            </a:lvl1pPr>
            <a:lvl2pPr lvl="1">
              <a:spcBef>
                <a:spcPts val="0"/>
              </a:spcBef>
              <a:spcAft>
                <a:spcPts val="0"/>
              </a:spcAft>
              <a:buSzPts val="2400"/>
              <a:buFont typeface="Space Grotesk"/>
              <a:buNone/>
              <a:defRPr b="1">
                <a:latin typeface="Space Grotesk"/>
                <a:ea typeface="Space Grotesk"/>
                <a:cs typeface="Space Grotesk"/>
                <a:sym typeface="Space Grotesk"/>
              </a:defRPr>
            </a:lvl2pPr>
            <a:lvl3pPr lvl="2">
              <a:spcBef>
                <a:spcPts val="0"/>
              </a:spcBef>
              <a:spcAft>
                <a:spcPts val="0"/>
              </a:spcAft>
              <a:buSzPts val="2400"/>
              <a:buFont typeface="Space Grotesk"/>
              <a:buNone/>
              <a:defRPr b="1">
                <a:latin typeface="Space Grotesk"/>
                <a:ea typeface="Space Grotesk"/>
                <a:cs typeface="Space Grotesk"/>
                <a:sym typeface="Space Grotesk"/>
              </a:defRPr>
            </a:lvl3pPr>
            <a:lvl4pPr lvl="3">
              <a:spcBef>
                <a:spcPts val="0"/>
              </a:spcBef>
              <a:spcAft>
                <a:spcPts val="0"/>
              </a:spcAft>
              <a:buSzPts val="2400"/>
              <a:buFont typeface="Space Grotesk"/>
              <a:buNone/>
              <a:defRPr b="1">
                <a:latin typeface="Space Grotesk"/>
                <a:ea typeface="Space Grotesk"/>
                <a:cs typeface="Space Grotesk"/>
                <a:sym typeface="Space Grotesk"/>
              </a:defRPr>
            </a:lvl4pPr>
            <a:lvl5pPr lvl="4">
              <a:spcBef>
                <a:spcPts val="0"/>
              </a:spcBef>
              <a:spcAft>
                <a:spcPts val="0"/>
              </a:spcAft>
              <a:buSzPts val="2400"/>
              <a:buFont typeface="Space Grotesk"/>
              <a:buNone/>
              <a:defRPr b="1">
                <a:latin typeface="Space Grotesk"/>
                <a:ea typeface="Space Grotesk"/>
                <a:cs typeface="Space Grotesk"/>
                <a:sym typeface="Space Grotesk"/>
              </a:defRPr>
            </a:lvl5pPr>
            <a:lvl6pPr lvl="5">
              <a:spcBef>
                <a:spcPts val="0"/>
              </a:spcBef>
              <a:spcAft>
                <a:spcPts val="0"/>
              </a:spcAft>
              <a:buSzPts val="2400"/>
              <a:buFont typeface="Space Grotesk"/>
              <a:buNone/>
              <a:defRPr b="1">
                <a:latin typeface="Space Grotesk"/>
                <a:ea typeface="Space Grotesk"/>
                <a:cs typeface="Space Grotesk"/>
                <a:sym typeface="Space Grotesk"/>
              </a:defRPr>
            </a:lvl6pPr>
            <a:lvl7pPr lvl="6">
              <a:spcBef>
                <a:spcPts val="0"/>
              </a:spcBef>
              <a:spcAft>
                <a:spcPts val="0"/>
              </a:spcAft>
              <a:buSzPts val="2400"/>
              <a:buFont typeface="Space Grotesk"/>
              <a:buNone/>
              <a:defRPr b="1">
                <a:latin typeface="Space Grotesk"/>
                <a:ea typeface="Space Grotesk"/>
                <a:cs typeface="Space Grotesk"/>
                <a:sym typeface="Space Grotesk"/>
              </a:defRPr>
            </a:lvl7pPr>
            <a:lvl8pPr lvl="7">
              <a:spcBef>
                <a:spcPts val="0"/>
              </a:spcBef>
              <a:spcAft>
                <a:spcPts val="0"/>
              </a:spcAft>
              <a:buSzPts val="2400"/>
              <a:buFont typeface="Space Grotesk"/>
              <a:buNone/>
              <a:defRPr b="1">
                <a:latin typeface="Space Grotesk"/>
                <a:ea typeface="Space Grotesk"/>
                <a:cs typeface="Space Grotesk"/>
                <a:sym typeface="Space Grotesk"/>
              </a:defRPr>
            </a:lvl8pPr>
            <a:lvl9pPr lvl="8">
              <a:spcBef>
                <a:spcPts val="0"/>
              </a:spcBef>
              <a:spcAft>
                <a:spcPts val="0"/>
              </a:spcAft>
              <a:buSzPts val="2400"/>
              <a:buFont typeface="Space Grotesk"/>
              <a:buNone/>
              <a:defRPr b="1">
                <a:latin typeface="Space Grotesk"/>
                <a:ea typeface="Space Grotesk"/>
                <a:cs typeface="Space Grotesk"/>
                <a:sym typeface="Space Grotesk"/>
              </a:defRPr>
            </a:lvl9pPr>
          </a:lstStyle>
          <a:p/>
        </p:txBody>
      </p:sp>
      <p:sp>
        <p:nvSpPr>
          <p:cNvPr id="280" name="Google Shape;280;p32"/>
          <p:cNvSpPr txBox="1"/>
          <p:nvPr>
            <p:ph idx="9" type="subTitle"/>
          </p:nvPr>
        </p:nvSpPr>
        <p:spPr>
          <a:xfrm>
            <a:off x="4634650" y="3356440"/>
            <a:ext cx="4280700" cy="3534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sz="1200"/>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
        <p:nvSpPr>
          <p:cNvPr id="281" name="Google Shape;281;p32"/>
          <p:cNvSpPr txBox="1"/>
          <p:nvPr>
            <p:ph idx="13" type="subTitle"/>
          </p:nvPr>
        </p:nvSpPr>
        <p:spPr>
          <a:xfrm>
            <a:off x="4634650" y="3612833"/>
            <a:ext cx="4280700" cy="286800"/>
          </a:xfrm>
          <a:prstGeom prst="rect">
            <a:avLst/>
          </a:prstGeom>
        </p:spPr>
        <p:txBody>
          <a:bodyPr anchorCtr="0" anchor="t" bIns="91425" lIns="91425" spcFirstLastPara="1" rIns="91425" wrap="square" tIns="91425">
            <a:noAutofit/>
          </a:bodyPr>
          <a:lstStyle>
            <a:lvl1pPr lvl="0">
              <a:spcBef>
                <a:spcPts val="0"/>
              </a:spcBef>
              <a:spcAft>
                <a:spcPts val="0"/>
              </a:spcAft>
              <a:buSzPts val="1200"/>
              <a:buFont typeface="Space Grotesk"/>
              <a:buNone/>
              <a:defRPr b="1" sz="1200">
                <a:latin typeface="Space Grotesk"/>
                <a:ea typeface="Space Grotesk"/>
                <a:cs typeface="Space Grotesk"/>
                <a:sym typeface="Space Grotesk"/>
              </a:defRPr>
            </a:lvl1pPr>
            <a:lvl2pPr lvl="1">
              <a:spcBef>
                <a:spcPts val="0"/>
              </a:spcBef>
              <a:spcAft>
                <a:spcPts val="0"/>
              </a:spcAft>
              <a:buSzPts val="2400"/>
              <a:buFont typeface="Space Grotesk"/>
              <a:buNone/>
              <a:defRPr b="1">
                <a:latin typeface="Space Grotesk"/>
                <a:ea typeface="Space Grotesk"/>
                <a:cs typeface="Space Grotesk"/>
                <a:sym typeface="Space Grotesk"/>
              </a:defRPr>
            </a:lvl2pPr>
            <a:lvl3pPr lvl="2">
              <a:spcBef>
                <a:spcPts val="0"/>
              </a:spcBef>
              <a:spcAft>
                <a:spcPts val="0"/>
              </a:spcAft>
              <a:buSzPts val="2400"/>
              <a:buFont typeface="Space Grotesk"/>
              <a:buNone/>
              <a:defRPr b="1">
                <a:latin typeface="Space Grotesk"/>
                <a:ea typeface="Space Grotesk"/>
                <a:cs typeface="Space Grotesk"/>
                <a:sym typeface="Space Grotesk"/>
              </a:defRPr>
            </a:lvl3pPr>
            <a:lvl4pPr lvl="3">
              <a:spcBef>
                <a:spcPts val="0"/>
              </a:spcBef>
              <a:spcAft>
                <a:spcPts val="0"/>
              </a:spcAft>
              <a:buSzPts val="2400"/>
              <a:buFont typeface="Space Grotesk"/>
              <a:buNone/>
              <a:defRPr b="1">
                <a:latin typeface="Space Grotesk"/>
                <a:ea typeface="Space Grotesk"/>
                <a:cs typeface="Space Grotesk"/>
                <a:sym typeface="Space Grotesk"/>
              </a:defRPr>
            </a:lvl4pPr>
            <a:lvl5pPr lvl="4">
              <a:spcBef>
                <a:spcPts val="0"/>
              </a:spcBef>
              <a:spcAft>
                <a:spcPts val="0"/>
              </a:spcAft>
              <a:buSzPts val="2400"/>
              <a:buFont typeface="Space Grotesk"/>
              <a:buNone/>
              <a:defRPr b="1">
                <a:latin typeface="Space Grotesk"/>
                <a:ea typeface="Space Grotesk"/>
                <a:cs typeface="Space Grotesk"/>
                <a:sym typeface="Space Grotesk"/>
              </a:defRPr>
            </a:lvl5pPr>
            <a:lvl6pPr lvl="5">
              <a:spcBef>
                <a:spcPts val="0"/>
              </a:spcBef>
              <a:spcAft>
                <a:spcPts val="0"/>
              </a:spcAft>
              <a:buSzPts val="2400"/>
              <a:buFont typeface="Space Grotesk"/>
              <a:buNone/>
              <a:defRPr b="1">
                <a:latin typeface="Space Grotesk"/>
                <a:ea typeface="Space Grotesk"/>
                <a:cs typeface="Space Grotesk"/>
                <a:sym typeface="Space Grotesk"/>
              </a:defRPr>
            </a:lvl6pPr>
            <a:lvl7pPr lvl="6">
              <a:spcBef>
                <a:spcPts val="0"/>
              </a:spcBef>
              <a:spcAft>
                <a:spcPts val="0"/>
              </a:spcAft>
              <a:buSzPts val="2400"/>
              <a:buFont typeface="Space Grotesk"/>
              <a:buNone/>
              <a:defRPr b="1">
                <a:latin typeface="Space Grotesk"/>
                <a:ea typeface="Space Grotesk"/>
                <a:cs typeface="Space Grotesk"/>
                <a:sym typeface="Space Grotesk"/>
              </a:defRPr>
            </a:lvl7pPr>
            <a:lvl8pPr lvl="7">
              <a:spcBef>
                <a:spcPts val="0"/>
              </a:spcBef>
              <a:spcAft>
                <a:spcPts val="0"/>
              </a:spcAft>
              <a:buSzPts val="2400"/>
              <a:buFont typeface="Space Grotesk"/>
              <a:buNone/>
              <a:defRPr b="1">
                <a:latin typeface="Space Grotesk"/>
                <a:ea typeface="Space Grotesk"/>
                <a:cs typeface="Space Grotesk"/>
                <a:sym typeface="Space Grotesk"/>
              </a:defRPr>
            </a:lvl8pPr>
            <a:lvl9pPr lvl="8">
              <a:spcBef>
                <a:spcPts val="0"/>
              </a:spcBef>
              <a:spcAft>
                <a:spcPts val="0"/>
              </a:spcAft>
              <a:buSzPts val="2400"/>
              <a:buFont typeface="Space Grotesk"/>
              <a:buNone/>
              <a:defRPr b="1">
                <a:latin typeface="Space Grotesk"/>
                <a:ea typeface="Space Grotesk"/>
                <a:cs typeface="Space Grotesk"/>
                <a:sym typeface="Space Grotesk"/>
              </a:defRPr>
            </a:lvl9pPr>
          </a:lstStyle>
          <a:p/>
        </p:txBody>
      </p:sp>
      <p:sp>
        <p:nvSpPr>
          <p:cNvPr id="282" name="Google Shape;282;p32"/>
          <p:cNvSpPr txBox="1"/>
          <p:nvPr>
            <p:ph idx="14" type="subTitle"/>
          </p:nvPr>
        </p:nvSpPr>
        <p:spPr>
          <a:xfrm>
            <a:off x="4634650" y="4199331"/>
            <a:ext cx="4280700" cy="3534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sz="1200"/>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
        <p:nvSpPr>
          <p:cNvPr id="283" name="Google Shape;283;p32"/>
          <p:cNvSpPr txBox="1"/>
          <p:nvPr>
            <p:ph idx="15" type="subTitle"/>
          </p:nvPr>
        </p:nvSpPr>
        <p:spPr>
          <a:xfrm>
            <a:off x="4634650" y="4455724"/>
            <a:ext cx="4280700" cy="286800"/>
          </a:xfrm>
          <a:prstGeom prst="rect">
            <a:avLst/>
          </a:prstGeom>
        </p:spPr>
        <p:txBody>
          <a:bodyPr anchorCtr="0" anchor="t" bIns="91425" lIns="91425" spcFirstLastPara="1" rIns="91425" wrap="square" tIns="91425">
            <a:noAutofit/>
          </a:bodyPr>
          <a:lstStyle>
            <a:lvl1pPr lvl="0">
              <a:spcBef>
                <a:spcPts val="0"/>
              </a:spcBef>
              <a:spcAft>
                <a:spcPts val="0"/>
              </a:spcAft>
              <a:buSzPts val="1200"/>
              <a:buFont typeface="Space Grotesk"/>
              <a:buNone/>
              <a:defRPr b="1" sz="1200">
                <a:latin typeface="Space Grotesk"/>
                <a:ea typeface="Space Grotesk"/>
                <a:cs typeface="Space Grotesk"/>
                <a:sym typeface="Space Grotesk"/>
              </a:defRPr>
            </a:lvl1pPr>
            <a:lvl2pPr lvl="1">
              <a:spcBef>
                <a:spcPts val="0"/>
              </a:spcBef>
              <a:spcAft>
                <a:spcPts val="0"/>
              </a:spcAft>
              <a:buSzPts val="2400"/>
              <a:buFont typeface="Space Grotesk"/>
              <a:buNone/>
              <a:defRPr b="1">
                <a:latin typeface="Space Grotesk"/>
                <a:ea typeface="Space Grotesk"/>
                <a:cs typeface="Space Grotesk"/>
                <a:sym typeface="Space Grotesk"/>
              </a:defRPr>
            </a:lvl2pPr>
            <a:lvl3pPr lvl="2">
              <a:spcBef>
                <a:spcPts val="0"/>
              </a:spcBef>
              <a:spcAft>
                <a:spcPts val="0"/>
              </a:spcAft>
              <a:buSzPts val="2400"/>
              <a:buFont typeface="Space Grotesk"/>
              <a:buNone/>
              <a:defRPr b="1">
                <a:latin typeface="Space Grotesk"/>
                <a:ea typeface="Space Grotesk"/>
                <a:cs typeface="Space Grotesk"/>
                <a:sym typeface="Space Grotesk"/>
              </a:defRPr>
            </a:lvl3pPr>
            <a:lvl4pPr lvl="3">
              <a:spcBef>
                <a:spcPts val="0"/>
              </a:spcBef>
              <a:spcAft>
                <a:spcPts val="0"/>
              </a:spcAft>
              <a:buSzPts val="2400"/>
              <a:buFont typeface="Space Grotesk"/>
              <a:buNone/>
              <a:defRPr b="1">
                <a:latin typeface="Space Grotesk"/>
                <a:ea typeface="Space Grotesk"/>
                <a:cs typeface="Space Grotesk"/>
                <a:sym typeface="Space Grotesk"/>
              </a:defRPr>
            </a:lvl4pPr>
            <a:lvl5pPr lvl="4">
              <a:spcBef>
                <a:spcPts val="0"/>
              </a:spcBef>
              <a:spcAft>
                <a:spcPts val="0"/>
              </a:spcAft>
              <a:buSzPts val="2400"/>
              <a:buFont typeface="Space Grotesk"/>
              <a:buNone/>
              <a:defRPr b="1">
                <a:latin typeface="Space Grotesk"/>
                <a:ea typeface="Space Grotesk"/>
                <a:cs typeface="Space Grotesk"/>
                <a:sym typeface="Space Grotesk"/>
              </a:defRPr>
            </a:lvl5pPr>
            <a:lvl6pPr lvl="5">
              <a:spcBef>
                <a:spcPts val="0"/>
              </a:spcBef>
              <a:spcAft>
                <a:spcPts val="0"/>
              </a:spcAft>
              <a:buSzPts val="2400"/>
              <a:buFont typeface="Space Grotesk"/>
              <a:buNone/>
              <a:defRPr b="1">
                <a:latin typeface="Space Grotesk"/>
                <a:ea typeface="Space Grotesk"/>
                <a:cs typeface="Space Grotesk"/>
                <a:sym typeface="Space Grotesk"/>
              </a:defRPr>
            </a:lvl6pPr>
            <a:lvl7pPr lvl="6">
              <a:spcBef>
                <a:spcPts val="0"/>
              </a:spcBef>
              <a:spcAft>
                <a:spcPts val="0"/>
              </a:spcAft>
              <a:buSzPts val="2400"/>
              <a:buFont typeface="Space Grotesk"/>
              <a:buNone/>
              <a:defRPr b="1">
                <a:latin typeface="Space Grotesk"/>
                <a:ea typeface="Space Grotesk"/>
                <a:cs typeface="Space Grotesk"/>
                <a:sym typeface="Space Grotesk"/>
              </a:defRPr>
            </a:lvl7pPr>
            <a:lvl8pPr lvl="7">
              <a:spcBef>
                <a:spcPts val="0"/>
              </a:spcBef>
              <a:spcAft>
                <a:spcPts val="0"/>
              </a:spcAft>
              <a:buSzPts val="2400"/>
              <a:buFont typeface="Space Grotesk"/>
              <a:buNone/>
              <a:defRPr b="1">
                <a:latin typeface="Space Grotesk"/>
                <a:ea typeface="Space Grotesk"/>
                <a:cs typeface="Space Grotesk"/>
                <a:sym typeface="Space Grotesk"/>
              </a:defRPr>
            </a:lvl8pPr>
            <a:lvl9pPr lvl="8">
              <a:spcBef>
                <a:spcPts val="0"/>
              </a:spcBef>
              <a:spcAft>
                <a:spcPts val="0"/>
              </a:spcAft>
              <a:buSzPts val="2400"/>
              <a:buFont typeface="Space Grotesk"/>
              <a:buNone/>
              <a:defRPr b="1">
                <a:latin typeface="Space Grotesk"/>
                <a:ea typeface="Space Grotesk"/>
                <a:cs typeface="Space Grotesk"/>
                <a:sym typeface="Space Grotesk"/>
              </a:defRPr>
            </a:lvl9pPr>
          </a:lstStyle>
          <a:p/>
        </p:txBody>
      </p:sp>
      <p:sp>
        <p:nvSpPr>
          <p:cNvPr id="284" name="Google Shape;284;p32"/>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l">
              <a:spcBef>
                <a:spcPts val="0"/>
              </a:spcBef>
              <a:spcAft>
                <a:spcPts val="0"/>
              </a:spcAft>
              <a:buNone/>
            </a:pPr>
            <a:fld id="{00000000-1234-1234-1234-123412341234}" type="slidenum">
              <a:rPr lang="en"/>
              <a:t>‹#›</a:t>
            </a:fld>
            <a:endParaRPr/>
          </a:p>
        </p:txBody>
      </p:sp>
      <p:grpSp>
        <p:nvGrpSpPr>
          <p:cNvPr id="285" name="Google Shape;285;p32"/>
          <p:cNvGrpSpPr/>
          <p:nvPr/>
        </p:nvGrpSpPr>
        <p:grpSpPr>
          <a:xfrm>
            <a:off x="227875" y="223475"/>
            <a:ext cx="1214500" cy="170400"/>
            <a:chOff x="304025" y="203375"/>
            <a:chExt cx="1214500" cy="170400"/>
          </a:xfrm>
        </p:grpSpPr>
        <p:sp>
          <p:nvSpPr>
            <p:cNvPr id="286" name="Google Shape;286;p32"/>
            <p:cNvSpPr txBox="1"/>
            <p:nvPr/>
          </p:nvSpPr>
          <p:spPr>
            <a:xfrm>
              <a:off x="304025" y="203650"/>
              <a:ext cx="578700" cy="169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800">
                  <a:solidFill>
                    <a:schemeClr val="lt1"/>
                  </a:solidFill>
                </a:rPr>
                <a:t>Section</a:t>
              </a:r>
              <a:endParaRPr sz="800">
                <a:solidFill>
                  <a:schemeClr val="lt1"/>
                </a:solidFill>
              </a:endParaRPr>
            </a:p>
          </p:txBody>
        </p:sp>
        <p:sp>
          <p:nvSpPr>
            <p:cNvPr id="287" name="Google Shape;287;p32"/>
            <p:cNvSpPr txBox="1"/>
            <p:nvPr/>
          </p:nvSpPr>
          <p:spPr>
            <a:xfrm>
              <a:off x="1194225" y="203650"/>
              <a:ext cx="324300" cy="1695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800">
                  <a:solidFill>
                    <a:schemeClr val="lt1"/>
                  </a:solidFill>
                </a:rPr>
                <a:t>12</a:t>
              </a:r>
              <a:endParaRPr sz="800">
                <a:solidFill>
                  <a:schemeClr val="lt1"/>
                </a:solidFill>
              </a:endParaRPr>
            </a:p>
          </p:txBody>
        </p:sp>
        <p:cxnSp>
          <p:nvCxnSpPr>
            <p:cNvPr id="288" name="Google Shape;288;p32"/>
            <p:cNvCxnSpPr/>
            <p:nvPr/>
          </p:nvCxnSpPr>
          <p:spPr>
            <a:xfrm>
              <a:off x="1181225" y="203375"/>
              <a:ext cx="600" cy="170400"/>
            </a:xfrm>
            <a:prstGeom prst="straightConnector1">
              <a:avLst/>
            </a:prstGeom>
            <a:noFill/>
            <a:ln cap="flat" cmpd="sng" w="9525">
              <a:solidFill>
                <a:schemeClr val="lt1"/>
              </a:solidFill>
              <a:prstDash val="solid"/>
              <a:round/>
              <a:headEnd len="med" w="med" type="none"/>
              <a:tailEnd len="med" w="med" type="none"/>
            </a:ln>
          </p:spPr>
        </p:cxnSp>
      </p:grpSp>
      <p:grpSp>
        <p:nvGrpSpPr>
          <p:cNvPr id="289" name="Google Shape;289;p32"/>
          <p:cNvGrpSpPr/>
          <p:nvPr/>
        </p:nvGrpSpPr>
        <p:grpSpPr>
          <a:xfrm>
            <a:off x="227875" y="223475"/>
            <a:ext cx="1214400" cy="170400"/>
            <a:chOff x="304025" y="203375"/>
            <a:chExt cx="1214400" cy="170400"/>
          </a:xfrm>
        </p:grpSpPr>
        <p:sp>
          <p:nvSpPr>
            <p:cNvPr id="290" name="Google Shape;290;p32"/>
            <p:cNvSpPr/>
            <p:nvPr/>
          </p:nvSpPr>
          <p:spPr>
            <a:xfrm>
              <a:off x="304025" y="203650"/>
              <a:ext cx="1214400" cy="169500"/>
            </a:xfrm>
            <a:prstGeom prst="round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accent1"/>
                </a:solidFill>
              </a:endParaRPr>
            </a:p>
          </p:txBody>
        </p:sp>
        <p:cxnSp>
          <p:nvCxnSpPr>
            <p:cNvPr id="291" name="Google Shape;291;p32"/>
            <p:cNvCxnSpPr/>
            <p:nvPr/>
          </p:nvCxnSpPr>
          <p:spPr>
            <a:xfrm>
              <a:off x="1181225" y="203375"/>
              <a:ext cx="600" cy="170400"/>
            </a:xfrm>
            <a:prstGeom prst="straightConnector1">
              <a:avLst/>
            </a:prstGeom>
            <a:noFill/>
            <a:ln cap="flat" cmpd="sng" w="9525">
              <a:solidFill>
                <a:schemeClr val="dk2"/>
              </a:solidFill>
              <a:prstDash val="solid"/>
              <a:round/>
              <a:headEnd len="med" w="med" type="none"/>
              <a:tailEnd len="med" w="med" type="none"/>
            </a:ln>
          </p:spPr>
        </p:cxnSp>
      </p:grpSp>
      <p:sp>
        <p:nvSpPr>
          <p:cNvPr id="292" name="Google Shape;292;p32"/>
          <p:cNvSpPr txBox="1"/>
          <p:nvPr>
            <p:ph idx="16" type="subTitle"/>
          </p:nvPr>
        </p:nvSpPr>
        <p:spPr>
          <a:xfrm>
            <a:off x="227875" y="223475"/>
            <a:ext cx="883200" cy="1704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2"/>
              </a:buClr>
              <a:buSzPts val="800"/>
              <a:buFont typeface="Space Grotesk"/>
              <a:buNone/>
              <a:defRPr sz="800">
                <a:solidFill>
                  <a:schemeClr val="dk2"/>
                </a:solidFill>
                <a:latin typeface="Space Grotesk"/>
                <a:ea typeface="Space Grotesk"/>
                <a:cs typeface="Space Grotesk"/>
                <a:sym typeface="Space Grotesk"/>
              </a:defRPr>
            </a:lvl1pPr>
            <a:lvl2pPr lvl="1">
              <a:spcBef>
                <a:spcPts val="0"/>
              </a:spcBef>
              <a:spcAft>
                <a:spcPts val="0"/>
              </a:spcAft>
              <a:buClr>
                <a:schemeClr val="dk2"/>
              </a:buClr>
              <a:buSzPts val="800"/>
              <a:buFont typeface="Space Grotesk"/>
              <a:buNone/>
              <a:defRPr sz="800">
                <a:solidFill>
                  <a:schemeClr val="dk2"/>
                </a:solidFill>
                <a:latin typeface="Space Grotesk"/>
                <a:ea typeface="Space Grotesk"/>
                <a:cs typeface="Space Grotesk"/>
                <a:sym typeface="Space Grotesk"/>
              </a:defRPr>
            </a:lvl2pPr>
            <a:lvl3pPr lvl="2">
              <a:spcBef>
                <a:spcPts val="0"/>
              </a:spcBef>
              <a:spcAft>
                <a:spcPts val="0"/>
              </a:spcAft>
              <a:buClr>
                <a:schemeClr val="dk2"/>
              </a:buClr>
              <a:buSzPts val="800"/>
              <a:buFont typeface="Space Grotesk"/>
              <a:buNone/>
              <a:defRPr sz="800">
                <a:solidFill>
                  <a:schemeClr val="dk2"/>
                </a:solidFill>
                <a:latin typeface="Space Grotesk"/>
                <a:ea typeface="Space Grotesk"/>
                <a:cs typeface="Space Grotesk"/>
                <a:sym typeface="Space Grotesk"/>
              </a:defRPr>
            </a:lvl3pPr>
            <a:lvl4pPr lvl="3">
              <a:spcBef>
                <a:spcPts val="0"/>
              </a:spcBef>
              <a:spcAft>
                <a:spcPts val="0"/>
              </a:spcAft>
              <a:buClr>
                <a:schemeClr val="dk2"/>
              </a:buClr>
              <a:buSzPts val="800"/>
              <a:buFont typeface="Space Grotesk"/>
              <a:buNone/>
              <a:defRPr sz="800">
                <a:solidFill>
                  <a:schemeClr val="dk2"/>
                </a:solidFill>
                <a:latin typeface="Space Grotesk"/>
                <a:ea typeface="Space Grotesk"/>
                <a:cs typeface="Space Grotesk"/>
                <a:sym typeface="Space Grotesk"/>
              </a:defRPr>
            </a:lvl4pPr>
            <a:lvl5pPr lvl="4">
              <a:spcBef>
                <a:spcPts val="0"/>
              </a:spcBef>
              <a:spcAft>
                <a:spcPts val="0"/>
              </a:spcAft>
              <a:buClr>
                <a:schemeClr val="dk2"/>
              </a:buClr>
              <a:buSzPts val="800"/>
              <a:buFont typeface="Space Grotesk"/>
              <a:buNone/>
              <a:defRPr sz="800">
                <a:solidFill>
                  <a:schemeClr val="dk2"/>
                </a:solidFill>
                <a:latin typeface="Space Grotesk"/>
                <a:ea typeface="Space Grotesk"/>
                <a:cs typeface="Space Grotesk"/>
                <a:sym typeface="Space Grotesk"/>
              </a:defRPr>
            </a:lvl5pPr>
            <a:lvl6pPr lvl="5">
              <a:spcBef>
                <a:spcPts val="0"/>
              </a:spcBef>
              <a:spcAft>
                <a:spcPts val="0"/>
              </a:spcAft>
              <a:buClr>
                <a:schemeClr val="dk2"/>
              </a:buClr>
              <a:buSzPts val="800"/>
              <a:buFont typeface="Space Grotesk"/>
              <a:buNone/>
              <a:defRPr sz="800">
                <a:solidFill>
                  <a:schemeClr val="dk2"/>
                </a:solidFill>
                <a:latin typeface="Space Grotesk"/>
                <a:ea typeface="Space Grotesk"/>
                <a:cs typeface="Space Grotesk"/>
                <a:sym typeface="Space Grotesk"/>
              </a:defRPr>
            </a:lvl6pPr>
            <a:lvl7pPr lvl="6">
              <a:spcBef>
                <a:spcPts val="0"/>
              </a:spcBef>
              <a:spcAft>
                <a:spcPts val="0"/>
              </a:spcAft>
              <a:buClr>
                <a:schemeClr val="dk2"/>
              </a:buClr>
              <a:buSzPts val="800"/>
              <a:buFont typeface="Space Grotesk"/>
              <a:buNone/>
              <a:defRPr sz="800">
                <a:solidFill>
                  <a:schemeClr val="dk2"/>
                </a:solidFill>
                <a:latin typeface="Space Grotesk"/>
                <a:ea typeface="Space Grotesk"/>
                <a:cs typeface="Space Grotesk"/>
                <a:sym typeface="Space Grotesk"/>
              </a:defRPr>
            </a:lvl7pPr>
            <a:lvl8pPr lvl="7">
              <a:spcBef>
                <a:spcPts val="0"/>
              </a:spcBef>
              <a:spcAft>
                <a:spcPts val="0"/>
              </a:spcAft>
              <a:buClr>
                <a:schemeClr val="dk2"/>
              </a:buClr>
              <a:buSzPts val="800"/>
              <a:buFont typeface="Space Grotesk"/>
              <a:buNone/>
              <a:defRPr sz="800">
                <a:solidFill>
                  <a:schemeClr val="dk2"/>
                </a:solidFill>
                <a:latin typeface="Space Grotesk"/>
                <a:ea typeface="Space Grotesk"/>
                <a:cs typeface="Space Grotesk"/>
                <a:sym typeface="Space Grotesk"/>
              </a:defRPr>
            </a:lvl8pPr>
            <a:lvl9pPr lvl="8">
              <a:spcBef>
                <a:spcPts val="0"/>
              </a:spcBef>
              <a:spcAft>
                <a:spcPts val="0"/>
              </a:spcAft>
              <a:buClr>
                <a:schemeClr val="dk2"/>
              </a:buClr>
              <a:buSzPts val="800"/>
              <a:buFont typeface="Space Grotesk"/>
              <a:buNone/>
              <a:defRPr sz="800">
                <a:solidFill>
                  <a:schemeClr val="dk2"/>
                </a:solidFill>
                <a:latin typeface="Space Grotesk"/>
                <a:ea typeface="Space Grotesk"/>
                <a:cs typeface="Space Grotesk"/>
                <a:sym typeface="Space Grotesk"/>
              </a:defRPr>
            </a:lvl9pPr>
          </a:lstStyle>
          <a:p/>
        </p:txBody>
      </p:sp>
      <p:sp>
        <p:nvSpPr>
          <p:cNvPr id="293" name="Google Shape;293;p32"/>
          <p:cNvSpPr txBox="1"/>
          <p:nvPr>
            <p:ph idx="17" type="sldNum"/>
          </p:nvPr>
        </p:nvSpPr>
        <p:spPr>
          <a:xfrm>
            <a:off x="1105700" y="223000"/>
            <a:ext cx="336600" cy="170400"/>
          </a:xfrm>
          <a:prstGeom prst="rect">
            <a:avLst/>
          </a:prstGeom>
          <a:noFill/>
          <a:ln>
            <a:noFill/>
          </a:ln>
        </p:spPr>
        <p:txBody>
          <a:bodyPr anchorCtr="0" anchor="ctr" bIns="91425" lIns="91425" spcFirstLastPara="1" rIns="91425" wrap="square" tIns="91425">
            <a:noAutofit/>
          </a:bodyPr>
          <a:lstStyle>
            <a:lvl1pPr lvl="0" algn="r">
              <a:buNone/>
              <a:defRPr sz="800">
                <a:solidFill>
                  <a:schemeClr val="dk2"/>
                </a:solidFill>
                <a:latin typeface="Space Grotesk"/>
                <a:ea typeface="Space Grotesk"/>
                <a:cs typeface="Space Grotesk"/>
                <a:sym typeface="Space Grotesk"/>
              </a:defRPr>
            </a:lvl1pPr>
            <a:lvl2pPr lvl="1" algn="r">
              <a:buNone/>
              <a:defRPr sz="800">
                <a:solidFill>
                  <a:schemeClr val="dk2"/>
                </a:solidFill>
                <a:latin typeface="Space Grotesk"/>
                <a:ea typeface="Space Grotesk"/>
                <a:cs typeface="Space Grotesk"/>
                <a:sym typeface="Space Grotesk"/>
              </a:defRPr>
            </a:lvl2pPr>
            <a:lvl3pPr lvl="2" algn="r">
              <a:buNone/>
              <a:defRPr sz="800">
                <a:solidFill>
                  <a:schemeClr val="dk2"/>
                </a:solidFill>
                <a:latin typeface="Space Grotesk"/>
                <a:ea typeface="Space Grotesk"/>
                <a:cs typeface="Space Grotesk"/>
                <a:sym typeface="Space Grotesk"/>
              </a:defRPr>
            </a:lvl3pPr>
            <a:lvl4pPr lvl="3" algn="r">
              <a:buNone/>
              <a:defRPr sz="800">
                <a:solidFill>
                  <a:schemeClr val="dk2"/>
                </a:solidFill>
                <a:latin typeface="Space Grotesk"/>
                <a:ea typeface="Space Grotesk"/>
                <a:cs typeface="Space Grotesk"/>
                <a:sym typeface="Space Grotesk"/>
              </a:defRPr>
            </a:lvl4pPr>
            <a:lvl5pPr lvl="4" algn="r">
              <a:buNone/>
              <a:defRPr sz="800">
                <a:solidFill>
                  <a:schemeClr val="dk2"/>
                </a:solidFill>
                <a:latin typeface="Space Grotesk"/>
                <a:ea typeface="Space Grotesk"/>
                <a:cs typeface="Space Grotesk"/>
                <a:sym typeface="Space Grotesk"/>
              </a:defRPr>
            </a:lvl5pPr>
            <a:lvl6pPr lvl="5" algn="r">
              <a:buNone/>
              <a:defRPr sz="800">
                <a:solidFill>
                  <a:schemeClr val="dk2"/>
                </a:solidFill>
                <a:latin typeface="Space Grotesk"/>
                <a:ea typeface="Space Grotesk"/>
                <a:cs typeface="Space Grotesk"/>
                <a:sym typeface="Space Grotesk"/>
              </a:defRPr>
            </a:lvl6pPr>
            <a:lvl7pPr lvl="6" algn="r">
              <a:buNone/>
              <a:defRPr sz="800">
                <a:solidFill>
                  <a:schemeClr val="dk2"/>
                </a:solidFill>
                <a:latin typeface="Space Grotesk"/>
                <a:ea typeface="Space Grotesk"/>
                <a:cs typeface="Space Grotesk"/>
                <a:sym typeface="Space Grotesk"/>
              </a:defRPr>
            </a:lvl7pPr>
            <a:lvl8pPr lvl="7" algn="r">
              <a:buNone/>
              <a:defRPr sz="800">
                <a:solidFill>
                  <a:schemeClr val="dk2"/>
                </a:solidFill>
                <a:latin typeface="Space Grotesk"/>
                <a:ea typeface="Space Grotesk"/>
                <a:cs typeface="Space Grotesk"/>
                <a:sym typeface="Space Grotesk"/>
              </a:defRPr>
            </a:lvl8pPr>
            <a:lvl9pPr lvl="8" algn="r">
              <a:buNone/>
              <a:defRPr sz="800">
                <a:solidFill>
                  <a:schemeClr val="dk2"/>
                </a:solidFill>
                <a:latin typeface="Space Grotesk"/>
                <a:ea typeface="Space Grotesk"/>
                <a:cs typeface="Space Grotesk"/>
                <a:sym typeface="Space Grotesk"/>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estions &amp; Answers">
  <p:cSld name="CUSTOM_18">
    <p:bg>
      <p:bgPr>
        <a:solidFill>
          <a:schemeClr val="lt1"/>
        </a:solidFill>
      </p:bgPr>
    </p:bg>
    <p:spTree>
      <p:nvGrpSpPr>
        <p:cNvPr id="294" name="Shape 294"/>
        <p:cNvGrpSpPr/>
        <p:nvPr/>
      </p:nvGrpSpPr>
      <p:grpSpPr>
        <a:xfrm>
          <a:off x="0" y="0"/>
          <a:ext cx="0" cy="0"/>
          <a:chOff x="0" y="0"/>
          <a:chExt cx="0" cy="0"/>
        </a:xfrm>
      </p:grpSpPr>
      <p:cxnSp>
        <p:nvCxnSpPr>
          <p:cNvPr id="295" name="Google Shape;295;p33"/>
          <p:cNvCxnSpPr/>
          <p:nvPr/>
        </p:nvCxnSpPr>
        <p:spPr>
          <a:xfrm>
            <a:off x="230900" y="3460000"/>
            <a:ext cx="8690400" cy="0"/>
          </a:xfrm>
          <a:prstGeom prst="straightConnector1">
            <a:avLst/>
          </a:prstGeom>
          <a:noFill/>
          <a:ln cap="flat" cmpd="sng" w="28575">
            <a:solidFill>
              <a:schemeClr val="dk1"/>
            </a:solidFill>
            <a:prstDash val="solid"/>
            <a:round/>
            <a:headEnd len="med" w="med" type="none"/>
            <a:tailEnd len="med" w="med" type="none"/>
          </a:ln>
        </p:spPr>
      </p:cxnSp>
      <p:cxnSp>
        <p:nvCxnSpPr>
          <p:cNvPr id="296" name="Google Shape;296;p33"/>
          <p:cNvCxnSpPr/>
          <p:nvPr/>
        </p:nvCxnSpPr>
        <p:spPr>
          <a:xfrm>
            <a:off x="230900" y="4920000"/>
            <a:ext cx="8684400" cy="0"/>
          </a:xfrm>
          <a:prstGeom prst="straightConnector1">
            <a:avLst/>
          </a:prstGeom>
          <a:noFill/>
          <a:ln cap="flat" cmpd="sng" w="76200">
            <a:solidFill>
              <a:schemeClr val="dk1"/>
            </a:solidFill>
            <a:prstDash val="solid"/>
            <a:round/>
            <a:headEnd len="med" w="med" type="none"/>
            <a:tailEnd len="med" w="med" type="none"/>
          </a:ln>
        </p:spPr>
      </p:cxnSp>
      <p:sp>
        <p:nvSpPr>
          <p:cNvPr id="297" name="Google Shape;297;p33"/>
          <p:cNvSpPr txBox="1"/>
          <p:nvPr>
            <p:ph type="title"/>
          </p:nvPr>
        </p:nvSpPr>
        <p:spPr>
          <a:xfrm>
            <a:off x="230900" y="457200"/>
            <a:ext cx="4280700" cy="16773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Clr>
                <a:schemeClr val="dk1"/>
              </a:buClr>
              <a:buSzPts val="3600"/>
              <a:buNone/>
              <a:defRPr/>
            </a:lvl1pPr>
            <a:lvl2pPr lvl="1">
              <a:lnSpc>
                <a:spcPct val="80000"/>
              </a:lnSpc>
              <a:spcBef>
                <a:spcPts val="0"/>
              </a:spcBef>
              <a:spcAft>
                <a:spcPts val="0"/>
              </a:spcAft>
              <a:buClr>
                <a:schemeClr val="dk1"/>
              </a:buClr>
              <a:buSzPts val="3600"/>
              <a:buNone/>
              <a:defRPr sz="3600"/>
            </a:lvl2pPr>
            <a:lvl3pPr lvl="2">
              <a:lnSpc>
                <a:spcPct val="80000"/>
              </a:lnSpc>
              <a:spcBef>
                <a:spcPts val="0"/>
              </a:spcBef>
              <a:spcAft>
                <a:spcPts val="0"/>
              </a:spcAft>
              <a:buClr>
                <a:schemeClr val="dk1"/>
              </a:buClr>
              <a:buSzPts val="3600"/>
              <a:buNone/>
              <a:defRPr sz="3600"/>
            </a:lvl3pPr>
            <a:lvl4pPr lvl="3">
              <a:lnSpc>
                <a:spcPct val="80000"/>
              </a:lnSpc>
              <a:spcBef>
                <a:spcPts val="0"/>
              </a:spcBef>
              <a:spcAft>
                <a:spcPts val="0"/>
              </a:spcAft>
              <a:buClr>
                <a:schemeClr val="dk1"/>
              </a:buClr>
              <a:buSzPts val="3600"/>
              <a:buNone/>
              <a:defRPr sz="3600"/>
            </a:lvl4pPr>
            <a:lvl5pPr lvl="4">
              <a:lnSpc>
                <a:spcPct val="80000"/>
              </a:lnSpc>
              <a:spcBef>
                <a:spcPts val="0"/>
              </a:spcBef>
              <a:spcAft>
                <a:spcPts val="0"/>
              </a:spcAft>
              <a:buClr>
                <a:schemeClr val="dk1"/>
              </a:buClr>
              <a:buSzPts val="3600"/>
              <a:buNone/>
              <a:defRPr sz="3600"/>
            </a:lvl5pPr>
            <a:lvl6pPr lvl="5">
              <a:lnSpc>
                <a:spcPct val="80000"/>
              </a:lnSpc>
              <a:spcBef>
                <a:spcPts val="0"/>
              </a:spcBef>
              <a:spcAft>
                <a:spcPts val="0"/>
              </a:spcAft>
              <a:buClr>
                <a:schemeClr val="dk1"/>
              </a:buClr>
              <a:buSzPts val="3600"/>
              <a:buNone/>
              <a:defRPr sz="3600"/>
            </a:lvl6pPr>
            <a:lvl7pPr lvl="6">
              <a:lnSpc>
                <a:spcPct val="80000"/>
              </a:lnSpc>
              <a:spcBef>
                <a:spcPts val="0"/>
              </a:spcBef>
              <a:spcAft>
                <a:spcPts val="0"/>
              </a:spcAft>
              <a:buClr>
                <a:schemeClr val="dk1"/>
              </a:buClr>
              <a:buSzPts val="3600"/>
              <a:buNone/>
              <a:defRPr sz="3600"/>
            </a:lvl7pPr>
            <a:lvl8pPr lvl="7">
              <a:lnSpc>
                <a:spcPct val="80000"/>
              </a:lnSpc>
              <a:spcBef>
                <a:spcPts val="0"/>
              </a:spcBef>
              <a:spcAft>
                <a:spcPts val="0"/>
              </a:spcAft>
              <a:buClr>
                <a:schemeClr val="dk1"/>
              </a:buClr>
              <a:buSzPts val="3600"/>
              <a:buNone/>
              <a:defRPr sz="3600"/>
            </a:lvl8pPr>
            <a:lvl9pPr lvl="8">
              <a:lnSpc>
                <a:spcPct val="80000"/>
              </a:lnSpc>
              <a:spcBef>
                <a:spcPts val="0"/>
              </a:spcBef>
              <a:spcAft>
                <a:spcPts val="0"/>
              </a:spcAft>
              <a:buClr>
                <a:schemeClr val="dk1"/>
              </a:buClr>
              <a:buSzPts val="3600"/>
              <a:buNone/>
              <a:defRPr sz="3600"/>
            </a:lvl9pPr>
          </a:lstStyle>
          <a:p/>
        </p:txBody>
      </p:sp>
      <p:sp>
        <p:nvSpPr>
          <p:cNvPr id="298" name="Google Shape;298;p33"/>
          <p:cNvSpPr txBox="1"/>
          <p:nvPr>
            <p:ph idx="1" type="subTitle"/>
          </p:nvPr>
        </p:nvSpPr>
        <p:spPr>
          <a:xfrm>
            <a:off x="1062075" y="2551350"/>
            <a:ext cx="7853100" cy="748200"/>
          </a:xfrm>
          <a:prstGeom prst="rect">
            <a:avLst/>
          </a:prstGeom>
        </p:spPr>
        <p:txBody>
          <a:bodyPr anchorCtr="0" anchor="ctr" bIns="91425" lIns="91425" spcFirstLastPara="1" rIns="91425" wrap="square" tIns="91425">
            <a:noAutofit/>
          </a:bodyPr>
          <a:lstStyle>
            <a:lvl1pPr lvl="0">
              <a:spcBef>
                <a:spcPts val="0"/>
              </a:spcBef>
              <a:spcAft>
                <a:spcPts val="0"/>
              </a:spcAft>
              <a:buSzPts val="3200"/>
              <a:buNone/>
              <a:defRPr sz="3200"/>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
        <p:nvSpPr>
          <p:cNvPr id="299" name="Google Shape;299;p33"/>
          <p:cNvSpPr txBox="1"/>
          <p:nvPr>
            <p:ph idx="2" type="subTitle"/>
          </p:nvPr>
        </p:nvSpPr>
        <p:spPr>
          <a:xfrm>
            <a:off x="1062075" y="3891925"/>
            <a:ext cx="7853100" cy="831600"/>
          </a:xfrm>
          <a:prstGeom prst="rect">
            <a:avLst/>
          </a:prstGeom>
        </p:spPr>
        <p:txBody>
          <a:bodyPr anchorCtr="0" anchor="ctr" bIns="91425" lIns="91425" spcFirstLastPara="1" rIns="91425" wrap="square" tIns="91425">
            <a:noAutofit/>
          </a:bodyPr>
          <a:lstStyle>
            <a:lvl1pPr lvl="0">
              <a:spcBef>
                <a:spcPts val="0"/>
              </a:spcBef>
              <a:spcAft>
                <a:spcPts val="0"/>
              </a:spcAft>
              <a:buSzPts val="2400"/>
              <a:buFont typeface="Space Grotesk"/>
              <a:buNone/>
              <a:defRPr b="1">
                <a:latin typeface="Space Grotesk"/>
                <a:ea typeface="Space Grotesk"/>
                <a:cs typeface="Space Grotesk"/>
                <a:sym typeface="Space Grotesk"/>
              </a:defRPr>
            </a:lvl1pPr>
            <a:lvl2pPr lvl="1">
              <a:spcBef>
                <a:spcPts val="0"/>
              </a:spcBef>
              <a:spcAft>
                <a:spcPts val="0"/>
              </a:spcAft>
              <a:buSzPts val="2400"/>
              <a:buFont typeface="Space Grotesk"/>
              <a:buNone/>
              <a:defRPr b="1">
                <a:latin typeface="Space Grotesk"/>
                <a:ea typeface="Space Grotesk"/>
                <a:cs typeface="Space Grotesk"/>
                <a:sym typeface="Space Grotesk"/>
              </a:defRPr>
            </a:lvl2pPr>
            <a:lvl3pPr lvl="2">
              <a:spcBef>
                <a:spcPts val="0"/>
              </a:spcBef>
              <a:spcAft>
                <a:spcPts val="0"/>
              </a:spcAft>
              <a:buSzPts val="2400"/>
              <a:buFont typeface="Space Grotesk"/>
              <a:buNone/>
              <a:defRPr b="1">
                <a:latin typeface="Space Grotesk"/>
                <a:ea typeface="Space Grotesk"/>
                <a:cs typeface="Space Grotesk"/>
                <a:sym typeface="Space Grotesk"/>
              </a:defRPr>
            </a:lvl3pPr>
            <a:lvl4pPr lvl="3">
              <a:spcBef>
                <a:spcPts val="0"/>
              </a:spcBef>
              <a:spcAft>
                <a:spcPts val="0"/>
              </a:spcAft>
              <a:buSzPts val="2400"/>
              <a:buFont typeface="Space Grotesk"/>
              <a:buNone/>
              <a:defRPr b="1">
                <a:latin typeface="Space Grotesk"/>
                <a:ea typeface="Space Grotesk"/>
                <a:cs typeface="Space Grotesk"/>
                <a:sym typeface="Space Grotesk"/>
              </a:defRPr>
            </a:lvl4pPr>
            <a:lvl5pPr lvl="4">
              <a:spcBef>
                <a:spcPts val="0"/>
              </a:spcBef>
              <a:spcAft>
                <a:spcPts val="0"/>
              </a:spcAft>
              <a:buSzPts val="2400"/>
              <a:buFont typeface="Space Grotesk"/>
              <a:buNone/>
              <a:defRPr b="1">
                <a:latin typeface="Space Grotesk"/>
                <a:ea typeface="Space Grotesk"/>
                <a:cs typeface="Space Grotesk"/>
                <a:sym typeface="Space Grotesk"/>
              </a:defRPr>
            </a:lvl5pPr>
            <a:lvl6pPr lvl="5">
              <a:spcBef>
                <a:spcPts val="0"/>
              </a:spcBef>
              <a:spcAft>
                <a:spcPts val="0"/>
              </a:spcAft>
              <a:buSzPts val="2400"/>
              <a:buFont typeface="Space Grotesk"/>
              <a:buNone/>
              <a:defRPr b="1">
                <a:latin typeface="Space Grotesk"/>
                <a:ea typeface="Space Grotesk"/>
                <a:cs typeface="Space Grotesk"/>
                <a:sym typeface="Space Grotesk"/>
              </a:defRPr>
            </a:lvl6pPr>
            <a:lvl7pPr lvl="6">
              <a:spcBef>
                <a:spcPts val="0"/>
              </a:spcBef>
              <a:spcAft>
                <a:spcPts val="0"/>
              </a:spcAft>
              <a:buSzPts val="2400"/>
              <a:buFont typeface="Space Grotesk"/>
              <a:buNone/>
              <a:defRPr b="1">
                <a:latin typeface="Space Grotesk"/>
                <a:ea typeface="Space Grotesk"/>
                <a:cs typeface="Space Grotesk"/>
                <a:sym typeface="Space Grotesk"/>
              </a:defRPr>
            </a:lvl7pPr>
            <a:lvl8pPr lvl="7">
              <a:spcBef>
                <a:spcPts val="0"/>
              </a:spcBef>
              <a:spcAft>
                <a:spcPts val="0"/>
              </a:spcAft>
              <a:buSzPts val="2400"/>
              <a:buFont typeface="Space Grotesk"/>
              <a:buNone/>
              <a:defRPr b="1">
                <a:latin typeface="Space Grotesk"/>
                <a:ea typeface="Space Grotesk"/>
                <a:cs typeface="Space Grotesk"/>
                <a:sym typeface="Space Grotesk"/>
              </a:defRPr>
            </a:lvl8pPr>
            <a:lvl9pPr lvl="8">
              <a:spcBef>
                <a:spcPts val="0"/>
              </a:spcBef>
              <a:spcAft>
                <a:spcPts val="0"/>
              </a:spcAft>
              <a:buSzPts val="2400"/>
              <a:buFont typeface="Space Grotesk"/>
              <a:buNone/>
              <a:defRPr b="1">
                <a:latin typeface="Space Grotesk"/>
                <a:ea typeface="Space Grotesk"/>
                <a:cs typeface="Space Grotesk"/>
                <a:sym typeface="Space Grotesk"/>
              </a:defRPr>
            </a:lvl9pPr>
          </a:lstStyle>
          <a:p/>
        </p:txBody>
      </p:sp>
      <p:sp>
        <p:nvSpPr>
          <p:cNvPr id="300" name="Google Shape;300;p3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oject Summaries">
  <p:cSld name="CUSTOM">
    <p:bg>
      <p:bgPr>
        <a:solidFill>
          <a:schemeClr val="lt1"/>
        </a:solidFill>
      </p:bgPr>
    </p:bg>
    <p:spTree>
      <p:nvGrpSpPr>
        <p:cNvPr id="301" name="Shape 301"/>
        <p:cNvGrpSpPr/>
        <p:nvPr/>
      </p:nvGrpSpPr>
      <p:grpSpPr>
        <a:xfrm>
          <a:off x="0" y="0"/>
          <a:ext cx="0" cy="0"/>
          <a:chOff x="0" y="0"/>
          <a:chExt cx="0" cy="0"/>
        </a:xfrm>
      </p:grpSpPr>
      <p:graphicFrame>
        <p:nvGraphicFramePr>
          <p:cNvPr id="302" name="Google Shape;302;p34"/>
          <p:cNvGraphicFramePr/>
          <p:nvPr/>
        </p:nvGraphicFramePr>
        <p:xfrm>
          <a:off x="226300" y="3067900"/>
          <a:ext cx="3000000" cy="3000000"/>
        </p:xfrm>
        <a:graphic>
          <a:graphicData uri="http://schemas.openxmlformats.org/drawingml/2006/table">
            <a:tbl>
              <a:tblPr>
                <a:noFill/>
                <a:tableStyleId>{023DEC9C-ECB6-468F-B446-90BCE04BCB2E}</a:tableStyleId>
              </a:tblPr>
              <a:tblGrid>
                <a:gridCol w="8691375"/>
              </a:tblGrid>
              <a:tr h="499300">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alpha val="0"/>
                        </a:schemeClr>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graphicFrame>
        <p:nvGraphicFramePr>
          <p:cNvPr id="303" name="Google Shape;303;p34"/>
          <p:cNvGraphicFramePr/>
          <p:nvPr/>
        </p:nvGraphicFramePr>
        <p:xfrm>
          <a:off x="226300" y="3744175"/>
          <a:ext cx="3000000" cy="3000000"/>
        </p:xfrm>
        <a:graphic>
          <a:graphicData uri="http://schemas.openxmlformats.org/drawingml/2006/table">
            <a:tbl>
              <a:tblPr>
                <a:noFill/>
                <a:tableStyleId>{023DEC9C-ECB6-468F-B446-90BCE04BCB2E}</a:tableStyleId>
              </a:tblPr>
              <a:tblGrid>
                <a:gridCol w="8691375"/>
              </a:tblGrid>
              <a:tr h="499300">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alpha val="0"/>
                        </a:schemeClr>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graphicFrame>
        <p:nvGraphicFramePr>
          <p:cNvPr id="304" name="Google Shape;304;p34"/>
          <p:cNvGraphicFramePr/>
          <p:nvPr/>
        </p:nvGraphicFramePr>
        <p:xfrm>
          <a:off x="226300" y="4420450"/>
          <a:ext cx="3000000" cy="3000000"/>
        </p:xfrm>
        <a:graphic>
          <a:graphicData uri="http://schemas.openxmlformats.org/drawingml/2006/table">
            <a:tbl>
              <a:tblPr>
                <a:noFill/>
                <a:tableStyleId>{023DEC9C-ECB6-468F-B446-90BCE04BCB2E}</a:tableStyleId>
              </a:tblPr>
              <a:tblGrid>
                <a:gridCol w="8691375"/>
              </a:tblGrid>
              <a:tr h="499300">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alpha val="0"/>
                        </a:schemeClr>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graphicFrame>
        <p:nvGraphicFramePr>
          <p:cNvPr id="305" name="Google Shape;305;p34"/>
          <p:cNvGraphicFramePr/>
          <p:nvPr/>
        </p:nvGraphicFramePr>
        <p:xfrm>
          <a:off x="226313" y="2391625"/>
          <a:ext cx="3000000" cy="3000000"/>
        </p:xfrm>
        <a:graphic>
          <a:graphicData uri="http://schemas.openxmlformats.org/drawingml/2006/table">
            <a:tbl>
              <a:tblPr>
                <a:noFill/>
                <a:tableStyleId>{023DEC9C-ECB6-468F-B446-90BCE04BCB2E}</a:tableStyleId>
              </a:tblPr>
              <a:tblGrid>
                <a:gridCol w="8691375"/>
              </a:tblGrid>
              <a:tr h="499300">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alpha val="0"/>
                        </a:schemeClr>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graphicFrame>
        <p:nvGraphicFramePr>
          <p:cNvPr id="306" name="Google Shape;306;p34"/>
          <p:cNvGraphicFramePr/>
          <p:nvPr/>
        </p:nvGraphicFramePr>
        <p:xfrm>
          <a:off x="226288" y="1715350"/>
          <a:ext cx="3000000" cy="3000000"/>
        </p:xfrm>
        <a:graphic>
          <a:graphicData uri="http://schemas.openxmlformats.org/drawingml/2006/table">
            <a:tbl>
              <a:tblPr>
                <a:noFill/>
                <a:tableStyleId>{023DEC9C-ECB6-468F-B446-90BCE04BCB2E}</a:tableStyleId>
              </a:tblPr>
              <a:tblGrid>
                <a:gridCol w="8691375"/>
              </a:tblGrid>
              <a:tr h="499300">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alpha val="0"/>
                        </a:schemeClr>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
        <p:nvSpPr>
          <p:cNvPr id="307" name="Google Shape;307;p34"/>
          <p:cNvSpPr txBox="1"/>
          <p:nvPr>
            <p:ph idx="1" type="subTitle"/>
          </p:nvPr>
        </p:nvSpPr>
        <p:spPr>
          <a:xfrm>
            <a:off x="228600" y="1715350"/>
            <a:ext cx="1782300" cy="4992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800"/>
              <a:buFont typeface="Crimson Pro Medium"/>
              <a:buNone/>
              <a:defRPr sz="1800">
                <a:latin typeface="Crimson Pro Medium"/>
                <a:ea typeface="Crimson Pro Medium"/>
                <a:cs typeface="Crimson Pro Medium"/>
                <a:sym typeface="Crimson Pro Medium"/>
              </a:defRPr>
            </a:lvl1pPr>
            <a:lvl2pPr lvl="1">
              <a:spcBef>
                <a:spcPts val="0"/>
              </a:spcBef>
              <a:spcAft>
                <a:spcPts val="0"/>
              </a:spcAft>
              <a:buClr>
                <a:schemeClr val="dk1"/>
              </a:buClr>
              <a:buSzPts val="1800"/>
              <a:buFont typeface="Crimson Pro Medium"/>
              <a:buNone/>
              <a:defRPr sz="1800">
                <a:latin typeface="Crimson Pro Medium"/>
                <a:ea typeface="Crimson Pro Medium"/>
                <a:cs typeface="Crimson Pro Medium"/>
                <a:sym typeface="Crimson Pro Medium"/>
              </a:defRPr>
            </a:lvl2pPr>
            <a:lvl3pPr lvl="2">
              <a:spcBef>
                <a:spcPts val="0"/>
              </a:spcBef>
              <a:spcAft>
                <a:spcPts val="0"/>
              </a:spcAft>
              <a:buClr>
                <a:schemeClr val="dk1"/>
              </a:buClr>
              <a:buSzPts val="1800"/>
              <a:buFont typeface="Crimson Pro Medium"/>
              <a:buNone/>
              <a:defRPr sz="1800">
                <a:latin typeface="Crimson Pro Medium"/>
                <a:ea typeface="Crimson Pro Medium"/>
                <a:cs typeface="Crimson Pro Medium"/>
                <a:sym typeface="Crimson Pro Medium"/>
              </a:defRPr>
            </a:lvl3pPr>
            <a:lvl4pPr lvl="3">
              <a:spcBef>
                <a:spcPts val="0"/>
              </a:spcBef>
              <a:spcAft>
                <a:spcPts val="0"/>
              </a:spcAft>
              <a:buClr>
                <a:schemeClr val="dk1"/>
              </a:buClr>
              <a:buSzPts val="1800"/>
              <a:buFont typeface="Crimson Pro Medium"/>
              <a:buNone/>
              <a:defRPr sz="1800">
                <a:latin typeface="Crimson Pro Medium"/>
                <a:ea typeface="Crimson Pro Medium"/>
                <a:cs typeface="Crimson Pro Medium"/>
                <a:sym typeface="Crimson Pro Medium"/>
              </a:defRPr>
            </a:lvl4pPr>
            <a:lvl5pPr lvl="4">
              <a:spcBef>
                <a:spcPts val="0"/>
              </a:spcBef>
              <a:spcAft>
                <a:spcPts val="0"/>
              </a:spcAft>
              <a:buClr>
                <a:schemeClr val="dk1"/>
              </a:buClr>
              <a:buSzPts val="1800"/>
              <a:buFont typeface="Crimson Pro Medium"/>
              <a:buNone/>
              <a:defRPr sz="1800">
                <a:latin typeface="Crimson Pro Medium"/>
                <a:ea typeface="Crimson Pro Medium"/>
                <a:cs typeface="Crimson Pro Medium"/>
                <a:sym typeface="Crimson Pro Medium"/>
              </a:defRPr>
            </a:lvl5pPr>
            <a:lvl6pPr lvl="5">
              <a:spcBef>
                <a:spcPts val="0"/>
              </a:spcBef>
              <a:spcAft>
                <a:spcPts val="0"/>
              </a:spcAft>
              <a:buClr>
                <a:schemeClr val="dk1"/>
              </a:buClr>
              <a:buSzPts val="1800"/>
              <a:buFont typeface="Crimson Pro Medium"/>
              <a:buNone/>
              <a:defRPr sz="1800">
                <a:latin typeface="Crimson Pro Medium"/>
                <a:ea typeface="Crimson Pro Medium"/>
                <a:cs typeface="Crimson Pro Medium"/>
                <a:sym typeface="Crimson Pro Medium"/>
              </a:defRPr>
            </a:lvl6pPr>
            <a:lvl7pPr lvl="6">
              <a:spcBef>
                <a:spcPts val="0"/>
              </a:spcBef>
              <a:spcAft>
                <a:spcPts val="0"/>
              </a:spcAft>
              <a:buClr>
                <a:schemeClr val="dk1"/>
              </a:buClr>
              <a:buSzPts val="1800"/>
              <a:buFont typeface="Crimson Pro Medium"/>
              <a:buNone/>
              <a:defRPr sz="1800">
                <a:latin typeface="Crimson Pro Medium"/>
                <a:ea typeface="Crimson Pro Medium"/>
                <a:cs typeface="Crimson Pro Medium"/>
                <a:sym typeface="Crimson Pro Medium"/>
              </a:defRPr>
            </a:lvl7pPr>
            <a:lvl8pPr lvl="7">
              <a:spcBef>
                <a:spcPts val="0"/>
              </a:spcBef>
              <a:spcAft>
                <a:spcPts val="0"/>
              </a:spcAft>
              <a:buClr>
                <a:schemeClr val="dk1"/>
              </a:buClr>
              <a:buSzPts val="1800"/>
              <a:buFont typeface="Crimson Pro Medium"/>
              <a:buNone/>
              <a:defRPr sz="1800">
                <a:latin typeface="Crimson Pro Medium"/>
                <a:ea typeface="Crimson Pro Medium"/>
                <a:cs typeface="Crimson Pro Medium"/>
                <a:sym typeface="Crimson Pro Medium"/>
              </a:defRPr>
            </a:lvl8pPr>
            <a:lvl9pPr lvl="8">
              <a:spcBef>
                <a:spcPts val="0"/>
              </a:spcBef>
              <a:spcAft>
                <a:spcPts val="0"/>
              </a:spcAft>
              <a:buClr>
                <a:schemeClr val="dk1"/>
              </a:buClr>
              <a:buSzPts val="1800"/>
              <a:buFont typeface="Crimson Pro Medium"/>
              <a:buNone/>
              <a:defRPr sz="1800">
                <a:latin typeface="Crimson Pro Medium"/>
                <a:ea typeface="Crimson Pro Medium"/>
                <a:cs typeface="Crimson Pro Medium"/>
                <a:sym typeface="Crimson Pro Medium"/>
              </a:defRPr>
            </a:lvl9pPr>
          </a:lstStyle>
          <a:p/>
        </p:txBody>
      </p:sp>
      <p:sp>
        <p:nvSpPr>
          <p:cNvPr id="308" name="Google Shape;308;p34"/>
          <p:cNvSpPr txBox="1"/>
          <p:nvPr>
            <p:ph type="title"/>
          </p:nvPr>
        </p:nvSpPr>
        <p:spPr>
          <a:xfrm>
            <a:off x="3921508" y="1715350"/>
            <a:ext cx="4996200" cy="499200"/>
          </a:xfrm>
          <a:prstGeom prst="rect">
            <a:avLst/>
          </a:prstGeom>
        </p:spPr>
        <p:txBody>
          <a:bodyPr anchorCtr="0" anchor="ctr" bIns="91425" lIns="91425" spcFirstLastPara="1" rIns="91425" wrap="square" tIns="91425">
            <a:noAutofit/>
          </a:bodyPr>
          <a:lstStyle>
            <a:lvl1pPr lvl="0" algn="r">
              <a:spcBef>
                <a:spcPts val="0"/>
              </a:spcBef>
              <a:spcAft>
                <a:spcPts val="0"/>
              </a:spcAft>
              <a:buClr>
                <a:schemeClr val="dk1"/>
              </a:buClr>
              <a:buSzPts val="2400"/>
              <a:buNone/>
              <a:defRPr sz="2400"/>
            </a:lvl1pPr>
            <a:lvl2pPr lvl="1" algn="r">
              <a:spcBef>
                <a:spcPts val="0"/>
              </a:spcBef>
              <a:spcAft>
                <a:spcPts val="0"/>
              </a:spcAft>
              <a:buClr>
                <a:schemeClr val="dk1"/>
              </a:buClr>
              <a:buSzPts val="2400"/>
              <a:buNone/>
              <a:defRPr sz="2400"/>
            </a:lvl2pPr>
            <a:lvl3pPr lvl="2" algn="r">
              <a:spcBef>
                <a:spcPts val="0"/>
              </a:spcBef>
              <a:spcAft>
                <a:spcPts val="0"/>
              </a:spcAft>
              <a:buClr>
                <a:schemeClr val="dk1"/>
              </a:buClr>
              <a:buSzPts val="2400"/>
              <a:buNone/>
              <a:defRPr sz="2400"/>
            </a:lvl3pPr>
            <a:lvl4pPr lvl="3" algn="r">
              <a:spcBef>
                <a:spcPts val="0"/>
              </a:spcBef>
              <a:spcAft>
                <a:spcPts val="0"/>
              </a:spcAft>
              <a:buClr>
                <a:schemeClr val="dk1"/>
              </a:buClr>
              <a:buSzPts val="2400"/>
              <a:buNone/>
              <a:defRPr sz="2400"/>
            </a:lvl4pPr>
            <a:lvl5pPr lvl="4" algn="r">
              <a:spcBef>
                <a:spcPts val="0"/>
              </a:spcBef>
              <a:spcAft>
                <a:spcPts val="0"/>
              </a:spcAft>
              <a:buClr>
                <a:schemeClr val="dk1"/>
              </a:buClr>
              <a:buSzPts val="2400"/>
              <a:buNone/>
              <a:defRPr sz="2400"/>
            </a:lvl5pPr>
            <a:lvl6pPr lvl="5" algn="r">
              <a:spcBef>
                <a:spcPts val="0"/>
              </a:spcBef>
              <a:spcAft>
                <a:spcPts val="0"/>
              </a:spcAft>
              <a:buClr>
                <a:schemeClr val="dk1"/>
              </a:buClr>
              <a:buSzPts val="2400"/>
              <a:buNone/>
              <a:defRPr sz="2400"/>
            </a:lvl6pPr>
            <a:lvl7pPr lvl="6" algn="r">
              <a:spcBef>
                <a:spcPts val="0"/>
              </a:spcBef>
              <a:spcAft>
                <a:spcPts val="0"/>
              </a:spcAft>
              <a:buClr>
                <a:schemeClr val="dk1"/>
              </a:buClr>
              <a:buSzPts val="2400"/>
              <a:buNone/>
              <a:defRPr sz="2400"/>
            </a:lvl7pPr>
            <a:lvl8pPr lvl="7" algn="r">
              <a:spcBef>
                <a:spcPts val="0"/>
              </a:spcBef>
              <a:spcAft>
                <a:spcPts val="0"/>
              </a:spcAft>
              <a:buClr>
                <a:schemeClr val="dk1"/>
              </a:buClr>
              <a:buSzPts val="2400"/>
              <a:buNone/>
              <a:defRPr sz="2400"/>
            </a:lvl8pPr>
            <a:lvl9pPr lvl="8" algn="r">
              <a:spcBef>
                <a:spcPts val="0"/>
              </a:spcBef>
              <a:spcAft>
                <a:spcPts val="0"/>
              </a:spcAft>
              <a:buClr>
                <a:schemeClr val="dk1"/>
              </a:buClr>
              <a:buSzPts val="2400"/>
              <a:buNone/>
              <a:defRPr sz="2400"/>
            </a:lvl9pPr>
          </a:lstStyle>
          <a:p/>
        </p:txBody>
      </p:sp>
      <p:sp>
        <p:nvSpPr>
          <p:cNvPr id="309" name="Google Shape;309;p34"/>
          <p:cNvSpPr txBox="1"/>
          <p:nvPr>
            <p:ph idx="2" type="subTitle"/>
          </p:nvPr>
        </p:nvSpPr>
        <p:spPr>
          <a:xfrm>
            <a:off x="227388" y="2391625"/>
            <a:ext cx="1782300" cy="4992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800"/>
              <a:buFont typeface="Crimson Pro Medium"/>
              <a:buNone/>
              <a:defRPr sz="1800">
                <a:latin typeface="Crimson Pro Medium"/>
                <a:ea typeface="Crimson Pro Medium"/>
                <a:cs typeface="Crimson Pro Medium"/>
                <a:sym typeface="Crimson Pro Medium"/>
              </a:defRPr>
            </a:lvl1pPr>
            <a:lvl2pPr lvl="1">
              <a:spcBef>
                <a:spcPts val="0"/>
              </a:spcBef>
              <a:spcAft>
                <a:spcPts val="0"/>
              </a:spcAft>
              <a:buClr>
                <a:schemeClr val="dk1"/>
              </a:buClr>
              <a:buSzPts val="1800"/>
              <a:buFont typeface="Crimson Pro Medium"/>
              <a:buNone/>
              <a:defRPr sz="1800">
                <a:latin typeface="Crimson Pro Medium"/>
                <a:ea typeface="Crimson Pro Medium"/>
                <a:cs typeface="Crimson Pro Medium"/>
                <a:sym typeface="Crimson Pro Medium"/>
              </a:defRPr>
            </a:lvl2pPr>
            <a:lvl3pPr lvl="2">
              <a:spcBef>
                <a:spcPts val="0"/>
              </a:spcBef>
              <a:spcAft>
                <a:spcPts val="0"/>
              </a:spcAft>
              <a:buClr>
                <a:schemeClr val="dk1"/>
              </a:buClr>
              <a:buSzPts val="1800"/>
              <a:buFont typeface="Crimson Pro Medium"/>
              <a:buNone/>
              <a:defRPr sz="1800">
                <a:latin typeface="Crimson Pro Medium"/>
                <a:ea typeface="Crimson Pro Medium"/>
                <a:cs typeface="Crimson Pro Medium"/>
                <a:sym typeface="Crimson Pro Medium"/>
              </a:defRPr>
            </a:lvl3pPr>
            <a:lvl4pPr lvl="3">
              <a:spcBef>
                <a:spcPts val="0"/>
              </a:spcBef>
              <a:spcAft>
                <a:spcPts val="0"/>
              </a:spcAft>
              <a:buClr>
                <a:schemeClr val="dk1"/>
              </a:buClr>
              <a:buSzPts val="1800"/>
              <a:buFont typeface="Crimson Pro Medium"/>
              <a:buNone/>
              <a:defRPr sz="1800">
                <a:latin typeface="Crimson Pro Medium"/>
                <a:ea typeface="Crimson Pro Medium"/>
                <a:cs typeface="Crimson Pro Medium"/>
                <a:sym typeface="Crimson Pro Medium"/>
              </a:defRPr>
            </a:lvl4pPr>
            <a:lvl5pPr lvl="4">
              <a:spcBef>
                <a:spcPts val="0"/>
              </a:spcBef>
              <a:spcAft>
                <a:spcPts val="0"/>
              </a:spcAft>
              <a:buClr>
                <a:schemeClr val="dk1"/>
              </a:buClr>
              <a:buSzPts val="1800"/>
              <a:buFont typeface="Crimson Pro Medium"/>
              <a:buNone/>
              <a:defRPr sz="1800">
                <a:latin typeface="Crimson Pro Medium"/>
                <a:ea typeface="Crimson Pro Medium"/>
                <a:cs typeface="Crimson Pro Medium"/>
                <a:sym typeface="Crimson Pro Medium"/>
              </a:defRPr>
            </a:lvl5pPr>
            <a:lvl6pPr lvl="5">
              <a:spcBef>
                <a:spcPts val="0"/>
              </a:spcBef>
              <a:spcAft>
                <a:spcPts val="0"/>
              </a:spcAft>
              <a:buClr>
                <a:schemeClr val="dk1"/>
              </a:buClr>
              <a:buSzPts val="1800"/>
              <a:buFont typeface="Crimson Pro Medium"/>
              <a:buNone/>
              <a:defRPr sz="1800">
                <a:latin typeface="Crimson Pro Medium"/>
                <a:ea typeface="Crimson Pro Medium"/>
                <a:cs typeface="Crimson Pro Medium"/>
                <a:sym typeface="Crimson Pro Medium"/>
              </a:defRPr>
            </a:lvl6pPr>
            <a:lvl7pPr lvl="6">
              <a:spcBef>
                <a:spcPts val="0"/>
              </a:spcBef>
              <a:spcAft>
                <a:spcPts val="0"/>
              </a:spcAft>
              <a:buClr>
                <a:schemeClr val="dk1"/>
              </a:buClr>
              <a:buSzPts val="1800"/>
              <a:buFont typeface="Crimson Pro Medium"/>
              <a:buNone/>
              <a:defRPr sz="1800">
                <a:latin typeface="Crimson Pro Medium"/>
                <a:ea typeface="Crimson Pro Medium"/>
                <a:cs typeface="Crimson Pro Medium"/>
                <a:sym typeface="Crimson Pro Medium"/>
              </a:defRPr>
            </a:lvl7pPr>
            <a:lvl8pPr lvl="7">
              <a:spcBef>
                <a:spcPts val="0"/>
              </a:spcBef>
              <a:spcAft>
                <a:spcPts val="0"/>
              </a:spcAft>
              <a:buClr>
                <a:schemeClr val="dk1"/>
              </a:buClr>
              <a:buSzPts val="1800"/>
              <a:buFont typeface="Crimson Pro Medium"/>
              <a:buNone/>
              <a:defRPr sz="1800">
                <a:latin typeface="Crimson Pro Medium"/>
                <a:ea typeface="Crimson Pro Medium"/>
                <a:cs typeface="Crimson Pro Medium"/>
                <a:sym typeface="Crimson Pro Medium"/>
              </a:defRPr>
            </a:lvl8pPr>
            <a:lvl9pPr lvl="8">
              <a:spcBef>
                <a:spcPts val="0"/>
              </a:spcBef>
              <a:spcAft>
                <a:spcPts val="0"/>
              </a:spcAft>
              <a:buClr>
                <a:schemeClr val="dk1"/>
              </a:buClr>
              <a:buSzPts val="1800"/>
              <a:buFont typeface="Crimson Pro Medium"/>
              <a:buNone/>
              <a:defRPr sz="1800">
                <a:latin typeface="Crimson Pro Medium"/>
                <a:ea typeface="Crimson Pro Medium"/>
                <a:cs typeface="Crimson Pro Medium"/>
                <a:sym typeface="Crimson Pro Medium"/>
              </a:defRPr>
            </a:lvl9pPr>
          </a:lstStyle>
          <a:p/>
        </p:txBody>
      </p:sp>
      <p:sp>
        <p:nvSpPr>
          <p:cNvPr id="310" name="Google Shape;310;p34"/>
          <p:cNvSpPr txBox="1"/>
          <p:nvPr>
            <p:ph idx="3" type="title"/>
          </p:nvPr>
        </p:nvSpPr>
        <p:spPr>
          <a:xfrm>
            <a:off x="3920125" y="2391625"/>
            <a:ext cx="4996200" cy="499200"/>
          </a:xfrm>
          <a:prstGeom prst="rect">
            <a:avLst/>
          </a:prstGeom>
        </p:spPr>
        <p:txBody>
          <a:bodyPr anchorCtr="0" anchor="ctr" bIns="91425" lIns="91425" spcFirstLastPara="1" rIns="91425" wrap="square" tIns="91425">
            <a:noAutofit/>
          </a:bodyPr>
          <a:lstStyle>
            <a:lvl1pPr lvl="0" algn="r">
              <a:spcBef>
                <a:spcPts val="0"/>
              </a:spcBef>
              <a:spcAft>
                <a:spcPts val="0"/>
              </a:spcAft>
              <a:buClr>
                <a:schemeClr val="dk1"/>
              </a:buClr>
              <a:buSzPts val="2400"/>
              <a:buNone/>
              <a:defRPr sz="2400"/>
            </a:lvl1pPr>
            <a:lvl2pPr lvl="1" algn="r">
              <a:spcBef>
                <a:spcPts val="0"/>
              </a:spcBef>
              <a:spcAft>
                <a:spcPts val="0"/>
              </a:spcAft>
              <a:buClr>
                <a:schemeClr val="dk1"/>
              </a:buClr>
              <a:buSzPts val="2400"/>
              <a:buNone/>
              <a:defRPr sz="2400"/>
            </a:lvl2pPr>
            <a:lvl3pPr lvl="2" algn="r">
              <a:spcBef>
                <a:spcPts val="0"/>
              </a:spcBef>
              <a:spcAft>
                <a:spcPts val="0"/>
              </a:spcAft>
              <a:buClr>
                <a:schemeClr val="dk1"/>
              </a:buClr>
              <a:buSzPts val="2400"/>
              <a:buNone/>
              <a:defRPr sz="2400"/>
            </a:lvl3pPr>
            <a:lvl4pPr lvl="3" algn="r">
              <a:spcBef>
                <a:spcPts val="0"/>
              </a:spcBef>
              <a:spcAft>
                <a:spcPts val="0"/>
              </a:spcAft>
              <a:buClr>
                <a:schemeClr val="dk1"/>
              </a:buClr>
              <a:buSzPts val="2400"/>
              <a:buNone/>
              <a:defRPr sz="2400"/>
            </a:lvl4pPr>
            <a:lvl5pPr lvl="4" algn="r">
              <a:spcBef>
                <a:spcPts val="0"/>
              </a:spcBef>
              <a:spcAft>
                <a:spcPts val="0"/>
              </a:spcAft>
              <a:buClr>
                <a:schemeClr val="dk1"/>
              </a:buClr>
              <a:buSzPts val="2400"/>
              <a:buNone/>
              <a:defRPr sz="2400"/>
            </a:lvl5pPr>
            <a:lvl6pPr lvl="5" algn="r">
              <a:spcBef>
                <a:spcPts val="0"/>
              </a:spcBef>
              <a:spcAft>
                <a:spcPts val="0"/>
              </a:spcAft>
              <a:buClr>
                <a:schemeClr val="dk1"/>
              </a:buClr>
              <a:buSzPts val="2400"/>
              <a:buNone/>
              <a:defRPr sz="2400"/>
            </a:lvl6pPr>
            <a:lvl7pPr lvl="6" algn="r">
              <a:spcBef>
                <a:spcPts val="0"/>
              </a:spcBef>
              <a:spcAft>
                <a:spcPts val="0"/>
              </a:spcAft>
              <a:buClr>
                <a:schemeClr val="dk1"/>
              </a:buClr>
              <a:buSzPts val="2400"/>
              <a:buNone/>
              <a:defRPr sz="2400"/>
            </a:lvl7pPr>
            <a:lvl8pPr lvl="7" algn="r">
              <a:spcBef>
                <a:spcPts val="0"/>
              </a:spcBef>
              <a:spcAft>
                <a:spcPts val="0"/>
              </a:spcAft>
              <a:buClr>
                <a:schemeClr val="dk1"/>
              </a:buClr>
              <a:buSzPts val="2400"/>
              <a:buNone/>
              <a:defRPr sz="2400"/>
            </a:lvl8pPr>
            <a:lvl9pPr lvl="8" algn="r">
              <a:spcBef>
                <a:spcPts val="0"/>
              </a:spcBef>
              <a:spcAft>
                <a:spcPts val="0"/>
              </a:spcAft>
              <a:buClr>
                <a:schemeClr val="dk1"/>
              </a:buClr>
              <a:buSzPts val="2400"/>
              <a:buNone/>
              <a:defRPr sz="2400"/>
            </a:lvl9pPr>
          </a:lstStyle>
          <a:p/>
        </p:txBody>
      </p:sp>
      <p:sp>
        <p:nvSpPr>
          <p:cNvPr id="311" name="Google Shape;311;p34"/>
          <p:cNvSpPr txBox="1"/>
          <p:nvPr>
            <p:ph idx="4" type="subTitle"/>
          </p:nvPr>
        </p:nvSpPr>
        <p:spPr>
          <a:xfrm>
            <a:off x="227388" y="3067900"/>
            <a:ext cx="1782300" cy="4992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800"/>
              <a:buFont typeface="Crimson Pro Medium"/>
              <a:buNone/>
              <a:defRPr sz="1800">
                <a:latin typeface="Crimson Pro Medium"/>
                <a:ea typeface="Crimson Pro Medium"/>
                <a:cs typeface="Crimson Pro Medium"/>
                <a:sym typeface="Crimson Pro Medium"/>
              </a:defRPr>
            </a:lvl1pPr>
            <a:lvl2pPr lvl="1">
              <a:spcBef>
                <a:spcPts val="0"/>
              </a:spcBef>
              <a:spcAft>
                <a:spcPts val="0"/>
              </a:spcAft>
              <a:buClr>
                <a:schemeClr val="dk1"/>
              </a:buClr>
              <a:buSzPts val="1800"/>
              <a:buFont typeface="Crimson Pro Medium"/>
              <a:buNone/>
              <a:defRPr sz="1800">
                <a:latin typeface="Crimson Pro Medium"/>
                <a:ea typeface="Crimson Pro Medium"/>
                <a:cs typeface="Crimson Pro Medium"/>
                <a:sym typeface="Crimson Pro Medium"/>
              </a:defRPr>
            </a:lvl2pPr>
            <a:lvl3pPr lvl="2">
              <a:spcBef>
                <a:spcPts val="0"/>
              </a:spcBef>
              <a:spcAft>
                <a:spcPts val="0"/>
              </a:spcAft>
              <a:buClr>
                <a:schemeClr val="dk1"/>
              </a:buClr>
              <a:buSzPts val="1800"/>
              <a:buFont typeface="Crimson Pro Medium"/>
              <a:buNone/>
              <a:defRPr sz="1800">
                <a:latin typeface="Crimson Pro Medium"/>
                <a:ea typeface="Crimson Pro Medium"/>
                <a:cs typeface="Crimson Pro Medium"/>
                <a:sym typeface="Crimson Pro Medium"/>
              </a:defRPr>
            </a:lvl3pPr>
            <a:lvl4pPr lvl="3">
              <a:spcBef>
                <a:spcPts val="0"/>
              </a:spcBef>
              <a:spcAft>
                <a:spcPts val="0"/>
              </a:spcAft>
              <a:buClr>
                <a:schemeClr val="dk1"/>
              </a:buClr>
              <a:buSzPts val="1800"/>
              <a:buFont typeface="Crimson Pro Medium"/>
              <a:buNone/>
              <a:defRPr sz="1800">
                <a:latin typeface="Crimson Pro Medium"/>
                <a:ea typeface="Crimson Pro Medium"/>
                <a:cs typeface="Crimson Pro Medium"/>
                <a:sym typeface="Crimson Pro Medium"/>
              </a:defRPr>
            </a:lvl4pPr>
            <a:lvl5pPr lvl="4">
              <a:spcBef>
                <a:spcPts val="0"/>
              </a:spcBef>
              <a:spcAft>
                <a:spcPts val="0"/>
              </a:spcAft>
              <a:buClr>
                <a:schemeClr val="dk1"/>
              </a:buClr>
              <a:buSzPts val="1800"/>
              <a:buFont typeface="Crimson Pro Medium"/>
              <a:buNone/>
              <a:defRPr sz="1800">
                <a:latin typeface="Crimson Pro Medium"/>
                <a:ea typeface="Crimson Pro Medium"/>
                <a:cs typeface="Crimson Pro Medium"/>
                <a:sym typeface="Crimson Pro Medium"/>
              </a:defRPr>
            </a:lvl5pPr>
            <a:lvl6pPr lvl="5">
              <a:spcBef>
                <a:spcPts val="0"/>
              </a:spcBef>
              <a:spcAft>
                <a:spcPts val="0"/>
              </a:spcAft>
              <a:buClr>
                <a:schemeClr val="dk1"/>
              </a:buClr>
              <a:buSzPts val="1800"/>
              <a:buFont typeface="Crimson Pro Medium"/>
              <a:buNone/>
              <a:defRPr sz="1800">
                <a:latin typeface="Crimson Pro Medium"/>
                <a:ea typeface="Crimson Pro Medium"/>
                <a:cs typeface="Crimson Pro Medium"/>
                <a:sym typeface="Crimson Pro Medium"/>
              </a:defRPr>
            </a:lvl6pPr>
            <a:lvl7pPr lvl="6">
              <a:spcBef>
                <a:spcPts val="0"/>
              </a:spcBef>
              <a:spcAft>
                <a:spcPts val="0"/>
              </a:spcAft>
              <a:buClr>
                <a:schemeClr val="dk1"/>
              </a:buClr>
              <a:buSzPts val="1800"/>
              <a:buFont typeface="Crimson Pro Medium"/>
              <a:buNone/>
              <a:defRPr sz="1800">
                <a:latin typeface="Crimson Pro Medium"/>
                <a:ea typeface="Crimson Pro Medium"/>
                <a:cs typeface="Crimson Pro Medium"/>
                <a:sym typeface="Crimson Pro Medium"/>
              </a:defRPr>
            </a:lvl7pPr>
            <a:lvl8pPr lvl="7">
              <a:spcBef>
                <a:spcPts val="0"/>
              </a:spcBef>
              <a:spcAft>
                <a:spcPts val="0"/>
              </a:spcAft>
              <a:buClr>
                <a:schemeClr val="dk1"/>
              </a:buClr>
              <a:buSzPts val="1800"/>
              <a:buFont typeface="Crimson Pro Medium"/>
              <a:buNone/>
              <a:defRPr sz="1800">
                <a:latin typeface="Crimson Pro Medium"/>
                <a:ea typeface="Crimson Pro Medium"/>
                <a:cs typeface="Crimson Pro Medium"/>
                <a:sym typeface="Crimson Pro Medium"/>
              </a:defRPr>
            </a:lvl8pPr>
            <a:lvl9pPr lvl="8">
              <a:spcBef>
                <a:spcPts val="0"/>
              </a:spcBef>
              <a:spcAft>
                <a:spcPts val="0"/>
              </a:spcAft>
              <a:buClr>
                <a:schemeClr val="dk1"/>
              </a:buClr>
              <a:buSzPts val="1800"/>
              <a:buFont typeface="Crimson Pro Medium"/>
              <a:buNone/>
              <a:defRPr sz="1800">
                <a:latin typeface="Crimson Pro Medium"/>
                <a:ea typeface="Crimson Pro Medium"/>
                <a:cs typeface="Crimson Pro Medium"/>
                <a:sym typeface="Crimson Pro Medium"/>
              </a:defRPr>
            </a:lvl9pPr>
          </a:lstStyle>
          <a:p/>
        </p:txBody>
      </p:sp>
      <p:sp>
        <p:nvSpPr>
          <p:cNvPr id="312" name="Google Shape;312;p34"/>
          <p:cNvSpPr txBox="1"/>
          <p:nvPr>
            <p:ph idx="5" type="title"/>
          </p:nvPr>
        </p:nvSpPr>
        <p:spPr>
          <a:xfrm>
            <a:off x="3920125" y="3067900"/>
            <a:ext cx="4996200" cy="499200"/>
          </a:xfrm>
          <a:prstGeom prst="rect">
            <a:avLst/>
          </a:prstGeom>
        </p:spPr>
        <p:txBody>
          <a:bodyPr anchorCtr="0" anchor="ctr" bIns="91425" lIns="91425" spcFirstLastPara="1" rIns="91425" wrap="square" tIns="91425">
            <a:noAutofit/>
          </a:bodyPr>
          <a:lstStyle>
            <a:lvl1pPr lvl="0" algn="r">
              <a:spcBef>
                <a:spcPts val="0"/>
              </a:spcBef>
              <a:spcAft>
                <a:spcPts val="0"/>
              </a:spcAft>
              <a:buClr>
                <a:schemeClr val="dk1"/>
              </a:buClr>
              <a:buSzPts val="2400"/>
              <a:buNone/>
              <a:defRPr sz="2400"/>
            </a:lvl1pPr>
            <a:lvl2pPr lvl="1" algn="r">
              <a:spcBef>
                <a:spcPts val="0"/>
              </a:spcBef>
              <a:spcAft>
                <a:spcPts val="0"/>
              </a:spcAft>
              <a:buClr>
                <a:schemeClr val="dk1"/>
              </a:buClr>
              <a:buSzPts val="2400"/>
              <a:buNone/>
              <a:defRPr sz="2400"/>
            </a:lvl2pPr>
            <a:lvl3pPr lvl="2" algn="r">
              <a:spcBef>
                <a:spcPts val="0"/>
              </a:spcBef>
              <a:spcAft>
                <a:spcPts val="0"/>
              </a:spcAft>
              <a:buClr>
                <a:schemeClr val="dk1"/>
              </a:buClr>
              <a:buSzPts val="2400"/>
              <a:buNone/>
              <a:defRPr sz="2400"/>
            </a:lvl3pPr>
            <a:lvl4pPr lvl="3" algn="r">
              <a:spcBef>
                <a:spcPts val="0"/>
              </a:spcBef>
              <a:spcAft>
                <a:spcPts val="0"/>
              </a:spcAft>
              <a:buClr>
                <a:schemeClr val="dk1"/>
              </a:buClr>
              <a:buSzPts val="2400"/>
              <a:buNone/>
              <a:defRPr sz="2400"/>
            </a:lvl4pPr>
            <a:lvl5pPr lvl="4" algn="r">
              <a:spcBef>
                <a:spcPts val="0"/>
              </a:spcBef>
              <a:spcAft>
                <a:spcPts val="0"/>
              </a:spcAft>
              <a:buClr>
                <a:schemeClr val="dk1"/>
              </a:buClr>
              <a:buSzPts val="2400"/>
              <a:buNone/>
              <a:defRPr sz="2400"/>
            </a:lvl5pPr>
            <a:lvl6pPr lvl="5" algn="r">
              <a:spcBef>
                <a:spcPts val="0"/>
              </a:spcBef>
              <a:spcAft>
                <a:spcPts val="0"/>
              </a:spcAft>
              <a:buClr>
                <a:schemeClr val="dk1"/>
              </a:buClr>
              <a:buSzPts val="2400"/>
              <a:buNone/>
              <a:defRPr sz="2400"/>
            </a:lvl6pPr>
            <a:lvl7pPr lvl="6" algn="r">
              <a:spcBef>
                <a:spcPts val="0"/>
              </a:spcBef>
              <a:spcAft>
                <a:spcPts val="0"/>
              </a:spcAft>
              <a:buClr>
                <a:schemeClr val="dk1"/>
              </a:buClr>
              <a:buSzPts val="2400"/>
              <a:buNone/>
              <a:defRPr sz="2400"/>
            </a:lvl7pPr>
            <a:lvl8pPr lvl="7" algn="r">
              <a:spcBef>
                <a:spcPts val="0"/>
              </a:spcBef>
              <a:spcAft>
                <a:spcPts val="0"/>
              </a:spcAft>
              <a:buClr>
                <a:schemeClr val="dk1"/>
              </a:buClr>
              <a:buSzPts val="2400"/>
              <a:buNone/>
              <a:defRPr sz="2400"/>
            </a:lvl8pPr>
            <a:lvl9pPr lvl="8" algn="r">
              <a:spcBef>
                <a:spcPts val="0"/>
              </a:spcBef>
              <a:spcAft>
                <a:spcPts val="0"/>
              </a:spcAft>
              <a:buClr>
                <a:schemeClr val="dk1"/>
              </a:buClr>
              <a:buSzPts val="2400"/>
              <a:buNone/>
              <a:defRPr sz="2400"/>
            </a:lvl9pPr>
          </a:lstStyle>
          <a:p/>
        </p:txBody>
      </p:sp>
      <p:sp>
        <p:nvSpPr>
          <p:cNvPr id="313" name="Google Shape;313;p34"/>
          <p:cNvSpPr txBox="1"/>
          <p:nvPr>
            <p:ph idx="6" type="subTitle"/>
          </p:nvPr>
        </p:nvSpPr>
        <p:spPr>
          <a:xfrm>
            <a:off x="227388" y="3744225"/>
            <a:ext cx="1782300" cy="4992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800"/>
              <a:buFont typeface="Crimson Pro Medium"/>
              <a:buNone/>
              <a:defRPr sz="1800">
                <a:latin typeface="Crimson Pro Medium"/>
                <a:ea typeface="Crimson Pro Medium"/>
                <a:cs typeface="Crimson Pro Medium"/>
                <a:sym typeface="Crimson Pro Medium"/>
              </a:defRPr>
            </a:lvl1pPr>
            <a:lvl2pPr lvl="1">
              <a:spcBef>
                <a:spcPts val="0"/>
              </a:spcBef>
              <a:spcAft>
                <a:spcPts val="0"/>
              </a:spcAft>
              <a:buClr>
                <a:schemeClr val="dk1"/>
              </a:buClr>
              <a:buSzPts val="1800"/>
              <a:buFont typeface="Crimson Pro Medium"/>
              <a:buNone/>
              <a:defRPr sz="1800">
                <a:latin typeface="Crimson Pro Medium"/>
                <a:ea typeface="Crimson Pro Medium"/>
                <a:cs typeface="Crimson Pro Medium"/>
                <a:sym typeface="Crimson Pro Medium"/>
              </a:defRPr>
            </a:lvl2pPr>
            <a:lvl3pPr lvl="2">
              <a:spcBef>
                <a:spcPts val="0"/>
              </a:spcBef>
              <a:spcAft>
                <a:spcPts val="0"/>
              </a:spcAft>
              <a:buClr>
                <a:schemeClr val="dk1"/>
              </a:buClr>
              <a:buSzPts val="1800"/>
              <a:buFont typeface="Crimson Pro Medium"/>
              <a:buNone/>
              <a:defRPr sz="1800">
                <a:latin typeface="Crimson Pro Medium"/>
                <a:ea typeface="Crimson Pro Medium"/>
                <a:cs typeface="Crimson Pro Medium"/>
                <a:sym typeface="Crimson Pro Medium"/>
              </a:defRPr>
            </a:lvl3pPr>
            <a:lvl4pPr lvl="3">
              <a:spcBef>
                <a:spcPts val="0"/>
              </a:spcBef>
              <a:spcAft>
                <a:spcPts val="0"/>
              </a:spcAft>
              <a:buClr>
                <a:schemeClr val="dk1"/>
              </a:buClr>
              <a:buSzPts val="1800"/>
              <a:buFont typeface="Crimson Pro Medium"/>
              <a:buNone/>
              <a:defRPr sz="1800">
                <a:latin typeface="Crimson Pro Medium"/>
                <a:ea typeface="Crimson Pro Medium"/>
                <a:cs typeface="Crimson Pro Medium"/>
                <a:sym typeface="Crimson Pro Medium"/>
              </a:defRPr>
            </a:lvl4pPr>
            <a:lvl5pPr lvl="4">
              <a:spcBef>
                <a:spcPts val="0"/>
              </a:spcBef>
              <a:spcAft>
                <a:spcPts val="0"/>
              </a:spcAft>
              <a:buClr>
                <a:schemeClr val="dk1"/>
              </a:buClr>
              <a:buSzPts val="1800"/>
              <a:buFont typeface="Crimson Pro Medium"/>
              <a:buNone/>
              <a:defRPr sz="1800">
                <a:latin typeface="Crimson Pro Medium"/>
                <a:ea typeface="Crimson Pro Medium"/>
                <a:cs typeface="Crimson Pro Medium"/>
                <a:sym typeface="Crimson Pro Medium"/>
              </a:defRPr>
            </a:lvl5pPr>
            <a:lvl6pPr lvl="5">
              <a:spcBef>
                <a:spcPts val="0"/>
              </a:spcBef>
              <a:spcAft>
                <a:spcPts val="0"/>
              </a:spcAft>
              <a:buClr>
                <a:schemeClr val="dk1"/>
              </a:buClr>
              <a:buSzPts val="1800"/>
              <a:buFont typeface="Crimson Pro Medium"/>
              <a:buNone/>
              <a:defRPr sz="1800">
                <a:latin typeface="Crimson Pro Medium"/>
                <a:ea typeface="Crimson Pro Medium"/>
                <a:cs typeface="Crimson Pro Medium"/>
                <a:sym typeface="Crimson Pro Medium"/>
              </a:defRPr>
            </a:lvl6pPr>
            <a:lvl7pPr lvl="6">
              <a:spcBef>
                <a:spcPts val="0"/>
              </a:spcBef>
              <a:spcAft>
                <a:spcPts val="0"/>
              </a:spcAft>
              <a:buClr>
                <a:schemeClr val="dk1"/>
              </a:buClr>
              <a:buSzPts val="1800"/>
              <a:buFont typeface="Crimson Pro Medium"/>
              <a:buNone/>
              <a:defRPr sz="1800">
                <a:latin typeface="Crimson Pro Medium"/>
                <a:ea typeface="Crimson Pro Medium"/>
                <a:cs typeface="Crimson Pro Medium"/>
                <a:sym typeface="Crimson Pro Medium"/>
              </a:defRPr>
            </a:lvl7pPr>
            <a:lvl8pPr lvl="7">
              <a:spcBef>
                <a:spcPts val="0"/>
              </a:spcBef>
              <a:spcAft>
                <a:spcPts val="0"/>
              </a:spcAft>
              <a:buClr>
                <a:schemeClr val="dk1"/>
              </a:buClr>
              <a:buSzPts val="1800"/>
              <a:buFont typeface="Crimson Pro Medium"/>
              <a:buNone/>
              <a:defRPr sz="1800">
                <a:latin typeface="Crimson Pro Medium"/>
                <a:ea typeface="Crimson Pro Medium"/>
                <a:cs typeface="Crimson Pro Medium"/>
                <a:sym typeface="Crimson Pro Medium"/>
              </a:defRPr>
            </a:lvl8pPr>
            <a:lvl9pPr lvl="8">
              <a:spcBef>
                <a:spcPts val="0"/>
              </a:spcBef>
              <a:spcAft>
                <a:spcPts val="0"/>
              </a:spcAft>
              <a:buClr>
                <a:schemeClr val="dk1"/>
              </a:buClr>
              <a:buSzPts val="1800"/>
              <a:buFont typeface="Crimson Pro Medium"/>
              <a:buNone/>
              <a:defRPr sz="1800">
                <a:latin typeface="Crimson Pro Medium"/>
                <a:ea typeface="Crimson Pro Medium"/>
                <a:cs typeface="Crimson Pro Medium"/>
                <a:sym typeface="Crimson Pro Medium"/>
              </a:defRPr>
            </a:lvl9pPr>
          </a:lstStyle>
          <a:p/>
        </p:txBody>
      </p:sp>
      <p:sp>
        <p:nvSpPr>
          <p:cNvPr id="314" name="Google Shape;314;p34"/>
          <p:cNvSpPr txBox="1"/>
          <p:nvPr>
            <p:ph idx="7" type="title"/>
          </p:nvPr>
        </p:nvSpPr>
        <p:spPr>
          <a:xfrm>
            <a:off x="3920125" y="3744225"/>
            <a:ext cx="4996200" cy="499200"/>
          </a:xfrm>
          <a:prstGeom prst="rect">
            <a:avLst/>
          </a:prstGeom>
        </p:spPr>
        <p:txBody>
          <a:bodyPr anchorCtr="0" anchor="ctr" bIns="91425" lIns="91425" spcFirstLastPara="1" rIns="91425" wrap="square" tIns="91425">
            <a:noAutofit/>
          </a:bodyPr>
          <a:lstStyle>
            <a:lvl1pPr lvl="0" algn="r">
              <a:spcBef>
                <a:spcPts val="0"/>
              </a:spcBef>
              <a:spcAft>
                <a:spcPts val="0"/>
              </a:spcAft>
              <a:buClr>
                <a:schemeClr val="dk1"/>
              </a:buClr>
              <a:buSzPts val="2400"/>
              <a:buNone/>
              <a:defRPr sz="2400"/>
            </a:lvl1pPr>
            <a:lvl2pPr lvl="1" algn="r">
              <a:spcBef>
                <a:spcPts val="0"/>
              </a:spcBef>
              <a:spcAft>
                <a:spcPts val="0"/>
              </a:spcAft>
              <a:buClr>
                <a:schemeClr val="dk1"/>
              </a:buClr>
              <a:buSzPts val="2400"/>
              <a:buNone/>
              <a:defRPr sz="2400"/>
            </a:lvl2pPr>
            <a:lvl3pPr lvl="2" algn="r">
              <a:spcBef>
                <a:spcPts val="0"/>
              </a:spcBef>
              <a:spcAft>
                <a:spcPts val="0"/>
              </a:spcAft>
              <a:buClr>
                <a:schemeClr val="dk1"/>
              </a:buClr>
              <a:buSzPts val="2400"/>
              <a:buNone/>
              <a:defRPr sz="2400"/>
            </a:lvl3pPr>
            <a:lvl4pPr lvl="3" algn="r">
              <a:spcBef>
                <a:spcPts val="0"/>
              </a:spcBef>
              <a:spcAft>
                <a:spcPts val="0"/>
              </a:spcAft>
              <a:buClr>
                <a:schemeClr val="dk1"/>
              </a:buClr>
              <a:buSzPts val="2400"/>
              <a:buNone/>
              <a:defRPr sz="2400"/>
            </a:lvl4pPr>
            <a:lvl5pPr lvl="4" algn="r">
              <a:spcBef>
                <a:spcPts val="0"/>
              </a:spcBef>
              <a:spcAft>
                <a:spcPts val="0"/>
              </a:spcAft>
              <a:buClr>
                <a:schemeClr val="dk1"/>
              </a:buClr>
              <a:buSzPts val="2400"/>
              <a:buNone/>
              <a:defRPr sz="2400"/>
            </a:lvl5pPr>
            <a:lvl6pPr lvl="5" algn="r">
              <a:spcBef>
                <a:spcPts val="0"/>
              </a:spcBef>
              <a:spcAft>
                <a:spcPts val="0"/>
              </a:spcAft>
              <a:buClr>
                <a:schemeClr val="dk1"/>
              </a:buClr>
              <a:buSzPts val="2400"/>
              <a:buNone/>
              <a:defRPr sz="2400"/>
            </a:lvl6pPr>
            <a:lvl7pPr lvl="6" algn="r">
              <a:spcBef>
                <a:spcPts val="0"/>
              </a:spcBef>
              <a:spcAft>
                <a:spcPts val="0"/>
              </a:spcAft>
              <a:buClr>
                <a:schemeClr val="dk1"/>
              </a:buClr>
              <a:buSzPts val="2400"/>
              <a:buNone/>
              <a:defRPr sz="2400"/>
            </a:lvl7pPr>
            <a:lvl8pPr lvl="7" algn="r">
              <a:spcBef>
                <a:spcPts val="0"/>
              </a:spcBef>
              <a:spcAft>
                <a:spcPts val="0"/>
              </a:spcAft>
              <a:buClr>
                <a:schemeClr val="dk1"/>
              </a:buClr>
              <a:buSzPts val="2400"/>
              <a:buNone/>
              <a:defRPr sz="2400"/>
            </a:lvl8pPr>
            <a:lvl9pPr lvl="8" algn="r">
              <a:spcBef>
                <a:spcPts val="0"/>
              </a:spcBef>
              <a:spcAft>
                <a:spcPts val="0"/>
              </a:spcAft>
              <a:buClr>
                <a:schemeClr val="dk1"/>
              </a:buClr>
              <a:buSzPts val="2400"/>
              <a:buNone/>
              <a:defRPr sz="2400"/>
            </a:lvl9pPr>
          </a:lstStyle>
          <a:p/>
        </p:txBody>
      </p:sp>
      <p:sp>
        <p:nvSpPr>
          <p:cNvPr id="315" name="Google Shape;315;p34"/>
          <p:cNvSpPr txBox="1"/>
          <p:nvPr>
            <p:ph idx="8" type="subTitle"/>
          </p:nvPr>
        </p:nvSpPr>
        <p:spPr>
          <a:xfrm>
            <a:off x="227413" y="4420450"/>
            <a:ext cx="1782300" cy="4992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800"/>
              <a:buFont typeface="Crimson Pro Medium"/>
              <a:buNone/>
              <a:defRPr sz="1800">
                <a:latin typeface="Crimson Pro Medium"/>
                <a:ea typeface="Crimson Pro Medium"/>
                <a:cs typeface="Crimson Pro Medium"/>
                <a:sym typeface="Crimson Pro Medium"/>
              </a:defRPr>
            </a:lvl1pPr>
            <a:lvl2pPr lvl="1">
              <a:spcBef>
                <a:spcPts val="0"/>
              </a:spcBef>
              <a:spcAft>
                <a:spcPts val="0"/>
              </a:spcAft>
              <a:buClr>
                <a:schemeClr val="dk1"/>
              </a:buClr>
              <a:buSzPts val="1800"/>
              <a:buFont typeface="Crimson Pro Medium"/>
              <a:buNone/>
              <a:defRPr sz="1800">
                <a:latin typeface="Crimson Pro Medium"/>
                <a:ea typeface="Crimson Pro Medium"/>
                <a:cs typeface="Crimson Pro Medium"/>
                <a:sym typeface="Crimson Pro Medium"/>
              </a:defRPr>
            </a:lvl2pPr>
            <a:lvl3pPr lvl="2">
              <a:spcBef>
                <a:spcPts val="0"/>
              </a:spcBef>
              <a:spcAft>
                <a:spcPts val="0"/>
              </a:spcAft>
              <a:buClr>
                <a:schemeClr val="dk1"/>
              </a:buClr>
              <a:buSzPts val="1800"/>
              <a:buFont typeface="Crimson Pro Medium"/>
              <a:buNone/>
              <a:defRPr sz="1800">
                <a:latin typeface="Crimson Pro Medium"/>
                <a:ea typeface="Crimson Pro Medium"/>
                <a:cs typeface="Crimson Pro Medium"/>
                <a:sym typeface="Crimson Pro Medium"/>
              </a:defRPr>
            </a:lvl3pPr>
            <a:lvl4pPr lvl="3">
              <a:spcBef>
                <a:spcPts val="0"/>
              </a:spcBef>
              <a:spcAft>
                <a:spcPts val="0"/>
              </a:spcAft>
              <a:buClr>
                <a:schemeClr val="dk1"/>
              </a:buClr>
              <a:buSzPts val="1800"/>
              <a:buFont typeface="Crimson Pro Medium"/>
              <a:buNone/>
              <a:defRPr sz="1800">
                <a:latin typeface="Crimson Pro Medium"/>
                <a:ea typeface="Crimson Pro Medium"/>
                <a:cs typeface="Crimson Pro Medium"/>
                <a:sym typeface="Crimson Pro Medium"/>
              </a:defRPr>
            </a:lvl4pPr>
            <a:lvl5pPr lvl="4">
              <a:spcBef>
                <a:spcPts val="0"/>
              </a:spcBef>
              <a:spcAft>
                <a:spcPts val="0"/>
              </a:spcAft>
              <a:buClr>
                <a:schemeClr val="dk1"/>
              </a:buClr>
              <a:buSzPts val="1800"/>
              <a:buFont typeface="Crimson Pro Medium"/>
              <a:buNone/>
              <a:defRPr sz="1800">
                <a:latin typeface="Crimson Pro Medium"/>
                <a:ea typeface="Crimson Pro Medium"/>
                <a:cs typeface="Crimson Pro Medium"/>
                <a:sym typeface="Crimson Pro Medium"/>
              </a:defRPr>
            </a:lvl5pPr>
            <a:lvl6pPr lvl="5">
              <a:spcBef>
                <a:spcPts val="0"/>
              </a:spcBef>
              <a:spcAft>
                <a:spcPts val="0"/>
              </a:spcAft>
              <a:buClr>
                <a:schemeClr val="dk1"/>
              </a:buClr>
              <a:buSzPts val="1800"/>
              <a:buFont typeface="Crimson Pro Medium"/>
              <a:buNone/>
              <a:defRPr sz="1800">
                <a:latin typeface="Crimson Pro Medium"/>
                <a:ea typeface="Crimson Pro Medium"/>
                <a:cs typeface="Crimson Pro Medium"/>
                <a:sym typeface="Crimson Pro Medium"/>
              </a:defRPr>
            </a:lvl6pPr>
            <a:lvl7pPr lvl="6">
              <a:spcBef>
                <a:spcPts val="0"/>
              </a:spcBef>
              <a:spcAft>
                <a:spcPts val="0"/>
              </a:spcAft>
              <a:buClr>
                <a:schemeClr val="dk1"/>
              </a:buClr>
              <a:buSzPts val="1800"/>
              <a:buFont typeface="Crimson Pro Medium"/>
              <a:buNone/>
              <a:defRPr sz="1800">
                <a:latin typeface="Crimson Pro Medium"/>
                <a:ea typeface="Crimson Pro Medium"/>
                <a:cs typeface="Crimson Pro Medium"/>
                <a:sym typeface="Crimson Pro Medium"/>
              </a:defRPr>
            </a:lvl7pPr>
            <a:lvl8pPr lvl="7">
              <a:spcBef>
                <a:spcPts val="0"/>
              </a:spcBef>
              <a:spcAft>
                <a:spcPts val="0"/>
              </a:spcAft>
              <a:buClr>
                <a:schemeClr val="dk1"/>
              </a:buClr>
              <a:buSzPts val="1800"/>
              <a:buFont typeface="Crimson Pro Medium"/>
              <a:buNone/>
              <a:defRPr sz="1800">
                <a:latin typeface="Crimson Pro Medium"/>
                <a:ea typeface="Crimson Pro Medium"/>
                <a:cs typeface="Crimson Pro Medium"/>
                <a:sym typeface="Crimson Pro Medium"/>
              </a:defRPr>
            </a:lvl8pPr>
            <a:lvl9pPr lvl="8">
              <a:spcBef>
                <a:spcPts val="0"/>
              </a:spcBef>
              <a:spcAft>
                <a:spcPts val="0"/>
              </a:spcAft>
              <a:buClr>
                <a:schemeClr val="dk1"/>
              </a:buClr>
              <a:buSzPts val="1800"/>
              <a:buFont typeface="Crimson Pro Medium"/>
              <a:buNone/>
              <a:defRPr sz="1800">
                <a:latin typeface="Crimson Pro Medium"/>
                <a:ea typeface="Crimson Pro Medium"/>
                <a:cs typeface="Crimson Pro Medium"/>
                <a:sym typeface="Crimson Pro Medium"/>
              </a:defRPr>
            </a:lvl9pPr>
          </a:lstStyle>
          <a:p/>
        </p:txBody>
      </p:sp>
      <p:sp>
        <p:nvSpPr>
          <p:cNvPr id="316" name="Google Shape;316;p34"/>
          <p:cNvSpPr txBox="1"/>
          <p:nvPr>
            <p:ph idx="9" type="title"/>
          </p:nvPr>
        </p:nvSpPr>
        <p:spPr>
          <a:xfrm>
            <a:off x="3920154" y="4420450"/>
            <a:ext cx="4996200" cy="499200"/>
          </a:xfrm>
          <a:prstGeom prst="rect">
            <a:avLst/>
          </a:prstGeom>
        </p:spPr>
        <p:txBody>
          <a:bodyPr anchorCtr="0" anchor="ctr" bIns="91425" lIns="91425" spcFirstLastPara="1" rIns="91425" wrap="square" tIns="91425">
            <a:noAutofit/>
          </a:bodyPr>
          <a:lstStyle>
            <a:lvl1pPr lvl="0" algn="r">
              <a:spcBef>
                <a:spcPts val="0"/>
              </a:spcBef>
              <a:spcAft>
                <a:spcPts val="0"/>
              </a:spcAft>
              <a:buClr>
                <a:schemeClr val="dk1"/>
              </a:buClr>
              <a:buSzPts val="2400"/>
              <a:buNone/>
              <a:defRPr sz="2400"/>
            </a:lvl1pPr>
            <a:lvl2pPr lvl="1" algn="r">
              <a:spcBef>
                <a:spcPts val="0"/>
              </a:spcBef>
              <a:spcAft>
                <a:spcPts val="0"/>
              </a:spcAft>
              <a:buClr>
                <a:schemeClr val="dk1"/>
              </a:buClr>
              <a:buSzPts val="2400"/>
              <a:buNone/>
              <a:defRPr sz="2400"/>
            </a:lvl2pPr>
            <a:lvl3pPr lvl="2" algn="r">
              <a:spcBef>
                <a:spcPts val="0"/>
              </a:spcBef>
              <a:spcAft>
                <a:spcPts val="0"/>
              </a:spcAft>
              <a:buClr>
                <a:schemeClr val="dk1"/>
              </a:buClr>
              <a:buSzPts val="2400"/>
              <a:buNone/>
              <a:defRPr sz="2400"/>
            </a:lvl3pPr>
            <a:lvl4pPr lvl="3" algn="r">
              <a:spcBef>
                <a:spcPts val="0"/>
              </a:spcBef>
              <a:spcAft>
                <a:spcPts val="0"/>
              </a:spcAft>
              <a:buClr>
                <a:schemeClr val="dk1"/>
              </a:buClr>
              <a:buSzPts val="2400"/>
              <a:buNone/>
              <a:defRPr sz="2400"/>
            </a:lvl4pPr>
            <a:lvl5pPr lvl="4" algn="r">
              <a:spcBef>
                <a:spcPts val="0"/>
              </a:spcBef>
              <a:spcAft>
                <a:spcPts val="0"/>
              </a:spcAft>
              <a:buClr>
                <a:schemeClr val="dk1"/>
              </a:buClr>
              <a:buSzPts val="2400"/>
              <a:buNone/>
              <a:defRPr sz="2400"/>
            </a:lvl5pPr>
            <a:lvl6pPr lvl="5" algn="r">
              <a:spcBef>
                <a:spcPts val="0"/>
              </a:spcBef>
              <a:spcAft>
                <a:spcPts val="0"/>
              </a:spcAft>
              <a:buClr>
                <a:schemeClr val="dk1"/>
              </a:buClr>
              <a:buSzPts val="2400"/>
              <a:buNone/>
              <a:defRPr sz="2400"/>
            </a:lvl6pPr>
            <a:lvl7pPr lvl="6" algn="r">
              <a:spcBef>
                <a:spcPts val="0"/>
              </a:spcBef>
              <a:spcAft>
                <a:spcPts val="0"/>
              </a:spcAft>
              <a:buClr>
                <a:schemeClr val="dk1"/>
              </a:buClr>
              <a:buSzPts val="2400"/>
              <a:buNone/>
              <a:defRPr sz="2400"/>
            </a:lvl7pPr>
            <a:lvl8pPr lvl="7" algn="r">
              <a:spcBef>
                <a:spcPts val="0"/>
              </a:spcBef>
              <a:spcAft>
                <a:spcPts val="0"/>
              </a:spcAft>
              <a:buClr>
                <a:schemeClr val="dk1"/>
              </a:buClr>
              <a:buSzPts val="2400"/>
              <a:buNone/>
              <a:defRPr sz="2400"/>
            </a:lvl8pPr>
            <a:lvl9pPr lvl="8" algn="r">
              <a:spcBef>
                <a:spcPts val="0"/>
              </a:spcBef>
              <a:spcAft>
                <a:spcPts val="0"/>
              </a:spcAft>
              <a:buClr>
                <a:schemeClr val="dk1"/>
              </a:buClr>
              <a:buSzPts val="2400"/>
              <a:buNone/>
              <a:defRPr sz="2400"/>
            </a:lvl9pPr>
          </a:lstStyle>
          <a:p/>
        </p:txBody>
      </p:sp>
      <p:sp>
        <p:nvSpPr>
          <p:cNvPr id="317" name="Google Shape;317;p34"/>
          <p:cNvSpPr txBox="1"/>
          <p:nvPr>
            <p:ph idx="13" type="title"/>
          </p:nvPr>
        </p:nvSpPr>
        <p:spPr>
          <a:xfrm>
            <a:off x="230900" y="457200"/>
            <a:ext cx="4406400" cy="562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3600"/>
              <a:buNone/>
              <a:defRPr/>
            </a:lvl1pPr>
            <a:lvl2pPr lvl="1">
              <a:spcBef>
                <a:spcPts val="0"/>
              </a:spcBef>
              <a:spcAft>
                <a:spcPts val="0"/>
              </a:spcAft>
              <a:buClr>
                <a:schemeClr val="dk1"/>
              </a:buClr>
              <a:buSzPts val="3600"/>
              <a:buNone/>
              <a:defRPr sz="3600"/>
            </a:lvl2pPr>
            <a:lvl3pPr lvl="2">
              <a:spcBef>
                <a:spcPts val="0"/>
              </a:spcBef>
              <a:spcAft>
                <a:spcPts val="0"/>
              </a:spcAft>
              <a:buClr>
                <a:schemeClr val="dk1"/>
              </a:buClr>
              <a:buSzPts val="3600"/>
              <a:buNone/>
              <a:defRPr sz="3600"/>
            </a:lvl3pPr>
            <a:lvl4pPr lvl="3">
              <a:spcBef>
                <a:spcPts val="0"/>
              </a:spcBef>
              <a:spcAft>
                <a:spcPts val="0"/>
              </a:spcAft>
              <a:buClr>
                <a:schemeClr val="dk1"/>
              </a:buClr>
              <a:buSzPts val="3600"/>
              <a:buNone/>
              <a:defRPr sz="3600"/>
            </a:lvl4pPr>
            <a:lvl5pPr lvl="4">
              <a:spcBef>
                <a:spcPts val="0"/>
              </a:spcBef>
              <a:spcAft>
                <a:spcPts val="0"/>
              </a:spcAft>
              <a:buClr>
                <a:schemeClr val="dk1"/>
              </a:buClr>
              <a:buSzPts val="3600"/>
              <a:buNone/>
              <a:defRPr sz="3600"/>
            </a:lvl5pPr>
            <a:lvl6pPr lvl="5">
              <a:spcBef>
                <a:spcPts val="0"/>
              </a:spcBef>
              <a:spcAft>
                <a:spcPts val="0"/>
              </a:spcAft>
              <a:buClr>
                <a:schemeClr val="dk1"/>
              </a:buClr>
              <a:buSzPts val="3600"/>
              <a:buNone/>
              <a:defRPr sz="3600"/>
            </a:lvl6pPr>
            <a:lvl7pPr lvl="6">
              <a:spcBef>
                <a:spcPts val="0"/>
              </a:spcBef>
              <a:spcAft>
                <a:spcPts val="0"/>
              </a:spcAft>
              <a:buClr>
                <a:schemeClr val="dk1"/>
              </a:buClr>
              <a:buSzPts val="3600"/>
              <a:buNone/>
              <a:defRPr sz="3600"/>
            </a:lvl7pPr>
            <a:lvl8pPr lvl="7">
              <a:spcBef>
                <a:spcPts val="0"/>
              </a:spcBef>
              <a:spcAft>
                <a:spcPts val="0"/>
              </a:spcAft>
              <a:buClr>
                <a:schemeClr val="dk1"/>
              </a:buClr>
              <a:buSzPts val="3600"/>
              <a:buNone/>
              <a:defRPr sz="3600"/>
            </a:lvl8pPr>
            <a:lvl9pPr lvl="8">
              <a:spcBef>
                <a:spcPts val="0"/>
              </a:spcBef>
              <a:spcAft>
                <a:spcPts val="0"/>
              </a:spcAft>
              <a:buClr>
                <a:schemeClr val="dk1"/>
              </a:buClr>
              <a:buSzPts val="3600"/>
              <a:buNone/>
              <a:defRPr sz="3600"/>
            </a:lvl9pPr>
          </a:lstStyle>
          <a:p/>
        </p:txBody>
      </p:sp>
      <p:sp>
        <p:nvSpPr>
          <p:cNvPr id="318" name="Google Shape;318;p34"/>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rketing campaign">
  <p:cSld name="CUSTOM_1">
    <p:bg>
      <p:bgPr>
        <a:solidFill>
          <a:schemeClr val="dk1"/>
        </a:solidFill>
      </p:bgPr>
    </p:bg>
    <p:spTree>
      <p:nvGrpSpPr>
        <p:cNvPr id="319" name="Shape 319"/>
        <p:cNvGrpSpPr/>
        <p:nvPr/>
      </p:nvGrpSpPr>
      <p:grpSpPr>
        <a:xfrm>
          <a:off x="0" y="0"/>
          <a:ext cx="0" cy="0"/>
          <a:chOff x="0" y="0"/>
          <a:chExt cx="0" cy="0"/>
        </a:xfrm>
      </p:grpSpPr>
      <p:sp>
        <p:nvSpPr>
          <p:cNvPr id="320" name="Google Shape;320;p35"/>
          <p:cNvSpPr txBox="1"/>
          <p:nvPr>
            <p:ph type="title"/>
          </p:nvPr>
        </p:nvSpPr>
        <p:spPr>
          <a:xfrm>
            <a:off x="230900" y="457200"/>
            <a:ext cx="5712900" cy="562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3600"/>
              <a:buNone/>
              <a:defRPr>
                <a:solidFill>
                  <a:schemeClr val="dk2"/>
                </a:solidFill>
              </a:defRPr>
            </a:lvl1pPr>
            <a:lvl2pPr lvl="1">
              <a:spcBef>
                <a:spcPts val="0"/>
              </a:spcBef>
              <a:spcAft>
                <a:spcPts val="0"/>
              </a:spcAft>
              <a:buClr>
                <a:schemeClr val="dk2"/>
              </a:buClr>
              <a:buSzPts val="3600"/>
              <a:buNone/>
              <a:defRPr sz="3600">
                <a:solidFill>
                  <a:schemeClr val="dk2"/>
                </a:solidFill>
              </a:defRPr>
            </a:lvl2pPr>
            <a:lvl3pPr lvl="2">
              <a:spcBef>
                <a:spcPts val="0"/>
              </a:spcBef>
              <a:spcAft>
                <a:spcPts val="0"/>
              </a:spcAft>
              <a:buClr>
                <a:schemeClr val="dk2"/>
              </a:buClr>
              <a:buSzPts val="3600"/>
              <a:buNone/>
              <a:defRPr sz="3600">
                <a:solidFill>
                  <a:schemeClr val="dk2"/>
                </a:solidFill>
              </a:defRPr>
            </a:lvl3pPr>
            <a:lvl4pPr lvl="3">
              <a:spcBef>
                <a:spcPts val="0"/>
              </a:spcBef>
              <a:spcAft>
                <a:spcPts val="0"/>
              </a:spcAft>
              <a:buClr>
                <a:schemeClr val="dk2"/>
              </a:buClr>
              <a:buSzPts val="3600"/>
              <a:buNone/>
              <a:defRPr sz="3600">
                <a:solidFill>
                  <a:schemeClr val="dk2"/>
                </a:solidFill>
              </a:defRPr>
            </a:lvl4pPr>
            <a:lvl5pPr lvl="4">
              <a:spcBef>
                <a:spcPts val="0"/>
              </a:spcBef>
              <a:spcAft>
                <a:spcPts val="0"/>
              </a:spcAft>
              <a:buClr>
                <a:schemeClr val="dk2"/>
              </a:buClr>
              <a:buSzPts val="3600"/>
              <a:buNone/>
              <a:defRPr sz="3600">
                <a:solidFill>
                  <a:schemeClr val="dk2"/>
                </a:solidFill>
              </a:defRPr>
            </a:lvl5pPr>
            <a:lvl6pPr lvl="5">
              <a:spcBef>
                <a:spcPts val="0"/>
              </a:spcBef>
              <a:spcAft>
                <a:spcPts val="0"/>
              </a:spcAft>
              <a:buClr>
                <a:schemeClr val="dk2"/>
              </a:buClr>
              <a:buSzPts val="3600"/>
              <a:buNone/>
              <a:defRPr sz="3600">
                <a:solidFill>
                  <a:schemeClr val="dk2"/>
                </a:solidFill>
              </a:defRPr>
            </a:lvl6pPr>
            <a:lvl7pPr lvl="6">
              <a:spcBef>
                <a:spcPts val="0"/>
              </a:spcBef>
              <a:spcAft>
                <a:spcPts val="0"/>
              </a:spcAft>
              <a:buClr>
                <a:schemeClr val="dk2"/>
              </a:buClr>
              <a:buSzPts val="3600"/>
              <a:buNone/>
              <a:defRPr sz="3600">
                <a:solidFill>
                  <a:schemeClr val="dk2"/>
                </a:solidFill>
              </a:defRPr>
            </a:lvl7pPr>
            <a:lvl8pPr lvl="7">
              <a:spcBef>
                <a:spcPts val="0"/>
              </a:spcBef>
              <a:spcAft>
                <a:spcPts val="0"/>
              </a:spcAft>
              <a:buClr>
                <a:schemeClr val="dk2"/>
              </a:buClr>
              <a:buSzPts val="3600"/>
              <a:buNone/>
              <a:defRPr sz="3600">
                <a:solidFill>
                  <a:schemeClr val="dk2"/>
                </a:solidFill>
              </a:defRPr>
            </a:lvl8pPr>
            <a:lvl9pPr lvl="8">
              <a:spcBef>
                <a:spcPts val="0"/>
              </a:spcBef>
              <a:spcAft>
                <a:spcPts val="0"/>
              </a:spcAft>
              <a:buClr>
                <a:schemeClr val="dk2"/>
              </a:buClr>
              <a:buSzPts val="3600"/>
              <a:buNone/>
              <a:defRPr sz="3600">
                <a:solidFill>
                  <a:schemeClr val="dk2"/>
                </a:solidFill>
              </a:defRPr>
            </a:lvl9pPr>
          </a:lstStyle>
          <a:p/>
        </p:txBody>
      </p:sp>
      <p:sp>
        <p:nvSpPr>
          <p:cNvPr id="321" name="Google Shape;321;p35"/>
          <p:cNvSpPr/>
          <p:nvPr/>
        </p:nvSpPr>
        <p:spPr>
          <a:xfrm>
            <a:off x="230900" y="2574574"/>
            <a:ext cx="8684400" cy="545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ace Grotesk"/>
              <a:ea typeface="Space Grotesk"/>
              <a:cs typeface="Space Grotesk"/>
              <a:sym typeface="Space Grotesk"/>
            </a:endParaRPr>
          </a:p>
        </p:txBody>
      </p:sp>
      <p:sp>
        <p:nvSpPr>
          <p:cNvPr id="322" name="Google Shape;322;p35"/>
          <p:cNvSpPr/>
          <p:nvPr/>
        </p:nvSpPr>
        <p:spPr>
          <a:xfrm>
            <a:off x="229800" y="3174585"/>
            <a:ext cx="8684400" cy="545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ace Grotesk"/>
              <a:ea typeface="Space Grotesk"/>
              <a:cs typeface="Space Grotesk"/>
              <a:sym typeface="Space Grotesk"/>
            </a:endParaRPr>
          </a:p>
        </p:txBody>
      </p:sp>
      <p:sp>
        <p:nvSpPr>
          <p:cNvPr id="323" name="Google Shape;323;p35"/>
          <p:cNvSpPr/>
          <p:nvPr/>
        </p:nvSpPr>
        <p:spPr>
          <a:xfrm>
            <a:off x="229800" y="3774596"/>
            <a:ext cx="8684400" cy="545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ace Grotesk"/>
              <a:ea typeface="Space Grotesk"/>
              <a:cs typeface="Space Grotesk"/>
              <a:sym typeface="Space Grotesk"/>
            </a:endParaRPr>
          </a:p>
        </p:txBody>
      </p:sp>
      <p:sp>
        <p:nvSpPr>
          <p:cNvPr id="324" name="Google Shape;324;p35"/>
          <p:cNvSpPr/>
          <p:nvPr/>
        </p:nvSpPr>
        <p:spPr>
          <a:xfrm>
            <a:off x="229800" y="4374607"/>
            <a:ext cx="8684400" cy="545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ace Grotesk"/>
              <a:ea typeface="Space Grotesk"/>
              <a:cs typeface="Space Grotesk"/>
              <a:sym typeface="Space Grotesk"/>
            </a:endParaRPr>
          </a:p>
        </p:txBody>
      </p:sp>
      <p:sp>
        <p:nvSpPr>
          <p:cNvPr id="325" name="Google Shape;325;p35"/>
          <p:cNvSpPr txBox="1"/>
          <p:nvPr>
            <p:ph idx="1" type="subTitle"/>
          </p:nvPr>
        </p:nvSpPr>
        <p:spPr>
          <a:xfrm>
            <a:off x="228600" y="2574574"/>
            <a:ext cx="1782300" cy="545400"/>
          </a:xfrm>
          <a:prstGeom prst="rect">
            <a:avLst/>
          </a:prstGeom>
        </p:spPr>
        <p:txBody>
          <a:bodyPr anchorCtr="0" anchor="ctr" bIns="91425" lIns="91425" spcFirstLastPara="1" rIns="91425" wrap="square" tIns="91425">
            <a:noAutofit/>
          </a:bodyPr>
          <a:lstStyle>
            <a:lvl1pPr lvl="0">
              <a:spcBef>
                <a:spcPts val="0"/>
              </a:spcBef>
              <a:spcAft>
                <a:spcPts val="0"/>
              </a:spcAft>
              <a:buSzPts val="1800"/>
              <a:buFont typeface="Crimson Pro Medium"/>
              <a:buNone/>
              <a:defRPr sz="1800">
                <a:latin typeface="Crimson Pro Medium"/>
                <a:ea typeface="Crimson Pro Medium"/>
                <a:cs typeface="Crimson Pro Medium"/>
                <a:sym typeface="Crimson Pro Medium"/>
              </a:defRPr>
            </a:lvl1pPr>
            <a:lvl2pPr lvl="1">
              <a:spcBef>
                <a:spcPts val="0"/>
              </a:spcBef>
              <a:spcAft>
                <a:spcPts val="0"/>
              </a:spcAft>
              <a:buSzPts val="1800"/>
              <a:buFont typeface="Crimson Pro Medium"/>
              <a:buNone/>
              <a:defRPr sz="1800">
                <a:latin typeface="Crimson Pro Medium"/>
                <a:ea typeface="Crimson Pro Medium"/>
                <a:cs typeface="Crimson Pro Medium"/>
                <a:sym typeface="Crimson Pro Medium"/>
              </a:defRPr>
            </a:lvl2pPr>
            <a:lvl3pPr lvl="2">
              <a:spcBef>
                <a:spcPts val="0"/>
              </a:spcBef>
              <a:spcAft>
                <a:spcPts val="0"/>
              </a:spcAft>
              <a:buSzPts val="1800"/>
              <a:buFont typeface="Crimson Pro Medium"/>
              <a:buNone/>
              <a:defRPr sz="1800">
                <a:latin typeface="Crimson Pro Medium"/>
                <a:ea typeface="Crimson Pro Medium"/>
                <a:cs typeface="Crimson Pro Medium"/>
                <a:sym typeface="Crimson Pro Medium"/>
              </a:defRPr>
            </a:lvl3pPr>
            <a:lvl4pPr lvl="3">
              <a:spcBef>
                <a:spcPts val="0"/>
              </a:spcBef>
              <a:spcAft>
                <a:spcPts val="0"/>
              </a:spcAft>
              <a:buSzPts val="1800"/>
              <a:buFont typeface="Crimson Pro Medium"/>
              <a:buNone/>
              <a:defRPr sz="1800">
                <a:latin typeface="Crimson Pro Medium"/>
                <a:ea typeface="Crimson Pro Medium"/>
                <a:cs typeface="Crimson Pro Medium"/>
                <a:sym typeface="Crimson Pro Medium"/>
              </a:defRPr>
            </a:lvl4pPr>
            <a:lvl5pPr lvl="4">
              <a:spcBef>
                <a:spcPts val="0"/>
              </a:spcBef>
              <a:spcAft>
                <a:spcPts val="0"/>
              </a:spcAft>
              <a:buSzPts val="1800"/>
              <a:buFont typeface="Crimson Pro Medium"/>
              <a:buNone/>
              <a:defRPr sz="1800">
                <a:latin typeface="Crimson Pro Medium"/>
                <a:ea typeface="Crimson Pro Medium"/>
                <a:cs typeface="Crimson Pro Medium"/>
                <a:sym typeface="Crimson Pro Medium"/>
              </a:defRPr>
            </a:lvl5pPr>
            <a:lvl6pPr lvl="5">
              <a:spcBef>
                <a:spcPts val="0"/>
              </a:spcBef>
              <a:spcAft>
                <a:spcPts val="0"/>
              </a:spcAft>
              <a:buSzPts val="1800"/>
              <a:buFont typeface="Crimson Pro Medium"/>
              <a:buNone/>
              <a:defRPr sz="1800">
                <a:latin typeface="Crimson Pro Medium"/>
                <a:ea typeface="Crimson Pro Medium"/>
                <a:cs typeface="Crimson Pro Medium"/>
                <a:sym typeface="Crimson Pro Medium"/>
              </a:defRPr>
            </a:lvl6pPr>
            <a:lvl7pPr lvl="6">
              <a:spcBef>
                <a:spcPts val="0"/>
              </a:spcBef>
              <a:spcAft>
                <a:spcPts val="0"/>
              </a:spcAft>
              <a:buSzPts val="1800"/>
              <a:buFont typeface="Crimson Pro Medium"/>
              <a:buNone/>
              <a:defRPr sz="1800">
                <a:latin typeface="Crimson Pro Medium"/>
                <a:ea typeface="Crimson Pro Medium"/>
                <a:cs typeface="Crimson Pro Medium"/>
                <a:sym typeface="Crimson Pro Medium"/>
              </a:defRPr>
            </a:lvl7pPr>
            <a:lvl8pPr lvl="7">
              <a:spcBef>
                <a:spcPts val="0"/>
              </a:spcBef>
              <a:spcAft>
                <a:spcPts val="0"/>
              </a:spcAft>
              <a:buSzPts val="1800"/>
              <a:buFont typeface="Crimson Pro Medium"/>
              <a:buNone/>
              <a:defRPr sz="1800">
                <a:latin typeface="Crimson Pro Medium"/>
                <a:ea typeface="Crimson Pro Medium"/>
                <a:cs typeface="Crimson Pro Medium"/>
                <a:sym typeface="Crimson Pro Medium"/>
              </a:defRPr>
            </a:lvl8pPr>
            <a:lvl9pPr lvl="8">
              <a:spcBef>
                <a:spcPts val="0"/>
              </a:spcBef>
              <a:spcAft>
                <a:spcPts val="0"/>
              </a:spcAft>
              <a:buSzPts val="1800"/>
              <a:buFont typeface="Crimson Pro Medium"/>
              <a:buNone/>
              <a:defRPr sz="1800">
                <a:latin typeface="Crimson Pro Medium"/>
                <a:ea typeface="Crimson Pro Medium"/>
                <a:cs typeface="Crimson Pro Medium"/>
                <a:sym typeface="Crimson Pro Medium"/>
              </a:defRPr>
            </a:lvl9pPr>
          </a:lstStyle>
          <a:p/>
        </p:txBody>
      </p:sp>
      <p:sp>
        <p:nvSpPr>
          <p:cNvPr id="326" name="Google Shape;326;p35"/>
          <p:cNvSpPr txBox="1"/>
          <p:nvPr>
            <p:ph idx="2" type="subTitle"/>
          </p:nvPr>
        </p:nvSpPr>
        <p:spPr>
          <a:xfrm>
            <a:off x="228600" y="3174588"/>
            <a:ext cx="1782300" cy="545400"/>
          </a:xfrm>
          <a:prstGeom prst="rect">
            <a:avLst/>
          </a:prstGeom>
        </p:spPr>
        <p:txBody>
          <a:bodyPr anchorCtr="0" anchor="ctr" bIns="91425" lIns="91425" spcFirstLastPara="1" rIns="91425" wrap="square" tIns="91425">
            <a:noAutofit/>
          </a:bodyPr>
          <a:lstStyle>
            <a:lvl1pPr lvl="0">
              <a:spcBef>
                <a:spcPts val="0"/>
              </a:spcBef>
              <a:spcAft>
                <a:spcPts val="0"/>
              </a:spcAft>
              <a:buSzPts val="1800"/>
              <a:buFont typeface="Crimson Pro Medium"/>
              <a:buNone/>
              <a:defRPr sz="1800">
                <a:latin typeface="Crimson Pro Medium"/>
                <a:ea typeface="Crimson Pro Medium"/>
                <a:cs typeface="Crimson Pro Medium"/>
                <a:sym typeface="Crimson Pro Medium"/>
              </a:defRPr>
            </a:lvl1pPr>
            <a:lvl2pPr lvl="1">
              <a:spcBef>
                <a:spcPts val="0"/>
              </a:spcBef>
              <a:spcAft>
                <a:spcPts val="0"/>
              </a:spcAft>
              <a:buSzPts val="1800"/>
              <a:buFont typeface="Crimson Pro Medium"/>
              <a:buNone/>
              <a:defRPr sz="1800">
                <a:latin typeface="Crimson Pro Medium"/>
                <a:ea typeface="Crimson Pro Medium"/>
                <a:cs typeface="Crimson Pro Medium"/>
                <a:sym typeface="Crimson Pro Medium"/>
              </a:defRPr>
            </a:lvl2pPr>
            <a:lvl3pPr lvl="2">
              <a:spcBef>
                <a:spcPts val="0"/>
              </a:spcBef>
              <a:spcAft>
                <a:spcPts val="0"/>
              </a:spcAft>
              <a:buSzPts val="1800"/>
              <a:buFont typeface="Crimson Pro Medium"/>
              <a:buNone/>
              <a:defRPr sz="1800">
                <a:latin typeface="Crimson Pro Medium"/>
                <a:ea typeface="Crimson Pro Medium"/>
                <a:cs typeface="Crimson Pro Medium"/>
                <a:sym typeface="Crimson Pro Medium"/>
              </a:defRPr>
            </a:lvl3pPr>
            <a:lvl4pPr lvl="3">
              <a:spcBef>
                <a:spcPts val="0"/>
              </a:spcBef>
              <a:spcAft>
                <a:spcPts val="0"/>
              </a:spcAft>
              <a:buSzPts val="1800"/>
              <a:buFont typeface="Crimson Pro Medium"/>
              <a:buNone/>
              <a:defRPr sz="1800">
                <a:latin typeface="Crimson Pro Medium"/>
                <a:ea typeface="Crimson Pro Medium"/>
                <a:cs typeface="Crimson Pro Medium"/>
                <a:sym typeface="Crimson Pro Medium"/>
              </a:defRPr>
            </a:lvl4pPr>
            <a:lvl5pPr lvl="4">
              <a:spcBef>
                <a:spcPts val="0"/>
              </a:spcBef>
              <a:spcAft>
                <a:spcPts val="0"/>
              </a:spcAft>
              <a:buSzPts val="1800"/>
              <a:buFont typeface="Crimson Pro Medium"/>
              <a:buNone/>
              <a:defRPr sz="1800">
                <a:latin typeface="Crimson Pro Medium"/>
                <a:ea typeface="Crimson Pro Medium"/>
                <a:cs typeface="Crimson Pro Medium"/>
                <a:sym typeface="Crimson Pro Medium"/>
              </a:defRPr>
            </a:lvl5pPr>
            <a:lvl6pPr lvl="5">
              <a:spcBef>
                <a:spcPts val="0"/>
              </a:spcBef>
              <a:spcAft>
                <a:spcPts val="0"/>
              </a:spcAft>
              <a:buSzPts val="1800"/>
              <a:buFont typeface="Crimson Pro Medium"/>
              <a:buNone/>
              <a:defRPr sz="1800">
                <a:latin typeface="Crimson Pro Medium"/>
                <a:ea typeface="Crimson Pro Medium"/>
                <a:cs typeface="Crimson Pro Medium"/>
                <a:sym typeface="Crimson Pro Medium"/>
              </a:defRPr>
            </a:lvl6pPr>
            <a:lvl7pPr lvl="6">
              <a:spcBef>
                <a:spcPts val="0"/>
              </a:spcBef>
              <a:spcAft>
                <a:spcPts val="0"/>
              </a:spcAft>
              <a:buSzPts val="1800"/>
              <a:buFont typeface="Crimson Pro Medium"/>
              <a:buNone/>
              <a:defRPr sz="1800">
                <a:latin typeface="Crimson Pro Medium"/>
                <a:ea typeface="Crimson Pro Medium"/>
                <a:cs typeface="Crimson Pro Medium"/>
                <a:sym typeface="Crimson Pro Medium"/>
              </a:defRPr>
            </a:lvl7pPr>
            <a:lvl8pPr lvl="7">
              <a:spcBef>
                <a:spcPts val="0"/>
              </a:spcBef>
              <a:spcAft>
                <a:spcPts val="0"/>
              </a:spcAft>
              <a:buSzPts val="1800"/>
              <a:buFont typeface="Crimson Pro Medium"/>
              <a:buNone/>
              <a:defRPr sz="1800">
                <a:latin typeface="Crimson Pro Medium"/>
                <a:ea typeface="Crimson Pro Medium"/>
                <a:cs typeface="Crimson Pro Medium"/>
                <a:sym typeface="Crimson Pro Medium"/>
              </a:defRPr>
            </a:lvl8pPr>
            <a:lvl9pPr lvl="8">
              <a:spcBef>
                <a:spcPts val="0"/>
              </a:spcBef>
              <a:spcAft>
                <a:spcPts val="0"/>
              </a:spcAft>
              <a:buSzPts val="1800"/>
              <a:buFont typeface="Crimson Pro Medium"/>
              <a:buNone/>
              <a:defRPr sz="1800">
                <a:latin typeface="Crimson Pro Medium"/>
                <a:ea typeface="Crimson Pro Medium"/>
                <a:cs typeface="Crimson Pro Medium"/>
                <a:sym typeface="Crimson Pro Medium"/>
              </a:defRPr>
            </a:lvl9pPr>
          </a:lstStyle>
          <a:p/>
        </p:txBody>
      </p:sp>
      <p:sp>
        <p:nvSpPr>
          <p:cNvPr id="327" name="Google Shape;327;p35"/>
          <p:cNvSpPr txBox="1"/>
          <p:nvPr>
            <p:ph idx="3" type="subTitle"/>
          </p:nvPr>
        </p:nvSpPr>
        <p:spPr>
          <a:xfrm>
            <a:off x="228600" y="3774593"/>
            <a:ext cx="1782300" cy="545400"/>
          </a:xfrm>
          <a:prstGeom prst="rect">
            <a:avLst/>
          </a:prstGeom>
        </p:spPr>
        <p:txBody>
          <a:bodyPr anchorCtr="0" anchor="ctr" bIns="91425" lIns="91425" spcFirstLastPara="1" rIns="91425" wrap="square" tIns="91425">
            <a:noAutofit/>
          </a:bodyPr>
          <a:lstStyle>
            <a:lvl1pPr lvl="0">
              <a:spcBef>
                <a:spcPts val="0"/>
              </a:spcBef>
              <a:spcAft>
                <a:spcPts val="0"/>
              </a:spcAft>
              <a:buSzPts val="1800"/>
              <a:buFont typeface="Crimson Pro Medium"/>
              <a:buNone/>
              <a:defRPr sz="1800">
                <a:latin typeface="Crimson Pro Medium"/>
                <a:ea typeface="Crimson Pro Medium"/>
                <a:cs typeface="Crimson Pro Medium"/>
                <a:sym typeface="Crimson Pro Medium"/>
              </a:defRPr>
            </a:lvl1pPr>
            <a:lvl2pPr lvl="1">
              <a:spcBef>
                <a:spcPts val="0"/>
              </a:spcBef>
              <a:spcAft>
                <a:spcPts val="0"/>
              </a:spcAft>
              <a:buSzPts val="1800"/>
              <a:buFont typeface="Crimson Pro Medium"/>
              <a:buNone/>
              <a:defRPr sz="1800">
                <a:latin typeface="Crimson Pro Medium"/>
                <a:ea typeface="Crimson Pro Medium"/>
                <a:cs typeface="Crimson Pro Medium"/>
                <a:sym typeface="Crimson Pro Medium"/>
              </a:defRPr>
            </a:lvl2pPr>
            <a:lvl3pPr lvl="2">
              <a:spcBef>
                <a:spcPts val="0"/>
              </a:spcBef>
              <a:spcAft>
                <a:spcPts val="0"/>
              </a:spcAft>
              <a:buSzPts val="1800"/>
              <a:buFont typeface="Crimson Pro Medium"/>
              <a:buNone/>
              <a:defRPr sz="1800">
                <a:latin typeface="Crimson Pro Medium"/>
                <a:ea typeface="Crimson Pro Medium"/>
                <a:cs typeface="Crimson Pro Medium"/>
                <a:sym typeface="Crimson Pro Medium"/>
              </a:defRPr>
            </a:lvl3pPr>
            <a:lvl4pPr lvl="3">
              <a:spcBef>
                <a:spcPts val="0"/>
              </a:spcBef>
              <a:spcAft>
                <a:spcPts val="0"/>
              </a:spcAft>
              <a:buSzPts val="1800"/>
              <a:buFont typeface="Crimson Pro Medium"/>
              <a:buNone/>
              <a:defRPr sz="1800">
                <a:latin typeface="Crimson Pro Medium"/>
                <a:ea typeface="Crimson Pro Medium"/>
                <a:cs typeface="Crimson Pro Medium"/>
                <a:sym typeface="Crimson Pro Medium"/>
              </a:defRPr>
            </a:lvl4pPr>
            <a:lvl5pPr lvl="4">
              <a:spcBef>
                <a:spcPts val="0"/>
              </a:spcBef>
              <a:spcAft>
                <a:spcPts val="0"/>
              </a:spcAft>
              <a:buSzPts val="1800"/>
              <a:buFont typeface="Crimson Pro Medium"/>
              <a:buNone/>
              <a:defRPr sz="1800">
                <a:latin typeface="Crimson Pro Medium"/>
                <a:ea typeface="Crimson Pro Medium"/>
                <a:cs typeface="Crimson Pro Medium"/>
                <a:sym typeface="Crimson Pro Medium"/>
              </a:defRPr>
            </a:lvl5pPr>
            <a:lvl6pPr lvl="5">
              <a:spcBef>
                <a:spcPts val="0"/>
              </a:spcBef>
              <a:spcAft>
                <a:spcPts val="0"/>
              </a:spcAft>
              <a:buSzPts val="1800"/>
              <a:buFont typeface="Crimson Pro Medium"/>
              <a:buNone/>
              <a:defRPr sz="1800">
                <a:latin typeface="Crimson Pro Medium"/>
                <a:ea typeface="Crimson Pro Medium"/>
                <a:cs typeface="Crimson Pro Medium"/>
                <a:sym typeface="Crimson Pro Medium"/>
              </a:defRPr>
            </a:lvl6pPr>
            <a:lvl7pPr lvl="6">
              <a:spcBef>
                <a:spcPts val="0"/>
              </a:spcBef>
              <a:spcAft>
                <a:spcPts val="0"/>
              </a:spcAft>
              <a:buSzPts val="1800"/>
              <a:buFont typeface="Crimson Pro Medium"/>
              <a:buNone/>
              <a:defRPr sz="1800">
                <a:latin typeface="Crimson Pro Medium"/>
                <a:ea typeface="Crimson Pro Medium"/>
                <a:cs typeface="Crimson Pro Medium"/>
                <a:sym typeface="Crimson Pro Medium"/>
              </a:defRPr>
            </a:lvl7pPr>
            <a:lvl8pPr lvl="7">
              <a:spcBef>
                <a:spcPts val="0"/>
              </a:spcBef>
              <a:spcAft>
                <a:spcPts val="0"/>
              </a:spcAft>
              <a:buSzPts val="1800"/>
              <a:buFont typeface="Crimson Pro Medium"/>
              <a:buNone/>
              <a:defRPr sz="1800">
                <a:latin typeface="Crimson Pro Medium"/>
                <a:ea typeface="Crimson Pro Medium"/>
                <a:cs typeface="Crimson Pro Medium"/>
                <a:sym typeface="Crimson Pro Medium"/>
              </a:defRPr>
            </a:lvl8pPr>
            <a:lvl9pPr lvl="8">
              <a:spcBef>
                <a:spcPts val="0"/>
              </a:spcBef>
              <a:spcAft>
                <a:spcPts val="0"/>
              </a:spcAft>
              <a:buSzPts val="1800"/>
              <a:buFont typeface="Crimson Pro Medium"/>
              <a:buNone/>
              <a:defRPr sz="1800">
                <a:latin typeface="Crimson Pro Medium"/>
                <a:ea typeface="Crimson Pro Medium"/>
                <a:cs typeface="Crimson Pro Medium"/>
                <a:sym typeface="Crimson Pro Medium"/>
              </a:defRPr>
            </a:lvl9pPr>
          </a:lstStyle>
          <a:p/>
        </p:txBody>
      </p:sp>
      <p:sp>
        <p:nvSpPr>
          <p:cNvPr id="328" name="Google Shape;328;p35"/>
          <p:cNvSpPr txBox="1"/>
          <p:nvPr>
            <p:ph idx="4" type="subTitle"/>
          </p:nvPr>
        </p:nvSpPr>
        <p:spPr>
          <a:xfrm>
            <a:off x="228600" y="4374598"/>
            <a:ext cx="1782300" cy="545400"/>
          </a:xfrm>
          <a:prstGeom prst="rect">
            <a:avLst/>
          </a:prstGeom>
        </p:spPr>
        <p:txBody>
          <a:bodyPr anchorCtr="0" anchor="ctr" bIns="91425" lIns="91425" spcFirstLastPara="1" rIns="91425" wrap="square" tIns="91425">
            <a:noAutofit/>
          </a:bodyPr>
          <a:lstStyle>
            <a:lvl1pPr lvl="0">
              <a:spcBef>
                <a:spcPts val="0"/>
              </a:spcBef>
              <a:spcAft>
                <a:spcPts val="0"/>
              </a:spcAft>
              <a:buSzPts val="1800"/>
              <a:buFont typeface="Crimson Pro Medium"/>
              <a:buNone/>
              <a:defRPr sz="1800">
                <a:latin typeface="Crimson Pro Medium"/>
                <a:ea typeface="Crimson Pro Medium"/>
                <a:cs typeface="Crimson Pro Medium"/>
                <a:sym typeface="Crimson Pro Medium"/>
              </a:defRPr>
            </a:lvl1pPr>
            <a:lvl2pPr lvl="1">
              <a:spcBef>
                <a:spcPts val="0"/>
              </a:spcBef>
              <a:spcAft>
                <a:spcPts val="0"/>
              </a:spcAft>
              <a:buSzPts val="1800"/>
              <a:buFont typeface="Crimson Pro Medium"/>
              <a:buNone/>
              <a:defRPr sz="1800">
                <a:latin typeface="Crimson Pro Medium"/>
                <a:ea typeface="Crimson Pro Medium"/>
                <a:cs typeface="Crimson Pro Medium"/>
                <a:sym typeface="Crimson Pro Medium"/>
              </a:defRPr>
            </a:lvl2pPr>
            <a:lvl3pPr lvl="2">
              <a:spcBef>
                <a:spcPts val="0"/>
              </a:spcBef>
              <a:spcAft>
                <a:spcPts val="0"/>
              </a:spcAft>
              <a:buSzPts val="1800"/>
              <a:buFont typeface="Crimson Pro Medium"/>
              <a:buNone/>
              <a:defRPr sz="1800">
                <a:latin typeface="Crimson Pro Medium"/>
                <a:ea typeface="Crimson Pro Medium"/>
                <a:cs typeface="Crimson Pro Medium"/>
                <a:sym typeface="Crimson Pro Medium"/>
              </a:defRPr>
            </a:lvl3pPr>
            <a:lvl4pPr lvl="3">
              <a:spcBef>
                <a:spcPts val="0"/>
              </a:spcBef>
              <a:spcAft>
                <a:spcPts val="0"/>
              </a:spcAft>
              <a:buSzPts val="1800"/>
              <a:buFont typeface="Crimson Pro Medium"/>
              <a:buNone/>
              <a:defRPr sz="1800">
                <a:latin typeface="Crimson Pro Medium"/>
                <a:ea typeface="Crimson Pro Medium"/>
                <a:cs typeface="Crimson Pro Medium"/>
                <a:sym typeface="Crimson Pro Medium"/>
              </a:defRPr>
            </a:lvl4pPr>
            <a:lvl5pPr lvl="4">
              <a:spcBef>
                <a:spcPts val="0"/>
              </a:spcBef>
              <a:spcAft>
                <a:spcPts val="0"/>
              </a:spcAft>
              <a:buSzPts val="1800"/>
              <a:buFont typeface="Crimson Pro Medium"/>
              <a:buNone/>
              <a:defRPr sz="1800">
                <a:latin typeface="Crimson Pro Medium"/>
                <a:ea typeface="Crimson Pro Medium"/>
                <a:cs typeface="Crimson Pro Medium"/>
                <a:sym typeface="Crimson Pro Medium"/>
              </a:defRPr>
            </a:lvl5pPr>
            <a:lvl6pPr lvl="5">
              <a:spcBef>
                <a:spcPts val="0"/>
              </a:spcBef>
              <a:spcAft>
                <a:spcPts val="0"/>
              </a:spcAft>
              <a:buSzPts val="1800"/>
              <a:buFont typeface="Crimson Pro Medium"/>
              <a:buNone/>
              <a:defRPr sz="1800">
                <a:latin typeface="Crimson Pro Medium"/>
                <a:ea typeface="Crimson Pro Medium"/>
                <a:cs typeface="Crimson Pro Medium"/>
                <a:sym typeface="Crimson Pro Medium"/>
              </a:defRPr>
            </a:lvl6pPr>
            <a:lvl7pPr lvl="6">
              <a:spcBef>
                <a:spcPts val="0"/>
              </a:spcBef>
              <a:spcAft>
                <a:spcPts val="0"/>
              </a:spcAft>
              <a:buSzPts val="1800"/>
              <a:buFont typeface="Crimson Pro Medium"/>
              <a:buNone/>
              <a:defRPr sz="1800">
                <a:latin typeface="Crimson Pro Medium"/>
                <a:ea typeface="Crimson Pro Medium"/>
                <a:cs typeface="Crimson Pro Medium"/>
                <a:sym typeface="Crimson Pro Medium"/>
              </a:defRPr>
            </a:lvl7pPr>
            <a:lvl8pPr lvl="7">
              <a:spcBef>
                <a:spcPts val="0"/>
              </a:spcBef>
              <a:spcAft>
                <a:spcPts val="0"/>
              </a:spcAft>
              <a:buSzPts val="1800"/>
              <a:buFont typeface="Crimson Pro Medium"/>
              <a:buNone/>
              <a:defRPr sz="1800">
                <a:latin typeface="Crimson Pro Medium"/>
                <a:ea typeface="Crimson Pro Medium"/>
                <a:cs typeface="Crimson Pro Medium"/>
                <a:sym typeface="Crimson Pro Medium"/>
              </a:defRPr>
            </a:lvl8pPr>
            <a:lvl9pPr lvl="8">
              <a:spcBef>
                <a:spcPts val="0"/>
              </a:spcBef>
              <a:spcAft>
                <a:spcPts val="0"/>
              </a:spcAft>
              <a:buSzPts val="1800"/>
              <a:buFont typeface="Crimson Pro Medium"/>
              <a:buNone/>
              <a:defRPr sz="1800">
                <a:latin typeface="Crimson Pro Medium"/>
                <a:ea typeface="Crimson Pro Medium"/>
                <a:cs typeface="Crimson Pro Medium"/>
                <a:sym typeface="Crimson Pro Medium"/>
              </a:defRPr>
            </a:lvl9pPr>
          </a:lstStyle>
          <a:p/>
        </p:txBody>
      </p:sp>
      <p:sp>
        <p:nvSpPr>
          <p:cNvPr id="329" name="Google Shape;329;p35"/>
          <p:cNvSpPr txBox="1"/>
          <p:nvPr>
            <p:ph idx="5" type="body"/>
          </p:nvPr>
        </p:nvSpPr>
        <p:spPr>
          <a:xfrm>
            <a:off x="4514725" y="2574680"/>
            <a:ext cx="4399800" cy="545400"/>
          </a:xfrm>
          <a:prstGeom prst="rect">
            <a:avLst/>
          </a:prstGeom>
        </p:spPr>
        <p:txBody>
          <a:bodyPr anchorCtr="0" anchor="ctr"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30" name="Google Shape;330;p35"/>
          <p:cNvSpPr txBox="1"/>
          <p:nvPr>
            <p:ph idx="6" type="body"/>
          </p:nvPr>
        </p:nvSpPr>
        <p:spPr>
          <a:xfrm>
            <a:off x="4514725" y="3174644"/>
            <a:ext cx="4399800" cy="545400"/>
          </a:xfrm>
          <a:prstGeom prst="rect">
            <a:avLst/>
          </a:prstGeom>
        </p:spPr>
        <p:txBody>
          <a:bodyPr anchorCtr="0" anchor="ctr"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31" name="Google Shape;331;p35"/>
          <p:cNvSpPr txBox="1"/>
          <p:nvPr>
            <p:ph idx="7" type="body"/>
          </p:nvPr>
        </p:nvSpPr>
        <p:spPr>
          <a:xfrm>
            <a:off x="4514725" y="3774634"/>
            <a:ext cx="4399800" cy="545400"/>
          </a:xfrm>
          <a:prstGeom prst="rect">
            <a:avLst/>
          </a:prstGeom>
        </p:spPr>
        <p:txBody>
          <a:bodyPr anchorCtr="0" anchor="ctr"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32" name="Google Shape;332;p35"/>
          <p:cNvSpPr txBox="1"/>
          <p:nvPr>
            <p:ph idx="8" type="body"/>
          </p:nvPr>
        </p:nvSpPr>
        <p:spPr>
          <a:xfrm>
            <a:off x="4514725" y="4374625"/>
            <a:ext cx="4399800" cy="545400"/>
          </a:xfrm>
          <a:prstGeom prst="rect">
            <a:avLst/>
          </a:prstGeom>
        </p:spPr>
        <p:txBody>
          <a:bodyPr anchorCtr="0" anchor="ctr"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33" name="Google Shape;333;p35"/>
          <p:cNvSpPr/>
          <p:nvPr/>
        </p:nvSpPr>
        <p:spPr>
          <a:xfrm>
            <a:off x="232050" y="1374499"/>
            <a:ext cx="8684400" cy="545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ace Grotesk"/>
              <a:ea typeface="Space Grotesk"/>
              <a:cs typeface="Space Grotesk"/>
              <a:sym typeface="Space Grotesk"/>
            </a:endParaRPr>
          </a:p>
        </p:txBody>
      </p:sp>
      <p:sp>
        <p:nvSpPr>
          <p:cNvPr id="334" name="Google Shape;334;p35"/>
          <p:cNvSpPr/>
          <p:nvPr/>
        </p:nvSpPr>
        <p:spPr>
          <a:xfrm>
            <a:off x="230950" y="1974510"/>
            <a:ext cx="8684400" cy="545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ace Grotesk"/>
              <a:ea typeface="Space Grotesk"/>
              <a:cs typeface="Space Grotesk"/>
              <a:sym typeface="Space Grotesk"/>
            </a:endParaRPr>
          </a:p>
        </p:txBody>
      </p:sp>
      <p:sp>
        <p:nvSpPr>
          <p:cNvPr id="335" name="Google Shape;335;p35"/>
          <p:cNvSpPr txBox="1"/>
          <p:nvPr>
            <p:ph idx="9" type="subTitle"/>
          </p:nvPr>
        </p:nvSpPr>
        <p:spPr>
          <a:xfrm>
            <a:off x="229750" y="1374499"/>
            <a:ext cx="1782300" cy="545400"/>
          </a:xfrm>
          <a:prstGeom prst="rect">
            <a:avLst/>
          </a:prstGeom>
        </p:spPr>
        <p:txBody>
          <a:bodyPr anchorCtr="0" anchor="ctr" bIns="91425" lIns="91425" spcFirstLastPara="1" rIns="91425" wrap="square" tIns="91425">
            <a:noAutofit/>
          </a:bodyPr>
          <a:lstStyle>
            <a:lvl1pPr lvl="0">
              <a:spcBef>
                <a:spcPts val="0"/>
              </a:spcBef>
              <a:spcAft>
                <a:spcPts val="0"/>
              </a:spcAft>
              <a:buSzPts val="1800"/>
              <a:buFont typeface="Crimson Pro Medium"/>
              <a:buNone/>
              <a:defRPr sz="1800">
                <a:latin typeface="Crimson Pro Medium"/>
                <a:ea typeface="Crimson Pro Medium"/>
                <a:cs typeface="Crimson Pro Medium"/>
                <a:sym typeface="Crimson Pro Medium"/>
              </a:defRPr>
            </a:lvl1pPr>
            <a:lvl2pPr lvl="1">
              <a:spcBef>
                <a:spcPts val="0"/>
              </a:spcBef>
              <a:spcAft>
                <a:spcPts val="0"/>
              </a:spcAft>
              <a:buSzPts val="1800"/>
              <a:buFont typeface="Crimson Pro Medium"/>
              <a:buNone/>
              <a:defRPr sz="1800">
                <a:latin typeface="Crimson Pro Medium"/>
                <a:ea typeface="Crimson Pro Medium"/>
                <a:cs typeface="Crimson Pro Medium"/>
                <a:sym typeface="Crimson Pro Medium"/>
              </a:defRPr>
            </a:lvl2pPr>
            <a:lvl3pPr lvl="2">
              <a:spcBef>
                <a:spcPts val="0"/>
              </a:spcBef>
              <a:spcAft>
                <a:spcPts val="0"/>
              </a:spcAft>
              <a:buSzPts val="1800"/>
              <a:buFont typeface="Crimson Pro Medium"/>
              <a:buNone/>
              <a:defRPr sz="1800">
                <a:latin typeface="Crimson Pro Medium"/>
                <a:ea typeface="Crimson Pro Medium"/>
                <a:cs typeface="Crimson Pro Medium"/>
                <a:sym typeface="Crimson Pro Medium"/>
              </a:defRPr>
            </a:lvl3pPr>
            <a:lvl4pPr lvl="3">
              <a:spcBef>
                <a:spcPts val="0"/>
              </a:spcBef>
              <a:spcAft>
                <a:spcPts val="0"/>
              </a:spcAft>
              <a:buSzPts val="1800"/>
              <a:buFont typeface="Crimson Pro Medium"/>
              <a:buNone/>
              <a:defRPr sz="1800">
                <a:latin typeface="Crimson Pro Medium"/>
                <a:ea typeface="Crimson Pro Medium"/>
                <a:cs typeface="Crimson Pro Medium"/>
                <a:sym typeface="Crimson Pro Medium"/>
              </a:defRPr>
            </a:lvl4pPr>
            <a:lvl5pPr lvl="4">
              <a:spcBef>
                <a:spcPts val="0"/>
              </a:spcBef>
              <a:spcAft>
                <a:spcPts val="0"/>
              </a:spcAft>
              <a:buSzPts val="1800"/>
              <a:buFont typeface="Crimson Pro Medium"/>
              <a:buNone/>
              <a:defRPr sz="1800">
                <a:latin typeface="Crimson Pro Medium"/>
                <a:ea typeface="Crimson Pro Medium"/>
                <a:cs typeface="Crimson Pro Medium"/>
                <a:sym typeface="Crimson Pro Medium"/>
              </a:defRPr>
            </a:lvl5pPr>
            <a:lvl6pPr lvl="5">
              <a:spcBef>
                <a:spcPts val="0"/>
              </a:spcBef>
              <a:spcAft>
                <a:spcPts val="0"/>
              </a:spcAft>
              <a:buSzPts val="1800"/>
              <a:buFont typeface="Crimson Pro Medium"/>
              <a:buNone/>
              <a:defRPr sz="1800">
                <a:latin typeface="Crimson Pro Medium"/>
                <a:ea typeface="Crimson Pro Medium"/>
                <a:cs typeface="Crimson Pro Medium"/>
                <a:sym typeface="Crimson Pro Medium"/>
              </a:defRPr>
            </a:lvl6pPr>
            <a:lvl7pPr lvl="6">
              <a:spcBef>
                <a:spcPts val="0"/>
              </a:spcBef>
              <a:spcAft>
                <a:spcPts val="0"/>
              </a:spcAft>
              <a:buSzPts val="1800"/>
              <a:buFont typeface="Crimson Pro Medium"/>
              <a:buNone/>
              <a:defRPr sz="1800">
                <a:latin typeface="Crimson Pro Medium"/>
                <a:ea typeface="Crimson Pro Medium"/>
                <a:cs typeface="Crimson Pro Medium"/>
                <a:sym typeface="Crimson Pro Medium"/>
              </a:defRPr>
            </a:lvl7pPr>
            <a:lvl8pPr lvl="7">
              <a:spcBef>
                <a:spcPts val="0"/>
              </a:spcBef>
              <a:spcAft>
                <a:spcPts val="0"/>
              </a:spcAft>
              <a:buSzPts val="1800"/>
              <a:buFont typeface="Crimson Pro Medium"/>
              <a:buNone/>
              <a:defRPr sz="1800">
                <a:latin typeface="Crimson Pro Medium"/>
                <a:ea typeface="Crimson Pro Medium"/>
                <a:cs typeface="Crimson Pro Medium"/>
                <a:sym typeface="Crimson Pro Medium"/>
              </a:defRPr>
            </a:lvl8pPr>
            <a:lvl9pPr lvl="8">
              <a:spcBef>
                <a:spcPts val="0"/>
              </a:spcBef>
              <a:spcAft>
                <a:spcPts val="0"/>
              </a:spcAft>
              <a:buSzPts val="1800"/>
              <a:buFont typeface="Crimson Pro Medium"/>
              <a:buNone/>
              <a:defRPr sz="1800">
                <a:latin typeface="Crimson Pro Medium"/>
                <a:ea typeface="Crimson Pro Medium"/>
                <a:cs typeface="Crimson Pro Medium"/>
                <a:sym typeface="Crimson Pro Medium"/>
              </a:defRPr>
            </a:lvl9pPr>
          </a:lstStyle>
          <a:p/>
        </p:txBody>
      </p:sp>
      <p:sp>
        <p:nvSpPr>
          <p:cNvPr id="336" name="Google Shape;336;p35"/>
          <p:cNvSpPr txBox="1"/>
          <p:nvPr>
            <p:ph idx="13" type="subTitle"/>
          </p:nvPr>
        </p:nvSpPr>
        <p:spPr>
          <a:xfrm>
            <a:off x="229750" y="1974513"/>
            <a:ext cx="1782300" cy="545400"/>
          </a:xfrm>
          <a:prstGeom prst="rect">
            <a:avLst/>
          </a:prstGeom>
        </p:spPr>
        <p:txBody>
          <a:bodyPr anchorCtr="0" anchor="ctr" bIns="91425" lIns="91425" spcFirstLastPara="1" rIns="91425" wrap="square" tIns="91425">
            <a:noAutofit/>
          </a:bodyPr>
          <a:lstStyle>
            <a:lvl1pPr lvl="0">
              <a:spcBef>
                <a:spcPts val="0"/>
              </a:spcBef>
              <a:spcAft>
                <a:spcPts val="0"/>
              </a:spcAft>
              <a:buSzPts val="1800"/>
              <a:buFont typeface="Crimson Pro Medium"/>
              <a:buNone/>
              <a:defRPr sz="1800">
                <a:latin typeface="Crimson Pro Medium"/>
                <a:ea typeface="Crimson Pro Medium"/>
                <a:cs typeface="Crimson Pro Medium"/>
                <a:sym typeface="Crimson Pro Medium"/>
              </a:defRPr>
            </a:lvl1pPr>
            <a:lvl2pPr lvl="1">
              <a:spcBef>
                <a:spcPts val="0"/>
              </a:spcBef>
              <a:spcAft>
                <a:spcPts val="0"/>
              </a:spcAft>
              <a:buSzPts val="1800"/>
              <a:buFont typeface="Crimson Pro Medium"/>
              <a:buNone/>
              <a:defRPr sz="1800">
                <a:latin typeface="Crimson Pro Medium"/>
                <a:ea typeface="Crimson Pro Medium"/>
                <a:cs typeface="Crimson Pro Medium"/>
                <a:sym typeface="Crimson Pro Medium"/>
              </a:defRPr>
            </a:lvl2pPr>
            <a:lvl3pPr lvl="2">
              <a:spcBef>
                <a:spcPts val="0"/>
              </a:spcBef>
              <a:spcAft>
                <a:spcPts val="0"/>
              </a:spcAft>
              <a:buSzPts val="1800"/>
              <a:buFont typeface="Crimson Pro Medium"/>
              <a:buNone/>
              <a:defRPr sz="1800">
                <a:latin typeface="Crimson Pro Medium"/>
                <a:ea typeface="Crimson Pro Medium"/>
                <a:cs typeface="Crimson Pro Medium"/>
                <a:sym typeface="Crimson Pro Medium"/>
              </a:defRPr>
            </a:lvl3pPr>
            <a:lvl4pPr lvl="3">
              <a:spcBef>
                <a:spcPts val="0"/>
              </a:spcBef>
              <a:spcAft>
                <a:spcPts val="0"/>
              </a:spcAft>
              <a:buSzPts val="1800"/>
              <a:buFont typeface="Crimson Pro Medium"/>
              <a:buNone/>
              <a:defRPr sz="1800">
                <a:latin typeface="Crimson Pro Medium"/>
                <a:ea typeface="Crimson Pro Medium"/>
                <a:cs typeface="Crimson Pro Medium"/>
                <a:sym typeface="Crimson Pro Medium"/>
              </a:defRPr>
            </a:lvl4pPr>
            <a:lvl5pPr lvl="4">
              <a:spcBef>
                <a:spcPts val="0"/>
              </a:spcBef>
              <a:spcAft>
                <a:spcPts val="0"/>
              </a:spcAft>
              <a:buSzPts val="1800"/>
              <a:buFont typeface="Crimson Pro Medium"/>
              <a:buNone/>
              <a:defRPr sz="1800">
                <a:latin typeface="Crimson Pro Medium"/>
                <a:ea typeface="Crimson Pro Medium"/>
                <a:cs typeface="Crimson Pro Medium"/>
                <a:sym typeface="Crimson Pro Medium"/>
              </a:defRPr>
            </a:lvl5pPr>
            <a:lvl6pPr lvl="5">
              <a:spcBef>
                <a:spcPts val="0"/>
              </a:spcBef>
              <a:spcAft>
                <a:spcPts val="0"/>
              </a:spcAft>
              <a:buSzPts val="1800"/>
              <a:buFont typeface="Crimson Pro Medium"/>
              <a:buNone/>
              <a:defRPr sz="1800">
                <a:latin typeface="Crimson Pro Medium"/>
                <a:ea typeface="Crimson Pro Medium"/>
                <a:cs typeface="Crimson Pro Medium"/>
                <a:sym typeface="Crimson Pro Medium"/>
              </a:defRPr>
            </a:lvl6pPr>
            <a:lvl7pPr lvl="6">
              <a:spcBef>
                <a:spcPts val="0"/>
              </a:spcBef>
              <a:spcAft>
                <a:spcPts val="0"/>
              </a:spcAft>
              <a:buSzPts val="1800"/>
              <a:buFont typeface="Crimson Pro Medium"/>
              <a:buNone/>
              <a:defRPr sz="1800">
                <a:latin typeface="Crimson Pro Medium"/>
                <a:ea typeface="Crimson Pro Medium"/>
                <a:cs typeface="Crimson Pro Medium"/>
                <a:sym typeface="Crimson Pro Medium"/>
              </a:defRPr>
            </a:lvl7pPr>
            <a:lvl8pPr lvl="7">
              <a:spcBef>
                <a:spcPts val="0"/>
              </a:spcBef>
              <a:spcAft>
                <a:spcPts val="0"/>
              </a:spcAft>
              <a:buSzPts val="1800"/>
              <a:buFont typeface="Crimson Pro Medium"/>
              <a:buNone/>
              <a:defRPr sz="1800">
                <a:latin typeface="Crimson Pro Medium"/>
                <a:ea typeface="Crimson Pro Medium"/>
                <a:cs typeface="Crimson Pro Medium"/>
                <a:sym typeface="Crimson Pro Medium"/>
              </a:defRPr>
            </a:lvl8pPr>
            <a:lvl9pPr lvl="8">
              <a:spcBef>
                <a:spcPts val="0"/>
              </a:spcBef>
              <a:spcAft>
                <a:spcPts val="0"/>
              </a:spcAft>
              <a:buSzPts val="1800"/>
              <a:buFont typeface="Crimson Pro Medium"/>
              <a:buNone/>
              <a:defRPr sz="1800">
                <a:latin typeface="Crimson Pro Medium"/>
                <a:ea typeface="Crimson Pro Medium"/>
                <a:cs typeface="Crimson Pro Medium"/>
                <a:sym typeface="Crimson Pro Medium"/>
              </a:defRPr>
            </a:lvl9pPr>
          </a:lstStyle>
          <a:p/>
        </p:txBody>
      </p:sp>
      <p:sp>
        <p:nvSpPr>
          <p:cNvPr id="337" name="Google Shape;337;p35"/>
          <p:cNvSpPr txBox="1"/>
          <p:nvPr>
            <p:ph idx="14" type="body"/>
          </p:nvPr>
        </p:nvSpPr>
        <p:spPr>
          <a:xfrm>
            <a:off x="4515742" y="1374600"/>
            <a:ext cx="4399800" cy="545400"/>
          </a:xfrm>
          <a:prstGeom prst="rect">
            <a:avLst/>
          </a:prstGeom>
        </p:spPr>
        <p:txBody>
          <a:bodyPr anchorCtr="0" anchor="ctr"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38" name="Google Shape;338;p35"/>
          <p:cNvSpPr txBox="1"/>
          <p:nvPr>
            <p:ph idx="15" type="body"/>
          </p:nvPr>
        </p:nvSpPr>
        <p:spPr>
          <a:xfrm>
            <a:off x="4515742" y="1974564"/>
            <a:ext cx="4399800" cy="545400"/>
          </a:xfrm>
          <a:prstGeom prst="rect">
            <a:avLst/>
          </a:prstGeom>
        </p:spPr>
        <p:txBody>
          <a:bodyPr anchorCtr="0" anchor="ctr"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39" name="Google Shape;339;p35"/>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r Charts">
  <p:cSld name="CUSTOM_14">
    <p:bg>
      <p:bgPr>
        <a:solidFill>
          <a:schemeClr val="dk1"/>
        </a:solidFill>
      </p:bgPr>
    </p:bg>
    <p:spTree>
      <p:nvGrpSpPr>
        <p:cNvPr id="340" name="Shape 340"/>
        <p:cNvGrpSpPr/>
        <p:nvPr/>
      </p:nvGrpSpPr>
      <p:grpSpPr>
        <a:xfrm>
          <a:off x="0" y="0"/>
          <a:ext cx="0" cy="0"/>
          <a:chOff x="0" y="0"/>
          <a:chExt cx="0" cy="0"/>
        </a:xfrm>
      </p:grpSpPr>
      <p:sp>
        <p:nvSpPr>
          <p:cNvPr id="341" name="Google Shape;341;p36"/>
          <p:cNvSpPr txBox="1"/>
          <p:nvPr>
            <p:ph type="title"/>
          </p:nvPr>
        </p:nvSpPr>
        <p:spPr>
          <a:xfrm>
            <a:off x="230900" y="457200"/>
            <a:ext cx="5712900" cy="562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3600"/>
              <a:buNone/>
              <a:defRPr>
                <a:solidFill>
                  <a:schemeClr val="dk2"/>
                </a:solidFill>
              </a:defRPr>
            </a:lvl1pPr>
            <a:lvl2pPr lvl="1">
              <a:spcBef>
                <a:spcPts val="0"/>
              </a:spcBef>
              <a:spcAft>
                <a:spcPts val="0"/>
              </a:spcAft>
              <a:buClr>
                <a:schemeClr val="dk2"/>
              </a:buClr>
              <a:buSzPts val="3600"/>
              <a:buNone/>
              <a:defRPr sz="3600">
                <a:solidFill>
                  <a:schemeClr val="dk2"/>
                </a:solidFill>
              </a:defRPr>
            </a:lvl2pPr>
            <a:lvl3pPr lvl="2">
              <a:spcBef>
                <a:spcPts val="0"/>
              </a:spcBef>
              <a:spcAft>
                <a:spcPts val="0"/>
              </a:spcAft>
              <a:buClr>
                <a:schemeClr val="dk2"/>
              </a:buClr>
              <a:buSzPts val="3600"/>
              <a:buNone/>
              <a:defRPr sz="3600">
                <a:solidFill>
                  <a:schemeClr val="dk2"/>
                </a:solidFill>
              </a:defRPr>
            </a:lvl3pPr>
            <a:lvl4pPr lvl="3">
              <a:spcBef>
                <a:spcPts val="0"/>
              </a:spcBef>
              <a:spcAft>
                <a:spcPts val="0"/>
              </a:spcAft>
              <a:buClr>
                <a:schemeClr val="dk2"/>
              </a:buClr>
              <a:buSzPts val="3600"/>
              <a:buNone/>
              <a:defRPr sz="3600">
                <a:solidFill>
                  <a:schemeClr val="dk2"/>
                </a:solidFill>
              </a:defRPr>
            </a:lvl4pPr>
            <a:lvl5pPr lvl="4">
              <a:spcBef>
                <a:spcPts val="0"/>
              </a:spcBef>
              <a:spcAft>
                <a:spcPts val="0"/>
              </a:spcAft>
              <a:buClr>
                <a:schemeClr val="dk2"/>
              </a:buClr>
              <a:buSzPts val="3600"/>
              <a:buNone/>
              <a:defRPr sz="3600">
                <a:solidFill>
                  <a:schemeClr val="dk2"/>
                </a:solidFill>
              </a:defRPr>
            </a:lvl5pPr>
            <a:lvl6pPr lvl="5">
              <a:spcBef>
                <a:spcPts val="0"/>
              </a:spcBef>
              <a:spcAft>
                <a:spcPts val="0"/>
              </a:spcAft>
              <a:buClr>
                <a:schemeClr val="dk2"/>
              </a:buClr>
              <a:buSzPts val="3600"/>
              <a:buNone/>
              <a:defRPr sz="3600">
                <a:solidFill>
                  <a:schemeClr val="dk2"/>
                </a:solidFill>
              </a:defRPr>
            </a:lvl6pPr>
            <a:lvl7pPr lvl="6">
              <a:spcBef>
                <a:spcPts val="0"/>
              </a:spcBef>
              <a:spcAft>
                <a:spcPts val="0"/>
              </a:spcAft>
              <a:buClr>
                <a:schemeClr val="dk2"/>
              </a:buClr>
              <a:buSzPts val="3600"/>
              <a:buNone/>
              <a:defRPr sz="3600">
                <a:solidFill>
                  <a:schemeClr val="dk2"/>
                </a:solidFill>
              </a:defRPr>
            </a:lvl7pPr>
            <a:lvl8pPr lvl="7">
              <a:spcBef>
                <a:spcPts val="0"/>
              </a:spcBef>
              <a:spcAft>
                <a:spcPts val="0"/>
              </a:spcAft>
              <a:buClr>
                <a:schemeClr val="dk2"/>
              </a:buClr>
              <a:buSzPts val="3600"/>
              <a:buNone/>
              <a:defRPr sz="3600">
                <a:solidFill>
                  <a:schemeClr val="dk2"/>
                </a:solidFill>
              </a:defRPr>
            </a:lvl8pPr>
            <a:lvl9pPr lvl="8">
              <a:spcBef>
                <a:spcPts val="0"/>
              </a:spcBef>
              <a:spcAft>
                <a:spcPts val="0"/>
              </a:spcAft>
              <a:buClr>
                <a:schemeClr val="dk2"/>
              </a:buClr>
              <a:buSzPts val="3600"/>
              <a:buNone/>
              <a:defRPr sz="3600">
                <a:solidFill>
                  <a:schemeClr val="dk2"/>
                </a:solidFill>
              </a:defRPr>
            </a:lvl9pPr>
          </a:lstStyle>
          <a:p/>
        </p:txBody>
      </p:sp>
      <p:sp>
        <p:nvSpPr>
          <p:cNvPr id="342" name="Google Shape;342;p36"/>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l">
              <a:spcBef>
                <a:spcPts val="0"/>
              </a:spcBef>
              <a:spcAft>
                <a:spcPts val="0"/>
              </a:spcAft>
              <a:buNone/>
            </a:pPr>
            <a:fld id="{00000000-1234-1234-1234-123412341234}" type="slidenum">
              <a:rPr lang="en"/>
              <a:t>‹#›</a:t>
            </a:fld>
            <a:endParaRPr/>
          </a:p>
        </p:txBody>
      </p:sp>
      <p:grpSp>
        <p:nvGrpSpPr>
          <p:cNvPr id="343" name="Google Shape;343;p36"/>
          <p:cNvGrpSpPr/>
          <p:nvPr/>
        </p:nvGrpSpPr>
        <p:grpSpPr>
          <a:xfrm>
            <a:off x="228600" y="223475"/>
            <a:ext cx="1214500" cy="170400"/>
            <a:chOff x="304025" y="203375"/>
            <a:chExt cx="1214500" cy="170400"/>
          </a:xfrm>
        </p:grpSpPr>
        <p:sp>
          <p:nvSpPr>
            <p:cNvPr id="344" name="Google Shape;344;p36"/>
            <p:cNvSpPr txBox="1"/>
            <p:nvPr/>
          </p:nvSpPr>
          <p:spPr>
            <a:xfrm>
              <a:off x="304025" y="203650"/>
              <a:ext cx="578700" cy="169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800">
                  <a:solidFill>
                    <a:schemeClr val="lt1"/>
                  </a:solidFill>
                </a:rPr>
                <a:t>Section</a:t>
              </a:r>
              <a:endParaRPr sz="800">
                <a:solidFill>
                  <a:schemeClr val="lt1"/>
                </a:solidFill>
              </a:endParaRPr>
            </a:p>
          </p:txBody>
        </p:sp>
        <p:sp>
          <p:nvSpPr>
            <p:cNvPr id="345" name="Google Shape;345;p36"/>
            <p:cNvSpPr txBox="1"/>
            <p:nvPr/>
          </p:nvSpPr>
          <p:spPr>
            <a:xfrm>
              <a:off x="1194225" y="203650"/>
              <a:ext cx="324300" cy="1695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800">
                  <a:solidFill>
                    <a:schemeClr val="lt1"/>
                  </a:solidFill>
                </a:rPr>
                <a:t>12</a:t>
              </a:r>
              <a:endParaRPr sz="800">
                <a:solidFill>
                  <a:schemeClr val="lt1"/>
                </a:solidFill>
              </a:endParaRPr>
            </a:p>
          </p:txBody>
        </p:sp>
        <p:cxnSp>
          <p:nvCxnSpPr>
            <p:cNvPr id="346" name="Google Shape;346;p36"/>
            <p:cNvCxnSpPr/>
            <p:nvPr/>
          </p:nvCxnSpPr>
          <p:spPr>
            <a:xfrm>
              <a:off x="1181225" y="203375"/>
              <a:ext cx="600" cy="170400"/>
            </a:xfrm>
            <a:prstGeom prst="straightConnector1">
              <a:avLst/>
            </a:prstGeom>
            <a:noFill/>
            <a:ln cap="flat" cmpd="sng" w="9525">
              <a:solidFill>
                <a:schemeClr val="lt1"/>
              </a:solidFill>
              <a:prstDash val="solid"/>
              <a:round/>
              <a:headEnd len="med" w="med" type="none"/>
              <a:tailEnd len="med" w="med" type="none"/>
            </a:ln>
          </p:spPr>
        </p:cxnSp>
      </p:grpSp>
      <p:sp>
        <p:nvSpPr>
          <p:cNvPr id="347" name="Google Shape;347;p36"/>
          <p:cNvSpPr/>
          <p:nvPr/>
        </p:nvSpPr>
        <p:spPr>
          <a:xfrm>
            <a:off x="228600" y="223750"/>
            <a:ext cx="1214400" cy="169500"/>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accent1"/>
              </a:solidFill>
            </a:endParaRPr>
          </a:p>
        </p:txBody>
      </p:sp>
      <p:cxnSp>
        <p:nvCxnSpPr>
          <p:cNvPr id="348" name="Google Shape;348;p36"/>
          <p:cNvCxnSpPr/>
          <p:nvPr/>
        </p:nvCxnSpPr>
        <p:spPr>
          <a:xfrm>
            <a:off x="1105800" y="223475"/>
            <a:ext cx="600" cy="170400"/>
          </a:xfrm>
          <a:prstGeom prst="straightConnector1">
            <a:avLst/>
          </a:prstGeom>
          <a:noFill/>
          <a:ln cap="flat" cmpd="sng" w="9525">
            <a:solidFill>
              <a:schemeClr val="dk1"/>
            </a:solidFill>
            <a:prstDash val="solid"/>
            <a:round/>
            <a:headEnd len="med" w="med" type="none"/>
            <a:tailEnd len="med" w="med" type="none"/>
          </a:ln>
        </p:spPr>
      </p:cxnSp>
      <p:sp>
        <p:nvSpPr>
          <p:cNvPr id="349" name="Google Shape;349;p36"/>
          <p:cNvSpPr txBox="1"/>
          <p:nvPr>
            <p:ph idx="1" type="subTitle"/>
          </p:nvPr>
        </p:nvSpPr>
        <p:spPr>
          <a:xfrm>
            <a:off x="228600" y="223475"/>
            <a:ext cx="877200" cy="170400"/>
          </a:xfrm>
          <a:prstGeom prst="rect">
            <a:avLst/>
          </a:prstGeom>
        </p:spPr>
        <p:txBody>
          <a:bodyPr anchorCtr="0" anchor="ctr" bIns="91425" lIns="91425" spcFirstLastPara="1" rIns="91425" wrap="square" tIns="91425">
            <a:noAutofit/>
          </a:bodyPr>
          <a:lstStyle>
            <a:lvl1pPr lvl="0">
              <a:spcBef>
                <a:spcPts val="0"/>
              </a:spcBef>
              <a:spcAft>
                <a:spcPts val="0"/>
              </a:spcAft>
              <a:buSzPts val="800"/>
              <a:buFont typeface="Space Grotesk"/>
              <a:buNone/>
              <a:defRPr sz="800">
                <a:latin typeface="Space Grotesk"/>
                <a:ea typeface="Space Grotesk"/>
                <a:cs typeface="Space Grotesk"/>
                <a:sym typeface="Space Grotesk"/>
              </a:defRPr>
            </a:lvl1pPr>
            <a:lvl2pPr lvl="1">
              <a:spcBef>
                <a:spcPts val="0"/>
              </a:spcBef>
              <a:spcAft>
                <a:spcPts val="0"/>
              </a:spcAft>
              <a:buSzPts val="800"/>
              <a:buFont typeface="Space Grotesk"/>
              <a:buNone/>
              <a:defRPr sz="800">
                <a:latin typeface="Space Grotesk"/>
                <a:ea typeface="Space Grotesk"/>
                <a:cs typeface="Space Grotesk"/>
                <a:sym typeface="Space Grotesk"/>
              </a:defRPr>
            </a:lvl2pPr>
            <a:lvl3pPr lvl="2">
              <a:spcBef>
                <a:spcPts val="0"/>
              </a:spcBef>
              <a:spcAft>
                <a:spcPts val="0"/>
              </a:spcAft>
              <a:buSzPts val="800"/>
              <a:buFont typeface="Space Grotesk"/>
              <a:buNone/>
              <a:defRPr sz="800">
                <a:latin typeface="Space Grotesk"/>
                <a:ea typeface="Space Grotesk"/>
                <a:cs typeface="Space Grotesk"/>
                <a:sym typeface="Space Grotesk"/>
              </a:defRPr>
            </a:lvl3pPr>
            <a:lvl4pPr lvl="3">
              <a:spcBef>
                <a:spcPts val="0"/>
              </a:spcBef>
              <a:spcAft>
                <a:spcPts val="0"/>
              </a:spcAft>
              <a:buSzPts val="800"/>
              <a:buFont typeface="Space Grotesk"/>
              <a:buNone/>
              <a:defRPr sz="800">
                <a:latin typeface="Space Grotesk"/>
                <a:ea typeface="Space Grotesk"/>
                <a:cs typeface="Space Grotesk"/>
                <a:sym typeface="Space Grotesk"/>
              </a:defRPr>
            </a:lvl4pPr>
            <a:lvl5pPr lvl="4">
              <a:spcBef>
                <a:spcPts val="0"/>
              </a:spcBef>
              <a:spcAft>
                <a:spcPts val="0"/>
              </a:spcAft>
              <a:buSzPts val="800"/>
              <a:buFont typeface="Space Grotesk"/>
              <a:buNone/>
              <a:defRPr sz="800">
                <a:latin typeface="Space Grotesk"/>
                <a:ea typeface="Space Grotesk"/>
                <a:cs typeface="Space Grotesk"/>
                <a:sym typeface="Space Grotesk"/>
              </a:defRPr>
            </a:lvl5pPr>
            <a:lvl6pPr lvl="5">
              <a:spcBef>
                <a:spcPts val="0"/>
              </a:spcBef>
              <a:spcAft>
                <a:spcPts val="0"/>
              </a:spcAft>
              <a:buSzPts val="800"/>
              <a:buFont typeface="Space Grotesk"/>
              <a:buNone/>
              <a:defRPr sz="800">
                <a:latin typeface="Space Grotesk"/>
                <a:ea typeface="Space Grotesk"/>
                <a:cs typeface="Space Grotesk"/>
                <a:sym typeface="Space Grotesk"/>
              </a:defRPr>
            </a:lvl6pPr>
            <a:lvl7pPr lvl="6">
              <a:spcBef>
                <a:spcPts val="0"/>
              </a:spcBef>
              <a:spcAft>
                <a:spcPts val="0"/>
              </a:spcAft>
              <a:buSzPts val="800"/>
              <a:buFont typeface="Space Grotesk"/>
              <a:buNone/>
              <a:defRPr sz="800">
                <a:latin typeface="Space Grotesk"/>
                <a:ea typeface="Space Grotesk"/>
                <a:cs typeface="Space Grotesk"/>
                <a:sym typeface="Space Grotesk"/>
              </a:defRPr>
            </a:lvl7pPr>
            <a:lvl8pPr lvl="7">
              <a:spcBef>
                <a:spcPts val="0"/>
              </a:spcBef>
              <a:spcAft>
                <a:spcPts val="0"/>
              </a:spcAft>
              <a:buSzPts val="800"/>
              <a:buFont typeface="Space Grotesk"/>
              <a:buNone/>
              <a:defRPr sz="800">
                <a:latin typeface="Space Grotesk"/>
                <a:ea typeface="Space Grotesk"/>
                <a:cs typeface="Space Grotesk"/>
                <a:sym typeface="Space Grotesk"/>
              </a:defRPr>
            </a:lvl8pPr>
            <a:lvl9pPr lvl="8">
              <a:spcBef>
                <a:spcPts val="0"/>
              </a:spcBef>
              <a:spcAft>
                <a:spcPts val="0"/>
              </a:spcAft>
              <a:buSzPts val="800"/>
              <a:buFont typeface="Space Grotesk"/>
              <a:buNone/>
              <a:defRPr sz="800">
                <a:latin typeface="Space Grotesk"/>
                <a:ea typeface="Space Grotesk"/>
                <a:cs typeface="Space Grotesk"/>
                <a:sym typeface="Space Grotesk"/>
              </a:defRPr>
            </a:lvl9pPr>
          </a:lstStyle>
          <a:p/>
        </p:txBody>
      </p:sp>
      <p:sp>
        <p:nvSpPr>
          <p:cNvPr id="350" name="Google Shape;350;p36"/>
          <p:cNvSpPr txBox="1"/>
          <p:nvPr>
            <p:ph idx="2" type="sldNum"/>
          </p:nvPr>
        </p:nvSpPr>
        <p:spPr>
          <a:xfrm>
            <a:off x="1105700" y="223000"/>
            <a:ext cx="336600" cy="170400"/>
          </a:xfrm>
          <a:prstGeom prst="rect">
            <a:avLst/>
          </a:prstGeom>
          <a:noFill/>
          <a:ln>
            <a:noFill/>
          </a:ln>
        </p:spPr>
        <p:txBody>
          <a:bodyPr anchorCtr="0" anchor="ctr" bIns="91425" lIns="91425" spcFirstLastPara="1" rIns="91425" wrap="square" tIns="91425">
            <a:noAutofit/>
          </a:bodyPr>
          <a:lstStyle>
            <a:lvl1pPr lvl="0" algn="r">
              <a:buNone/>
              <a:defRPr sz="900">
                <a:solidFill>
                  <a:schemeClr val="dk1"/>
                </a:solidFill>
                <a:latin typeface="Space Grotesk"/>
                <a:ea typeface="Space Grotesk"/>
                <a:cs typeface="Space Grotesk"/>
                <a:sym typeface="Space Grotesk"/>
              </a:defRPr>
            </a:lvl1pPr>
            <a:lvl2pPr lvl="1" algn="r">
              <a:buNone/>
              <a:defRPr sz="900">
                <a:solidFill>
                  <a:schemeClr val="dk1"/>
                </a:solidFill>
                <a:latin typeface="Space Grotesk"/>
                <a:ea typeface="Space Grotesk"/>
                <a:cs typeface="Space Grotesk"/>
                <a:sym typeface="Space Grotesk"/>
              </a:defRPr>
            </a:lvl2pPr>
            <a:lvl3pPr lvl="2" algn="r">
              <a:buNone/>
              <a:defRPr sz="900">
                <a:solidFill>
                  <a:schemeClr val="dk1"/>
                </a:solidFill>
                <a:latin typeface="Space Grotesk"/>
                <a:ea typeface="Space Grotesk"/>
                <a:cs typeface="Space Grotesk"/>
                <a:sym typeface="Space Grotesk"/>
              </a:defRPr>
            </a:lvl3pPr>
            <a:lvl4pPr lvl="3" algn="r">
              <a:buNone/>
              <a:defRPr sz="900">
                <a:solidFill>
                  <a:schemeClr val="dk1"/>
                </a:solidFill>
                <a:latin typeface="Space Grotesk"/>
                <a:ea typeface="Space Grotesk"/>
                <a:cs typeface="Space Grotesk"/>
                <a:sym typeface="Space Grotesk"/>
              </a:defRPr>
            </a:lvl4pPr>
            <a:lvl5pPr lvl="4" algn="r">
              <a:buNone/>
              <a:defRPr sz="900">
                <a:solidFill>
                  <a:schemeClr val="dk1"/>
                </a:solidFill>
                <a:latin typeface="Space Grotesk"/>
                <a:ea typeface="Space Grotesk"/>
                <a:cs typeface="Space Grotesk"/>
                <a:sym typeface="Space Grotesk"/>
              </a:defRPr>
            </a:lvl5pPr>
            <a:lvl6pPr lvl="5" algn="r">
              <a:buNone/>
              <a:defRPr sz="900">
                <a:solidFill>
                  <a:schemeClr val="dk1"/>
                </a:solidFill>
                <a:latin typeface="Space Grotesk"/>
                <a:ea typeface="Space Grotesk"/>
                <a:cs typeface="Space Grotesk"/>
                <a:sym typeface="Space Grotesk"/>
              </a:defRPr>
            </a:lvl6pPr>
            <a:lvl7pPr lvl="6" algn="r">
              <a:buNone/>
              <a:defRPr sz="900">
                <a:solidFill>
                  <a:schemeClr val="dk1"/>
                </a:solidFill>
                <a:latin typeface="Space Grotesk"/>
                <a:ea typeface="Space Grotesk"/>
                <a:cs typeface="Space Grotesk"/>
                <a:sym typeface="Space Grotesk"/>
              </a:defRPr>
            </a:lvl7pPr>
            <a:lvl8pPr lvl="7" algn="r">
              <a:buNone/>
              <a:defRPr sz="900">
                <a:solidFill>
                  <a:schemeClr val="dk1"/>
                </a:solidFill>
                <a:latin typeface="Space Grotesk"/>
                <a:ea typeface="Space Grotesk"/>
                <a:cs typeface="Space Grotesk"/>
                <a:sym typeface="Space Grotesk"/>
              </a:defRPr>
            </a:lvl8pPr>
            <a:lvl9pPr lvl="8" algn="r">
              <a:buNone/>
              <a:defRPr sz="900">
                <a:solidFill>
                  <a:schemeClr val="dk1"/>
                </a:solidFill>
                <a:latin typeface="Space Grotesk"/>
                <a:ea typeface="Space Grotesk"/>
                <a:cs typeface="Space Grotesk"/>
                <a:sym typeface="Space Grotesk"/>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oject Updates">
  <p:cSld name="CUSTOM_2">
    <p:bg>
      <p:bgPr>
        <a:solidFill>
          <a:schemeClr val="lt1"/>
        </a:solidFill>
      </p:bgPr>
    </p:bg>
    <p:spTree>
      <p:nvGrpSpPr>
        <p:cNvPr id="351" name="Shape 351"/>
        <p:cNvGrpSpPr/>
        <p:nvPr/>
      </p:nvGrpSpPr>
      <p:grpSpPr>
        <a:xfrm>
          <a:off x="0" y="0"/>
          <a:ext cx="0" cy="0"/>
          <a:chOff x="0" y="0"/>
          <a:chExt cx="0" cy="0"/>
        </a:xfrm>
      </p:grpSpPr>
      <p:sp>
        <p:nvSpPr>
          <p:cNvPr id="352" name="Google Shape;352;p37"/>
          <p:cNvSpPr/>
          <p:nvPr/>
        </p:nvSpPr>
        <p:spPr>
          <a:xfrm>
            <a:off x="228601" y="2289551"/>
            <a:ext cx="161400" cy="1704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37"/>
          <p:cNvSpPr/>
          <p:nvPr/>
        </p:nvSpPr>
        <p:spPr>
          <a:xfrm>
            <a:off x="228601" y="3368687"/>
            <a:ext cx="161400" cy="1704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37"/>
          <p:cNvSpPr/>
          <p:nvPr/>
        </p:nvSpPr>
        <p:spPr>
          <a:xfrm>
            <a:off x="228601" y="4447824"/>
            <a:ext cx="161400" cy="1704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37"/>
          <p:cNvSpPr txBox="1"/>
          <p:nvPr>
            <p:ph idx="1" type="subTitle"/>
          </p:nvPr>
        </p:nvSpPr>
        <p:spPr>
          <a:xfrm>
            <a:off x="473450" y="2289475"/>
            <a:ext cx="2996100" cy="1704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600"/>
              <a:buNone/>
              <a:defRPr sz="1600"/>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
        <p:nvSpPr>
          <p:cNvPr id="356" name="Google Shape;356;p37"/>
          <p:cNvSpPr txBox="1"/>
          <p:nvPr>
            <p:ph idx="2" type="body"/>
          </p:nvPr>
        </p:nvSpPr>
        <p:spPr>
          <a:xfrm>
            <a:off x="473450" y="2523625"/>
            <a:ext cx="2819100" cy="1704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chemeClr val="dk1"/>
              </a:buClr>
              <a:buSzPts val="1000"/>
              <a:buChar char="●"/>
              <a:defRPr sz="1000"/>
            </a:lvl1pPr>
            <a:lvl2pPr indent="-292100" lvl="1" marL="914400">
              <a:spcBef>
                <a:spcPts val="0"/>
              </a:spcBef>
              <a:spcAft>
                <a:spcPts val="0"/>
              </a:spcAft>
              <a:buClr>
                <a:schemeClr val="dk1"/>
              </a:buClr>
              <a:buSzPts val="1000"/>
              <a:buChar char="○"/>
              <a:defRPr sz="1000"/>
            </a:lvl2pPr>
            <a:lvl3pPr indent="-292100" lvl="2" marL="1371600">
              <a:spcBef>
                <a:spcPts val="0"/>
              </a:spcBef>
              <a:spcAft>
                <a:spcPts val="0"/>
              </a:spcAft>
              <a:buClr>
                <a:schemeClr val="dk1"/>
              </a:buClr>
              <a:buSzPts val="1000"/>
              <a:buChar char="■"/>
              <a:defRPr sz="1000"/>
            </a:lvl3pPr>
            <a:lvl4pPr indent="-292100" lvl="3" marL="1828800">
              <a:spcBef>
                <a:spcPts val="0"/>
              </a:spcBef>
              <a:spcAft>
                <a:spcPts val="0"/>
              </a:spcAft>
              <a:buClr>
                <a:schemeClr val="dk1"/>
              </a:buClr>
              <a:buSzPts val="1000"/>
              <a:buChar char="●"/>
              <a:defRPr sz="1000"/>
            </a:lvl4pPr>
            <a:lvl5pPr indent="-292100" lvl="4" marL="2286000">
              <a:spcBef>
                <a:spcPts val="0"/>
              </a:spcBef>
              <a:spcAft>
                <a:spcPts val="0"/>
              </a:spcAft>
              <a:buClr>
                <a:schemeClr val="dk1"/>
              </a:buClr>
              <a:buSzPts val="1000"/>
              <a:buChar char="○"/>
              <a:defRPr sz="1000"/>
            </a:lvl5pPr>
            <a:lvl6pPr indent="-292100" lvl="5" marL="2743200">
              <a:spcBef>
                <a:spcPts val="0"/>
              </a:spcBef>
              <a:spcAft>
                <a:spcPts val="0"/>
              </a:spcAft>
              <a:buClr>
                <a:schemeClr val="dk1"/>
              </a:buClr>
              <a:buSzPts val="1000"/>
              <a:buChar char="■"/>
              <a:defRPr sz="1000"/>
            </a:lvl6pPr>
            <a:lvl7pPr indent="-292100" lvl="6" marL="3200400">
              <a:spcBef>
                <a:spcPts val="0"/>
              </a:spcBef>
              <a:spcAft>
                <a:spcPts val="0"/>
              </a:spcAft>
              <a:buClr>
                <a:schemeClr val="dk1"/>
              </a:buClr>
              <a:buSzPts val="1000"/>
              <a:buChar char="●"/>
              <a:defRPr sz="1000"/>
            </a:lvl7pPr>
            <a:lvl8pPr indent="-292100" lvl="7" marL="3657600">
              <a:spcBef>
                <a:spcPts val="0"/>
              </a:spcBef>
              <a:spcAft>
                <a:spcPts val="0"/>
              </a:spcAft>
              <a:buClr>
                <a:schemeClr val="dk1"/>
              </a:buClr>
              <a:buSzPts val="1000"/>
              <a:buChar char="○"/>
              <a:defRPr sz="1000"/>
            </a:lvl8pPr>
            <a:lvl9pPr indent="-292100" lvl="8" marL="4114800">
              <a:spcBef>
                <a:spcPts val="0"/>
              </a:spcBef>
              <a:spcAft>
                <a:spcPts val="0"/>
              </a:spcAft>
              <a:buClr>
                <a:schemeClr val="dk1"/>
              </a:buClr>
              <a:buSzPts val="1000"/>
              <a:buChar char="■"/>
              <a:defRPr sz="1000"/>
            </a:lvl9pPr>
          </a:lstStyle>
          <a:p/>
        </p:txBody>
      </p:sp>
      <p:sp>
        <p:nvSpPr>
          <p:cNvPr id="357" name="Google Shape;357;p37"/>
          <p:cNvSpPr txBox="1"/>
          <p:nvPr>
            <p:ph idx="3" type="subTitle"/>
          </p:nvPr>
        </p:nvSpPr>
        <p:spPr>
          <a:xfrm>
            <a:off x="473450" y="3368675"/>
            <a:ext cx="2996100" cy="1704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600"/>
              <a:buNone/>
              <a:defRPr sz="1600"/>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
        <p:nvSpPr>
          <p:cNvPr id="358" name="Google Shape;358;p37"/>
          <p:cNvSpPr txBox="1"/>
          <p:nvPr>
            <p:ph idx="4" type="body"/>
          </p:nvPr>
        </p:nvSpPr>
        <p:spPr>
          <a:xfrm>
            <a:off x="473450" y="3602825"/>
            <a:ext cx="2819100" cy="1704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chemeClr val="dk1"/>
              </a:buClr>
              <a:buSzPts val="1000"/>
              <a:buChar char="●"/>
              <a:defRPr sz="1000"/>
            </a:lvl1pPr>
            <a:lvl2pPr indent="-292100" lvl="1" marL="914400">
              <a:spcBef>
                <a:spcPts val="0"/>
              </a:spcBef>
              <a:spcAft>
                <a:spcPts val="0"/>
              </a:spcAft>
              <a:buClr>
                <a:schemeClr val="dk1"/>
              </a:buClr>
              <a:buSzPts val="1000"/>
              <a:buChar char="○"/>
              <a:defRPr sz="1000"/>
            </a:lvl2pPr>
            <a:lvl3pPr indent="-292100" lvl="2" marL="1371600">
              <a:spcBef>
                <a:spcPts val="0"/>
              </a:spcBef>
              <a:spcAft>
                <a:spcPts val="0"/>
              </a:spcAft>
              <a:buClr>
                <a:schemeClr val="dk1"/>
              </a:buClr>
              <a:buSzPts val="1000"/>
              <a:buChar char="■"/>
              <a:defRPr sz="1000"/>
            </a:lvl3pPr>
            <a:lvl4pPr indent="-292100" lvl="3" marL="1828800">
              <a:spcBef>
                <a:spcPts val="0"/>
              </a:spcBef>
              <a:spcAft>
                <a:spcPts val="0"/>
              </a:spcAft>
              <a:buClr>
                <a:schemeClr val="dk1"/>
              </a:buClr>
              <a:buSzPts val="1000"/>
              <a:buChar char="●"/>
              <a:defRPr sz="1000"/>
            </a:lvl4pPr>
            <a:lvl5pPr indent="-292100" lvl="4" marL="2286000">
              <a:spcBef>
                <a:spcPts val="0"/>
              </a:spcBef>
              <a:spcAft>
                <a:spcPts val="0"/>
              </a:spcAft>
              <a:buClr>
                <a:schemeClr val="dk1"/>
              </a:buClr>
              <a:buSzPts val="1000"/>
              <a:buChar char="○"/>
              <a:defRPr sz="1000"/>
            </a:lvl5pPr>
            <a:lvl6pPr indent="-292100" lvl="5" marL="2743200">
              <a:spcBef>
                <a:spcPts val="0"/>
              </a:spcBef>
              <a:spcAft>
                <a:spcPts val="0"/>
              </a:spcAft>
              <a:buClr>
                <a:schemeClr val="dk1"/>
              </a:buClr>
              <a:buSzPts val="1000"/>
              <a:buChar char="■"/>
              <a:defRPr sz="1000"/>
            </a:lvl6pPr>
            <a:lvl7pPr indent="-292100" lvl="6" marL="3200400">
              <a:spcBef>
                <a:spcPts val="0"/>
              </a:spcBef>
              <a:spcAft>
                <a:spcPts val="0"/>
              </a:spcAft>
              <a:buClr>
                <a:schemeClr val="dk1"/>
              </a:buClr>
              <a:buSzPts val="1000"/>
              <a:buChar char="●"/>
              <a:defRPr sz="1000"/>
            </a:lvl7pPr>
            <a:lvl8pPr indent="-292100" lvl="7" marL="3657600">
              <a:spcBef>
                <a:spcPts val="0"/>
              </a:spcBef>
              <a:spcAft>
                <a:spcPts val="0"/>
              </a:spcAft>
              <a:buClr>
                <a:schemeClr val="dk1"/>
              </a:buClr>
              <a:buSzPts val="1000"/>
              <a:buChar char="○"/>
              <a:defRPr sz="1000"/>
            </a:lvl8pPr>
            <a:lvl9pPr indent="-292100" lvl="8" marL="4114800">
              <a:spcBef>
                <a:spcPts val="0"/>
              </a:spcBef>
              <a:spcAft>
                <a:spcPts val="0"/>
              </a:spcAft>
              <a:buClr>
                <a:schemeClr val="dk1"/>
              </a:buClr>
              <a:buSzPts val="1000"/>
              <a:buChar char="■"/>
              <a:defRPr sz="1000"/>
            </a:lvl9pPr>
          </a:lstStyle>
          <a:p/>
        </p:txBody>
      </p:sp>
      <p:sp>
        <p:nvSpPr>
          <p:cNvPr id="359" name="Google Shape;359;p37"/>
          <p:cNvSpPr txBox="1"/>
          <p:nvPr>
            <p:ph idx="5" type="subTitle"/>
          </p:nvPr>
        </p:nvSpPr>
        <p:spPr>
          <a:xfrm>
            <a:off x="473450" y="4447875"/>
            <a:ext cx="2996100" cy="1704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600"/>
              <a:buNone/>
              <a:defRPr sz="1600"/>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
        <p:nvSpPr>
          <p:cNvPr id="360" name="Google Shape;360;p37"/>
          <p:cNvSpPr txBox="1"/>
          <p:nvPr>
            <p:ph idx="6" type="body"/>
          </p:nvPr>
        </p:nvSpPr>
        <p:spPr>
          <a:xfrm>
            <a:off x="473450" y="4682025"/>
            <a:ext cx="2819100" cy="1704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chemeClr val="dk1"/>
              </a:buClr>
              <a:buSzPts val="1000"/>
              <a:buChar char="●"/>
              <a:defRPr sz="1000"/>
            </a:lvl1pPr>
            <a:lvl2pPr indent="-292100" lvl="1" marL="914400">
              <a:spcBef>
                <a:spcPts val="0"/>
              </a:spcBef>
              <a:spcAft>
                <a:spcPts val="0"/>
              </a:spcAft>
              <a:buClr>
                <a:schemeClr val="dk1"/>
              </a:buClr>
              <a:buSzPts val="1000"/>
              <a:buChar char="○"/>
              <a:defRPr sz="1000"/>
            </a:lvl2pPr>
            <a:lvl3pPr indent="-292100" lvl="2" marL="1371600">
              <a:spcBef>
                <a:spcPts val="0"/>
              </a:spcBef>
              <a:spcAft>
                <a:spcPts val="0"/>
              </a:spcAft>
              <a:buClr>
                <a:schemeClr val="dk1"/>
              </a:buClr>
              <a:buSzPts val="1000"/>
              <a:buChar char="■"/>
              <a:defRPr sz="1000"/>
            </a:lvl3pPr>
            <a:lvl4pPr indent="-292100" lvl="3" marL="1828800">
              <a:spcBef>
                <a:spcPts val="0"/>
              </a:spcBef>
              <a:spcAft>
                <a:spcPts val="0"/>
              </a:spcAft>
              <a:buClr>
                <a:schemeClr val="dk1"/>
              </a:buClr>
              <a:buSzPts val="1000"/>
              <a:buChar char="●"/>
              <a:defRPr sz="1000"/>
            </a:lvl4pPr>
            <a:lvl5pPr indent="-292100" lvl="4" marL="2286000">
              <a:spcBef>
                <a:spcPts val="0"/>
              </a:spcBef>
              <a:spcAft>
                <a:spcPts val="0"/>
              </a:spcAft>
              <a:buClr>
                <a:schemeClr val="dk1"/>
              </a:buClr>
              <a:buSzPts val="1000"/>
              <a:buChar char="○"/>
              <a:defRPr sz="1000"/>
            </a:lvl5pPr>
            <a:lvl6pPr indent="-292100" lvl="5" marL="2743200">
              <a:spcBef>
                <a:spcPts val="0"/>
              </a:spcBef>
              <a:spcAft>
                <a:spcPts val="0"/>
              </a:spcAft>
              <a:buClr>
                <a:schemeClr val="dk1"/>
              </a:buClr>
              <a:buSzPts val="1000"/>
              <a:buChar char="■"/>
              <a:defRPr sz="1000"/>
            </a:lvl6pPr>
            <a:lvl7pPr indent="-292100" lvl="6" marL="3200400">
              <a:spcBef>
                <a:spcPts val="0"/>
              </a:spcBef>
              <a:spcAft>
                <a:spcPts val="0"/>
              </a:spcAft>
              <a:buClr>
                <a:schemeClr val="dk1"/>
              </a:buClr>
              <a:buSzPts val="1000"/>
              <a:buChar char="●"/>
              <a:defRPr sz="1000"/>
            </a:lvl7pPr>
            <a:lvl8pPr indent="-292100" lvl="7" marL="3657600">
              <a:spcBef>
                <a:spcPts val="0"/>
              </a:spcBef>
              <a:spcAft>
                <a:spcPts val="0"/>
              </a:spcAft>
              <a:buClr>
                <a:schemeClr val="dk1"/>
              </a:buClr>
              <a:buSzPts val="1000"/>
              <a:buChar char="○"/>
              <a:defRPr sz="1000"/>
            </a:lvl8pPr>
            <a:lvl9pPr indent="-292100" lvl="8" marL="4114800">
              <a:spcBef>
                <a:spcPts val="0"/>
              </a:spcBef>
              <a:spcAft>
                <a:spcPts val="0"/>
              </a:spcAft>
              <a:buClr>
                <a:schemeClr val="dk1"/>
              </a:buClr>
              <a:buSzPts val="1000"/>
              <a:buChar char="■"/>
              <a:defRPr sz="1000"/>
            </a:lvl9pPr>
          </a:lstStyle>
          <a:p/>
        </p:txBody>
      </p:sp>
      <p:sp>
        <p:nvSpPr>
          <p:cNvPr id="361" name="Google Shape;361;p37"/>
          <p:cNvSpPr/>
          <p:nvPr/>
        </p:nvSpPr>
        <p:spPr>
          <a:xfrm>
            <a:off x="4514726" y="2289626"/>
            <a:ext cx="161400" cy="1704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37"/>
          <p:cNvSpPr/>
          <p:nvPr/>
        </p:nvSpPr>
        <p:spPr>
          <a:xfrm>
            <a:off x="4514726" y="3368762"/>
            <a:ext cx="161400" cy="1704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37"/>
          <p:cNvSpPr/>
          <p:nvPr/>
        </p:nvSpPr>
        <p:spPr>
          <a:xfrm>
            <a:off x="4514726" y="4447899"/>
            <a:ext cx="161400" cy="1704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37"/>
          <p:cNvSpPr txBox="1"/>
          <p:nvPr>
            <p:ph idx="7" type="subTitle"/>
          </p:nvPr>
        </p:nvSpPr>
        <p:spPr>
          <a:xfrm>
            <a:off x="4759575" y="2289550"/>
            <a:ext cx="2996100" cy="1704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600"/>
              <a:buNone/>
              <a:defRPr sz="1600"/>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
        <p:nvSpPr>
          <p:cNvPr id="365" name="Google Shape;365;p37"/>
          <p:cNvSpPr txBox="1"/>
          <p:nvPr>
            <p:ph idx="8" type="body"/>
          </p:nvPr>
        </p:nvSpPr>
        <p:spPr>
          <a:xfrm>
            <a:off x="4759575" y="2523700"/>
            <a:ext cx="2819100" cy="1704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chemeClr val="dk1"/>
              </a:buClr>
              <a:buSzPts val="1000"/>
              <a:buChar char="●"/>
              <a:defRPr sz="1000"/>
            </a:lvl1pPr>
            <a:lvl2pPr indent="-292100" lvl="1" marL="914400">
              <a:spcBef>
                <a:spcPts val="0"/>
              </a:spcBef>
              <a:spcAft>
                <a:spcPts val="0"/>
              </a:spcAft>
              <a:buClr>
                <a:schemeClr val="dk1"/>
              </a:buClr>
              <a:buSzPts val="1000"/>
              <a:buChar char="○"/>
              <a:defRPr sz="1000"/>
            </a:lvl2pPr>
            <a:lvl3pPr indent="-292100" lvl="2" marL="1371600">
              <a:spcBef>
                <a:spcPts val="0"/>
              </a:spcBef>
              <a:spcAft>
                <a:spcPts val="0"/>
              </a:spcAft>
              <a:buClr>
                <a:schemeClr val="dk1"/>
              </a:buClr>
              <a:buSzPts val="1000"/>
              <a:buChar char="■"/>
              <a:defRPr sz="1000"/>
            </a:lvl3pPr>
            <a:lvl4pPr indent="-292100" lvl="3" marL="1828800">
              <a:spcBef>
                <a:spcPts val="0"/>
              </a:spcBef>
              <a:spcAft>
                <a:spcPts val="0"/>
              </a:spcAft>
              <a:buClr>
                <a:schemeClr val="dk1"/>
              </a:buClr>
              <a:buSzPts val="1000"/>
              <a:buChar char="●"/>
              <a:defRPr sz="1000"/>
            </a:lvl4pPr>
            <a:lvl5pPr indent="-292100" lvl="4" marL="2286000">
              <a:spcBef>
                <a:spcPts val="0"/>
              </a:spcBef>
              <a:spcAft>
                <a:spcPts val="0"/>
              </a:spcAft>
              <a:buClr>
                <a:schemeClr val="dk1"/>
              </a:buClr>
              <a:buSzPts val="1000"/>
              <a:buChar char="○"/>
              <a:defRPr sz="1000"/>
            </a:lvl5pPr>
            <a:lvl6pPr indent="-292100" lvl="5" marL="2743200">
              <a:spcBef>
                <a:spcPts val="0"/>
              </a:spcBef>
              <a:spcAft>
                <a:spcPts val="0"/>
              </a:spcAft>
              <a:buClr>
                <a:schemeClr val="dk1"/>
              </a:buClr>
              <a:buSzPts val="1000"/>
              <a:buChar char="■"/>
              <a:defRPr sz="1000"/>
            </a:lvl6pPr>
            <a:lvl7pPr indent="-292100" lvl="6" marL="3200400">
              <a:spcBef>
                <a:spcPts val="0"/>
              </a:spcBef>
              <a:spcAft>
                <a:spcPts val="0"/>
              </a:spcAft>
              <a:buClr>
                <a:schemeClr val="dk1"/>
              </a:buClr>
              <a:buSzPts val="1000"/>
              <a:buChar char="●"/>
              <a:defRPr sz="1000"/>
            </a:lvl7pPr>
            <a:lvl8pPr indent="-292100" lvl="7" marL="3657600">
              <a:spcBef>
                <a:spcPts val="0"/>
              </a:spcBef>
              <a:spcAft>
                <a:spcPts val="0"/>
              </a:spcAft>
              <a:buClr>
                <a:schemeClr val="dk1"/>
              </a:buClr>
              <a:buSzPts val="1000"/>
              <a:buChar char="○"/>
              <a:defRPr sz="1000"/>
            </a:lvl8pPr>
            <a:lvl9pPr indent="-292100" lvl="8" marL="4114800">
              <a:spcBef>
                <a:spcPts val="0"/>
              </a:spcBef>
              <a:spcAft>
                <a:spcPts val="0"/>
              </a:spcAft>
              <a:buClr>
                <a:schemeClr val="dk1"/>
              </a:buClr>
              <a:buSzPts val="1000"/>
              <a:buChar char="■"/>
              <a:defRPr sz="1000"/>
            </a:lvl9pPr>
          </a:lstStyle>
          <a:p/>
        </p:txBody>
      </p:sp>
      <p:sp>
        <p:nvSpPr>
          <p:cNvPr id="366" name="Google Shape;366;p37"/>
          <p:cNvSpPr txBox="1"/>
          <p:nvPr>
            <p:ph idx="9" type="subTitle"/>
          </p:nvPr>
        </p:nvSpPr>
        <p:spPr>
          <a:xfrm>
            <a:off x="4759575" y="3368750"/>
            <a:ext cx="2996100" cy="1704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600"/>
              <a:buNone/>
              <a:defRPr sz="1600"/>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
        <p:nvSpPr>
          <p:cNvPr id="367" name="Google Shape;367;p37"/>
          <p:cNvSpPr txBox="1"/>
          <p:nvPr>
            <p:ph idx="13" type="body"/>
          </p:nvPr>
        </p:nvSpPr>
        <p:spPr>
          <a:xfrm>
            <a:off x="4759575" y="3602900"/>
            <a:ext cx="2819100" cy="1704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chemeClr val="dk1"/>
              </a:buClr>
              <a:buSzPts val="1000"/>
              <a:buChar char="●"/>
              <a:defRPr sz="1000"/>
            </a:lvl1pPr>
            <a:lvl2pPr indent="-292100" lvl="1" marL="914400">
              <a:spcBef>
                <a:spcPts val="0"/>
              </a:spcBef>
              <a:spcAft>
                <a:spcPts val="0"/>
              </a:spcAft>
              <a:buClr>
                <a:schemeClr val="dk1"/>
              </a:buClr>
              <a:buSzPts val="1000"/>
              <a:buChar char="○"/>
              <a:defRPr sz="1000"/>
            </a:lvl2pPr>
            <a:lvl3pPr indent="-292100" lvl="2" marL="1371600">
              <a:spcBef>
                <a:spcPts val="0"/>
              </a:spcBef>
              <a:spcAft>
                <a:spcPts val="0"/>
              </a:spcAft>
              <a:buClr>
                <a:schemeClr val="dk1"/>
              </a:buClr>
              <a:buSzPts val="1000"/>
              <a:buChar char="■"/>
              <a:defRPr sz="1000"/>
            </a:lvl3pPr>
            <a:lvl4pPr indent="-292100" lvl="3" marL="1828800">
              <a:spcBef>
                <a:spcPts val="0"/>
              </a:spcBef>
              <a:spcAft>
                <a:spcPts val="0"/>
              </a:spcAft>
              <a:buClr>
                <a:schemeClr val="dk1"/>
              </a:buClr>
              <a:buSzPts val="1000"/>
              <a:buChar char="●"/>
              <a:defRPr sz="1000"/>
            </a:lvl4pPr>
            <a:lvl5pPr indent="-292100" lvl="4" marL="2286000">
              <a:spcBef>
                <a:spcPts val="0"/>
              </a:spcBef>
              <a:spcAft>
                <a:spcPts val="0"/>
              </a:spcAft>
              <a:buClr>
                <a:schemeClr val="dk1"/>
              </a:buClr>
              <a:buSzPts val="1000"/>
              <a:buChar char="○"/>
              <a:defRPr sz="1000"/>
            </a:lvl5pPr>
            <a:lvl6pPr indent="-292100" lvl="5" marL="2743200">
              <a:spcBef>
                <a:spcPts val="0"/>
              </a:spcBef>
              <a:spcAft>
                <a:spcPts val="0"/>
              </a:spcAft>
              <a:buClr>
                <a:schemeClr val="dk1"/>
              </a:buClr>
              <a:buSzPts val="1000"/>
              <a:buChar char="■"/>
              <a:defRPr sz="1000"/>
            </a:lvl6pPr>
            <a:lvl7pPr indent="-292100" lvl="6" marL="3200400">
              <a:spcBef>
                <a:spcPts val="0"/>
              </a:spcBef>
              <a:spcAft>
                <a:spcPts val="0"/>
              </a:spcAft>
              <a:buClr>
                <a:schemeClr val="dk1"/>
              </a:buClr>
              <a:buSzPts val="1000"/>
              <a:buChar char="●"/>
              <a:defRPr sz="1000"/>
            </a:lvl7pPr>
            <a:lvl8pPr indent="-292100" lvl="7" marL="3657600">
              <a:spcBef>
                <a:spcPts val="0"/>
              </a:spcBef>
              <a:spcAft>
                <a:spcPts val="0"/>
              </a:spcAft>
              <a:buClr>
                <a:schemeClr val="dk1"/>
              </a:buClr>
              <a:buSzPts val="1000"/>
              <a:buChar char="○"/>
              <a:defRPr sz="1000"/>
            </a:lvl8pPr>
            <a:lvl9pPr indent="-292100" lvl="8" marL="4114800">
              <a:spcBef>
                <a:spcPts val="0"/>
              </a:spcBef>
              <a:spcAft>
                <a:spcPts val="0"/>
              </a:spcAft>
              <a:buClr>
                <a:schemeClr val="dk1"/>
              </a:buClr>
              <a:buSzPts val="1000"/>
              <a:buChar char="■"/>
              <a:defRPr sz="1000"/>
            </a:lvl9pPr>
          </a:lstStyle>
          <a:p/>
        </p:txBody>
      </p:sp>
      <p:sp>
        <p:nvSpPr>
          <p:cNvPr id="368" name="Google Shape;368;p37"/>
          <p:cNvSpPr txBox="1"/>
          <p:nvPr>
            <p:ph idx="14" type="subTitle"/>
          </p:nvPr>
        </p:nvSpPr>
        <p:spPr>
          <a:xfrm>
            <a:off x="4759575" y="4447950"/>
            <a:ext cx="2996100" cy="1704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600"/>
              <a:buNone/>
              <a:defRPr sz="1600"/>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
        <p:nvSpPr>
          <p:cNvPr id="369" name="Google Shape;369;p37"/>
          <p:cNvSpPr txBox="1"/>
          <p:nvPr>
            <p:ph idx="15" type="body"/>
          </p:nvPr>
        </p:nvSpPr>
        <p:spPr>
          <a:xfrm>
            <a:off x="4759575" y="4682100"/>
            <a:ext cx="2819100" cy="1704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chemeClr val="dk1"/>
              </a:buClr>
              <a:buSzPts val="1000"/>
              <a:buChar char="●"/>
              <a:defRPr sz="1000"/>
            </a:lvl1pPr>
            <a:lvl2pPr indent="-292100" lvl="1" marL="914400">
              <a:spcBef>
                <a:spcPts val="0"/>
              </a:spcBef>
              <a:spcAft>
                <a:spcPts val="0"/>
              </a:spcAft>
              <a:buClr>
                <a:schemeClr val="dk1"/>
              </a:buClr>
              <a:buSzPts val="1000"/>
              <a:buChar char="○"/>
              <a:defRPr sz="1000"/>
            </a:lvl2pPr>
            <a:lvl3pPr indent="-292100" lvl="2" marL="1371600">
              <a:spcBef>
                <a:spcPts val="0"/>
              </a:spcBef>
              <a:spcAft>
                <a:spcPts val="0"/>
              </a:spcAft>
              <a:buClr>
                <a:schemeClr val="dk1"/>
              </a:buClr>
              <a:buSzPts val="1000"/>
              <a:buChar char="■"/>
              <a:defRPr sz="1000"/>
            </a:lvl3pPr>
            <a:lvl4pPr indent="-292100" lvl="3" marL="1828800">
              <a:spcBef>
                <a:spcPts val="0"/>
              </a:spcBef>
              <a:spcAft>
                <a:spcPts val="0"/>
              </a:spcAft>
              <a:buClr>
                <a:schemeClr val="dk1"/>
              </a:buClr>
              <a:buSzPts val="1000"/>
              <a:buChar char="●"/>
              <a:defRPr sz="1000"/>
            </a:lvl4pPr>
            <a:lvl5pPr indent="-292100" lvl="4" marL="2286000">
              <a:spcBef>
                <a:spcPts val="0"/>
              </a:spcBef>
              <a:spcAft>
                <a:spcPts val="0"/>
              </a:spcAft>
              <a:buClr>
                <a:schemeClr val="dk1"/>
              </a:buClr>
              <a:buSzPts val="1000"/>
              <a:buChar char="○"/>
              <a:defRPr sz="1000"/>
            </a:lvl5pPr>
            <a:lvl6pPr indent="-292100" lvl="5" marL="2743200">
              <a:spcBef>
                <a:spcPts val="0"/>
              </a:spcBef>
              <a:spcAft>
                <a:spcPts val="0"/>
              </a:spcAft>
              <a:buClr>
                <a:schemeClr val="dk1"/>
              </a:buClr>
              <a:buSzPts val="1000"/>
              <a:buChar char="■"/>
              <a:defRPr sz="1000"/>
            </a:lvl6pPr>
            <a:lvl7pPr indent="-292100" lvl="6" marL="3200400">
              <a:spcBef>
                <a:spcPts val="0"/>
              </a:spcBef>
              <a:spcAft>
                <a:spcPts val="0"/>
              </a:spcAft>
              <a:buClr>
                <a:schemeClr val="dk1"/>
              </a:buClr>
              <a:buSzPts val="1000"/>
              <a:buChar char="●"/>
              <a:defRPr sz="1000"/>
            </a:lvl7pPr>
            <a:lvl8pPr indent="-292100" lvl="7" marL="3657600">
              <a:spcBef>
                <a:spcPts val="0"/>
              </a:spcBef>
              <a:spcAft>
                <a:spcPts val="0"/>
              </a:spcAft>
              <a:buClr>
                <a:schemeClr val="dk1"/>
              </a:buClr>
              <a:buSzPts val="1000"/>
              <a:buChar char="○"/>
              <a:defRPr sz="1000"/>
            </a:lvl8pPr>
            <a:lvl9pPr indent="-292100" lvl="8" marL="4114800">
              <a:spcBef>
                <a:spcPts val="0"/>
              </a:spcBef>
              <a:spcAft>
                <a:spcPts val="0"/>
              </a:spcAft>
              <a:buClr>
                <a:schemeClr val="dk1"/>
              </a:buClr>
              <a:buSzPts val="1000"/>
              <a:buChar char="■"/>
              <a:defRPr sz="1000"/>
            </a:lvl9pPr>
          </a:lstStyle>
          <a:p/>
        </p:txBody>
      </p:sp>
      <p:sp>
        <p:nvSpPr>
          <p:cNvPr id="370" name="Google Shape;370;p37"/>
          <p:cNvSpPr txBox="1"/>
          <p:nvPr>
            <p:ph type="title"/>
          </p:nvPr>
        </p:nvSpPr>
        <p:spPr>
          <a:xfrm>
            <a:off x="230900" y="457200"/>
            <a:ext cx="4406400" cy="562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3600"/>
              <a:buNone/>
              <a:defRPr/>
            </a:lvl1pPr>
            <a:lvl2pPr lvl="1">
              <a:spcBef>
                <a:spcPts val="0"/>
              </a:spcBef>
              <a:spcAft>
                <a:spcPts val="0"/>
              </a:spcAft>
              <a:buClr>
                <a:schemeClr val="dk1"/>
              </a:buClr>
              <a:buSzPts val="3600"/>
              <a:buNone/>
              <a:defRPr sz="3600"/>
            </a:lvl2pPr>
            <a:lvl3pPr lvl="2">
              <a:spcBef>
                <a:spcPts val="0"/>
              </a:spcBef>
              <a:spcAft>
                <a:spcPts val="0"/>
              </a:spcAft>
              <a:buClr>
                <a:schemeClr val="dk1"/>
              </a:buClr>
              <a:buSzPts val="3600"/>
              <a:buNone/>
              <a:defRPr sz="3600"/>
            </a:lvl3pPr>
            <a:lvl4pPr lvl="3">
              <a:spcBef>
                <a:spcPts val="0"/>
              </a:spcBef>
              <a:spcAft>
                <a:spcPts val="0"/>
              </a:spcAft>
              <a:buClr>
                <a:schemeClr val="dk1"/>
              </a:buClr>
              <a:buSzPts val="3600"/>
              <a:buNone/>
              <a:defRPr sz="3600"/>
            </a:lvl4pPr>
            <a:lvl5pPr lvl="4">
              <a:spcBef>
                <a:spcPts val="0"/>
              </a:spcBef>
              <a:spcAft>
                <a:spcPts val="0"/>
              </a:spcAft>
              <a:buClr>
                <a:schemeClr val="dk1"/>
              </a:buClr>
              <a:buSzPts val="3600"/>
              <a:buNone/>
              <a:defRPr sz="3600"/>
            </a:lvl5pPr>
            <a:lvl6pPr lvl="5">
              <a:spcBef>
                <a:spcPts val="0"/>
              </a:spcBef>
              <a:spcAft>
                <a:spcPts val="0"/>
              </a:spcAft>
              <a:buClr>
                <a:schemeClr val="dk1"/>
              </a:buClr>
              <a:buSzPts val="3600"/>
              <a:buNone/>
              <a:defRPr sz="3600"/>
            </a:lvl6pPr>
            <a:lvl7pPr lvl="6">
              <a:spcBef>
                <a:spcPts val="0"/>
              </a:spcBef>
              <a:spcAft>
                <a:spcPts val="0"/>
              </a:spcAft>
              <a:buClr>
                <a:schemeClr val="dk1"/>
              </a:buClr>
              <a:buSzPts val="3600"/>
              <a:buNone/>
              <a:defRPr sz="3600"/>
            </a:lvl7pPr>
            <a:lvl8pPr lvl="7">
              <a:spcBef>
                <a:spcPts val="0"/>
              </a:spcBef>
              <a:spcAft>
                <a:spcPts val="0"/>
              </a:spcAft>
              <a:buClr>
                <a:schemeClr val="dk1"/>
              </a:buClr>
              <a:buSzPts val="3600"/>
              <a:buNone/>
              <a:defRPr sz="3600"/>
            </a:lvl8pPr>
            <a:lvl9pPr lvl="8">
              <a:spcBef>
                <a:spcPts val="0"/>
              </a:spcBef>
              <a:spcAft>
                <a:spcPts val="0"/>
              </a:spcAft>
              <a:buClr>
                <a:schemeClr val="dk1"/>
              </a:buClr>
              <a:buSzPts val="3600"/>
              <a:buNone/>
              <a:defRPr sz="3600"/>
            </a:lvl9pPr>
          </a:lstStyle>
          <a:p/>
        </p:txBody>
      </p:sp>
      <p:sp>
        <p:nvSpPr>
          <p:cNvPr id="371" name="Google Shape;371;p37"/>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ne Graph">
  <p:cSld name="CUSTOM_12">
    <p:bg>
      <p:bgPr>
        <a:solidFill>
          <a:schemeClr val="lt1"/>
        </a:solidFill>
      </p:bgPr>
    </p:bg>
    <p:spTree>
      <p:nvGrpSpPr>
        <p:cNvPr id="372" name="Shape 372"/>
        <p:cNvGrpSpPr/>
        <p:nvPr/>
      </p:nvGrpSpPr>
      <p:grpSpPr>
        <a:xfrm>
          <a:off x="0" y="0"/>
          <a:ext cx="0" cy="0"/>
          <a:chOff x="0" y="0"/>
          <a:chExt cx="0" cy="0"/>
        </a:xfrm>
      </p:grpSpPr>
      <p:sp>
        <p:nvSpPr>
          <p:cNvPr id="373" name="Google Shape;373;p38"/>
          <p:cNvSpPr txBox="1"/>
          <p:nvPr>
            <p:ph type="title"/>
          </p:nvPr>
        </p:nvSpPr>
        <p:spPr>
          <a:xfrm>
            <a:off x="230900" y="457200"/>
            <a:ext cx="4406400" cy="562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3600"/>
              <a:buNone/>
              <a:defRPr/>
            </a:lvl1pPr>
            <a:lvl2pPr lvl="1">
              <a:spcBef>
                <a:spcPts val="0"/>
              </a:spcBef>
              <a:spcAft>
                <a:spcPts val="0"/>
              </a:spcAft>
              <a:buClr>
                <a:schemeClr val="dk1"/>
              </a:buClr>
              <a:buSzPts val="3600"/>
              <a:buNone/>
              <a:defRPr sz="3600"/>
            </a:lvl2pPr>
            <a:lvl3pPr lvl="2">
              <a:spcBef>
                <a:spcPts val="0"/>
              </a:spcBef>
              <a:spcAft>
                <a:spcPts val="0"/>
              </a:spcAft>
              <a:buClr>
                <a:schemeClr val="dk1"/>
              </a:buClr>
              <a:buSzPts val="3600"/>
              <a:buNone/>
              <a:defRPr sz="3600"/>
            </a:lvl3pPr>
            <a:lvl4pPr lvl="3">
              <a:spcBef>
                <a:spcPts val="0"/>
              </a:spcBef>
              <a:spcAft>
                <a:spcPts val="0"/>
              </a:spcAft>
              <a:buClr>
                <a:schemeClr val="dk1"/>
              </a:buClr>
              <a:buSzPts val="3600"/>
              <a:buNone/>
              <a:defRPr sz="3600"/>
            </a:lvl4pPr>
            <a:lvl5pPr lvl="4">
              <a:spcBef>
                <a:spcPts val="0"/>
              </a:spcBef>
              <a:spcAft>
                <a:spcPts val="0"/>
              </a:spcAft>
              <a:buClr>
                <a:schemeClr val="dk1"/>
              </a:buClr>
              <a:buSzPts val="3600"/>
              <a:buNone/>
              <a:defRPr sz="3600"/>
            </a:lvl5pPr>
            <a:lvl6pPr lvl="5">
              <a:spcBef>
                <a:spcPts val="0"/>
              </a:spcBef>
              <a:spcAft>
                <a:spcPts val="0"/>
              </a:spcAft>
              <a:buClr>
                <a:schemeClr val="dk1"/>
              </a:buClr>
              <a:buSzPts val="3600"/>
              <a:buNone/>
              <a:defRPr sz="3600"/>
            </a:lvl6pPr>
            <a:lvl7pPr lvl="6">
              <a:spcBef>
                <a:spcPts val="0"/>
              </a:spcBef>
              <a:spcAft>
                <a:spcPts val="0"/>
              </a:spcAft>
              <a:buClr>
                <a:schemeClr val="dk1"/>
              </a:buClr>
              <a:buSzPts val="3600"/>
              <a:buNone/>
              <a:defRPr sz="3600"/>
            </a:lvl7pPr>
            <a:lvl8pPr lvl="7">
              <a:spcBef>
                <a:spcPts val="0"/>
              </a:spcBef>
              <a:spcAft>
                <a:spcPts val="0"/>
              </a:spcAft>
              <a:buClr>
                <a:schemeClr val="dk1"/>
              </a:buClr>
              <a:buSzPts val="3600"/>
              <a:buNone/>
              <a:defRPr sz="3600"/>
            </a:lvl8pPr>
            <a:lvl9pPr lvl="8">
              <a:spcBef>
                <a:spcPts val="0"/>
              </a:spcBef>
              <a:spcAft>
                <a:spcPts val="0"/>
              </a:spcAft>
              <a:buClr>
                <a:schemeClr val="dk1"/>
              </a:buClr>
              <a:buSzPts val="3600"/>
              <a:buNone/>
              <a:defRPr sz="3600"/>
            </a:lvl9pPr>
          </a:lstStyle>
          <a:p/>
        </p:txBody>
      </p:sp>
      <p:sp>
        <p:nvSpPr>
          <p:cNvPr id="374" name="Google Shape;374;p38"/>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bjectives / Key Takeaways">
  <p:cSld name="CUSTOM_12_1">
    <p:bg>
      <p:bgPr>
        <a:solidFill>
          <a:schemeClr val="lt1"/>
        </a:solidFill>
      </p:bgPr>
    </p:bg>
    <p:spTree>
      <p:nvGrpSpPr>
        <p:cNvPr id="375" name="Shape 375"/>
        <p:cNvGrpSpPr/>
        <p:nvPr/>
      </p:nvGrpSpPr>
      <p:grpSpPr>
        <a:xfrm>
          <a:off x="0" y="0"/>
          <a:ext cx="0" cy="0"/>
          <a:chOff x="0" y="0"/>
          <a:chExt cx="0" cy="0"/>
        </a:xfrm>
      </p:grpSpPr>
      <p:graphicFrame>
        <p:nvGraphicFramePr>
          <p:cNvPr id="376" name="Google Shape;376;p39"/>
          <p:cNvGraphicFramePr/>
          <p:nvPr/>
        </p:nvGraphicFramePr>
        <p:xfrm>
          <a:off x="228588" y="1424250"/>
          <a:ext cx="3000000" cy="3000000"/>
        </p:xfrm>
        <a:graphic>
          <a:graphicData uri="http://schemas.openxmlformats.org/drawingml/2006/table">
            <a:tbl>
              <a:tblPr>
                <a:noFill/>
                <a:tableStyleId>{023DEC9C-ECB6-468F-B446-90BCE04BCB2E}</a:tableStyleId>
              </a:tblPr>
              <a:tblGrid>
                <a:gridCol w="2711825"/>
              </a:tblGrid>
              <a:tr h="3817025">
                <a:tc>
                  <a:txBody>
                    <a:bodyPr/>
                    <a:lstStyle/>
                    <a:p>
                      <a:pPr indent="0" lvl="0" marL="0" rtl="0" algn="l">
                        <a:spcBef>
                          <a:spcPts val="0"/>
                        </a:spcBef>
                        <a:spcAft>
                          <a:spcPts val="0"/>
                        </a:spcAft>
                        <a:buNone/>
                      </a:pPr>
                      <a:r>
                        <a:t/>
                      </a:r>
                      <a:endParaRPr>
                        <a:solidFill>
                          <a:schemeClr val="dk1"/>
                        </a:solidFill>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graphicFrame>
        <p:nvGraphicFramePr>
          <p:cNvPr id="377" name="Google Shape;377;p39"/>
          <p:cNvGraphicFramePr/>
          <p:nvPr/>
        </p:nvGraphicFramePr>
        <p:xfrm>
          <a:off x="3216075" y="1424250"/>
          <a:ext cx="3000000" cy="3000000"/>
        </p:xfrm>
        <a:graphic>
          <a:graphicData uri="http://schemas.openxmlformats.org/drawingml/2006/table">
            <a:tbl>
              <a:tblPr>
                <a:noFill/>
                <a:tableStyleId>{023DEC9C-ECB6-468F-B446-90BCE04BCB2E}</a:tableStyleId>
              </a:tblPr>
              <a:tblGrid>
                <a:gridCol w="2711825"/>
              </a:tblGrid>
              <a:tr h="3817025">
                <a:tc>
                  <a:txBody>
                    <a:bodyPr/>
                    <a:lstStyle/>
                    <a:p>
                      <a:pPr indent="0" lvl="0" marL="0" rtl="0" algn="l">
                        <a:spcBef>
                          <a:spcPts val="0"/>
                        </a:spcBef>
                        <a:spcAft>
                          <a:spcPts val="0"/>
                        </a:spcAft>
                        <a:buNone/>
                      </a:pPr>
                      <a:r>
                        <a:t/>
                      </a:r>
                      <a:endParaRPr>
                        <a:solidFill>
                          <a:schemeClr val="dk1"/>
                        </a:solidFill>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graphicFrame>
        <p:nvGraphicFramePr>
          <p:cNvPr id="378" name="Google Shape;378;p39"/>
          <p:cNvGraphicFramePr/>
          <p:nvPr/>
        </p:nvGraphicFramePr>
        <p:xfrm>
          <a:off x="6203563" y="1424250"/>
          <a:ext cx="3000000" cy="3000000"/>
        </p:xfrm>
        <a:graphic>
          <a:graphicData uri="http://schemas.openxmlformats.org/drawingml/2006/table">
            <a:tbl>
              <a:tblPr>
                <a:noFill/>
                <a:tableStyleId>{023DEC9C-ECB6-468F-B446-90BCE04BCB2E}</a:tableStyleId>
              </a:tblPr>
              <a:tblGrid>
                <a:gridCol w="2711825"/>
              </a:tblGrid>
              <a:tr h="3817025">
                <a:tc>
                  <a:txBody>
                    <a:bodyPr/>
                    <a:lstStyle/>
                    <a:p>
                      <a:pPr indent="0" lvl="0" marL="0" rtl="0" algn="l">
                        <a:spcBef>
                          <a:spcPts val="0"/>
                        </a:spcBef>
                        <a:spcAft>
                          <a:spcPts val="0"/>
                        </a:spcAft>
                        <a:buNone/>
                      </a:pPr>
                      <a:r>
                        <a:t/>
                      </a:r>
                      <a:endParaRPr>
                        <a:solidFill>
                          <a:schemeClr val="dk1"/>
                        </a:solidFill>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
        <p:nvSpPr>
          <p:cNvPr id="379" name="Google Shape;379;p39"/>
          <p:cNvSpPr txBox="1"/>
          <p:nvPr>
            <p:ph idx="1" type="body"/>
          </p:nvPr>
        </p:nvSpPr>
        <p:spPr>
          <a:xfrm>
            <a:off x="356300" y="2437750"/>
            <a:ext cx="2456400" cy="2462400"/>
          </a:xfrm>
          <a:prstGeom prst="rect">
            <a:avLst/>
          </a:prstGeom>
        </p:spPr>
        <p:txBody>
          <a:bodyPr anchorCtr="0" anchor="b"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80" name="Google Shape;380;p39"/>
          <p:cNvSpPr txBox="1"/>
          <p:nvPr>
            <p:ph idx="2" type="body"/>
          </p:nvPr>
        </p:nvSpPr>
        <p:spPr>
          <a:xfrm>
            <a:off x="3343788" y="2437750"/>
            <a:ext cx="2456400" cy="2462400"/>
          </a:xfrm>
          <a:prstGeom prst="rect">
            <a:avLst/>
          </a:prstGeom>
        </p:spPr>
        <p:txBody>
          <a:bodyPr anchorCtr="0" anchor="b"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81" name="Google Shape;381;p39"/>
          <p:cNvSpPr txBox="1"/>
          <p:nvPr>
            <p:ph idx="3" type="body"/>
          </p:nvPr>
        </p:nvSpPr>
        <p:spPr>
          <a:xfrm>
            <a:off x="6331275" y="2437750"/>
            <a:ext cx="2456400" cy="2462400"/>
          </a:xfrm>
          <a:prstGeom prst="rect">
            <a:avLst/>
          </a:prstGeom>
        </p:spPr>
        <p:txBody>
          <a:bodyPr anchorCtr="0" anchor="b"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82" name="Google Shape;382;p39"/>
          <p:cNvSpPr txBox="1"/>
          <p:nvPr>
            <p:ph type="title"/>
          </p:nvPr>
        </p:nvSpPr>
        <p:spPr>
          <a:xfrm>
            <a:off x="333350" y="1565975"/>
            <a:ext cx="2502300" cy="6780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p:txBody>
      </p:sp>
      <p:sp>
        <p:nvSpPr>
          <p:cNvPr id="383" name="Google Shape;383;p39"/>
          <p:cNvSpPr txBox="1"/>
          <p:nvPr>
            <p:ph idx="4" type="title"/>
          </p:nvPr>
        </p:nvSpPr>
        <p:spPr>
          <a:xfrm>
            <a:off x="3320850" y="1565975"/>
            <a:ext cx="2502300" cy="6780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p:txBody>
      </p:sp>
      <p:sp>
        <p:nvSpPr>
          <p:cNvPr id="384" name="Google Shape;384;p39"/>
          <p:cNvSpPr txBox="1"/>
          <p:nvPr>
            <p:ph idx="5" type="title"/>
          </p:nvPr>
        </p:nvSpPr>
        <p:spPr>
          <a:xfrm>
            <a:off x="6308325" y="1565975"/>
            <a:ext cx="2502300" cy="6780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p:txBody>
      </p:sp>
      <p:sp>
        <p:nvSpPr>
          <p:cNvPr id="385" name="Google Shape;385;p39"/>
          <p:cNvSpPr txBox="1"/>
          <p:nvPr>
            <p:ph idx="6" type="title"/>
          </p:nvPr>
        </p:nvSpPr>
        <p:spPr>
          <a:xfrm>
            <a:off x="230900" y="457200"/>
            <a:ext cx="4406400" cy="562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3600"/>
              <a:buNone/>
              <a:defRPr/>
            </a:lvl1pPr>
            <a:lvl2pPr lvl="1">
              <a:spcBef>
                <a:spcPts val="0"/>
              </a:spcBef>
              <a:spcAft>
                <a:spcPts val="0"/>
              </a:spcAft>
              <a:buClr>
                <a:schemeClr val="dk1"/>
              </a:buClr>
              <a:buSzPts val="3600"/>
              <a:buNone/>
              <a:defRPr sz="3600"/>
            </a:lvl2pPr>
            <a:lvl3pPr lvl="2">
              <a:spcBef>
                <a:spcPts val="0"/>
              </a:spcBef>
              <a:spcAft>
                <a:spcPts val="0"/>
              </a:spcAft>
              <a:buClr>
                <a:schemeClr val="dk1"/>
              </a:buClr>
              <a:buSzPts val="3600"/>
              <a:buNone/>
              <a:defRPr sz="3600"/>
            </a:lvl3pPr>
            <a:lvl4pPr lvl="3">
              <a:spcBef>
                <a:spcPts val="0"/>
              </a:spcBef>
              <a:spcAft>
                <a:spcPts val="0"/>
              </a:spcAft>
              <a:buClr>
                <a:schemeClr val="dk1"/>
              </a:buClr>
              <a:buSzPts val="3600"/>
              <a:buNone/>
              <a:defRPr sz="3600"/>
            </a:lvl4pPr>
            <a:lvl5pPr lvl="4">
              <a:spcBef>
                <a:spcPts val="0"/>
              </a:spcBef>
              <a:spcAft>
                <a:spcPts val="0"/>
              </a:spcAft>
              <a:buClr>
                <a:schemeClr val="dk1"/>
              </a:buClr>
              <a:buSzPts val="3600"/>
              <a:buNone/>
              <a:defRPr sz="3600"/>
            </a:lvl5pPr>
            <a:lvl6pPr lvl="5">
              <a:spcBef>
                <a:spcPts val="0"/>
              </a:spcBef>
              <a:spcAft>
                <a:spcPts val="0"/>
              </a:spcAft>
              <a:buClr>
                <a:schemeClr val="dk1"/>
              </a:buClr>
              <a:buSzPts val="3600"/>
              <a:buNone/>
              <a:defRPr sz="3600"/>
            </a:lvl6pPr>
            <a:lvl7pPr lvl="6">
              <a:spcBef>
                <a:spcPts val="0"/>
              </a:spcBef>
              <a:spcAft>
                <a:spcPts val="0"/>
              </a:spcAft>
              <a:buClr>
                <a:schemeClr val="dk1"/>
              </a:buClr>
              <a:buSzPts val="3600"/>
              <a:buNone/>
              <a:defRPr sz="3600"/>
            </a:lvl7pPr>
            <a:lvl8pPr lvl="7">
              <a:spcBef>
                <a:spcPts val="0"/>
              </a:spcBef>
              <a:spcAft>
                <a:spcPts val="0"/>
              </a:spcAft>
              <a:buClr>
                <a:schemeClr val="dk1"/>
              </a:buClr>
              <a:buSzPts val="3600"/>
              <a:buNone/>
              <a:defRPr sz="3600"/>
            </a:lvl8pPr>
            <a:lvl9pPr lvl="8">
              <a:spcBef>
                <a:spcPts val="0"/>
              </a:spcBef>
              <a:spcAft>
                <a:spcPts val="0"/>
              </a:spcAft>
              <a:buClr>
                <a:schemeClr val="dk1"/>
              </a:buClr>
              <a:buSzPts val="3600"/>
              <a:buNone/>
              <a:defRPr sz="3600"/>
            </a:lvl9pPr>
          </a:lstStyle>
          <a:p/>
        </p:txBody>
      </p:sp>
      <p:sp>
        <p:nvSpPr>
          <p:cNvPr id="386" name="Google Shape;386;p39"/>
          <p:cNvSpPr txBox="1"/>
          <p:nvPr>
            <p:ph idx="7" type="title"/>
          </p:nvPr>
        </p:nvSpPr>
        <p:spPr>
          <a:xfrm>
            <a:off x="316303" y="1833564"/>
            <a:ext cx="2502300" cy="13581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3600"/>
              <a:buNone/>
              <a:defRPr/>
            </a:lvl1pPr>
            <a:lvl2pPr lvl="1">
              <a:spcBef>
                <a:spcPts val="0"/>
              </a:spcBef>
              <a:spcAft>
                <a:spcPts val="0"/>
              </a:spcAft>
              <a:buClr>
                <a:schemeClr val="dk1"/>
              </a:buClr>
              <a:buSzPts val="3600"/>
              <a:buNone/>
              <a:defRPr sz="3600"/>
            </a:lvl2pPr>
            <a:lvl3pPr lvl="2">
              <a:spcBef>
                <a:spcPts val="0"/>
              </a:spcBef>
              <a:spcAft>
                <a:spcPts val="0"/>
              </a:spcAft>
              <a:buClr>
                <a:schemeClr val="dk1"/>
              </a:buClr>
              <a:buSzPts val="3600"/>
              <a:buNone/>
              <a:defRPr sz="3600"/>
            </a:lvl3pPr>
            <a:lvl4pPr lvl="3">
              <a:spcBef>
                <a:spcPts val="0"/>
              </a:spcBef>
              <a:spcAft>
                <a:spcPts val="0"/>
              </a:spcAft>
              <a:buClr>
                <a:schemeClr val="dk1"/>
              </a:buClr>
              <a:buSzPts val="3600"/>
              <a:buNone/>
              <a:defRPr sz="3600"/>
            </a:lvl4pPr>
            <a:lvl5pPr lvl="4">
              <a:spcBef>
                <a:spcPts val="0"/>
              </a:spcBef>
              <a:spcAft>
                <a:spcPts val="0"/>
              </a:spcAft>
              <a:buClr>
                <a:schemeClr val="dk1"/>
              </a:buClr>
              <a:buSzPts val="3600"/>
              <a:buNone/>
              <a:defRPr sz="3600"/>
            </a:lvl5pPr>
            <a:lvl6pPr lvl="5">
              <a:spcBef>
                <a:spcPts val="0"/>
              </a:spcBef>
              <a:spcAft>
                <a:spcPts val="0"/>
              </a:spcAft>
              <a:buClr>
                <a:schemeClr val="dk1"/>
              </a:buClr>
              <a:buSzPts val="3600"/>
              <a:buNone/>
              <a:defRPr sz="3600"/>
            </a:lvl6pPr>
            <a:lvl7pPr lvl="6">
              <a:spcBef>
                <a:spcPts val="0"/>
              </a:spcBef>
              <a:spcAft>
                <a:spcPts val="0"/>
              </a:spcAft>
              <a:buClr>
                <a:schemeClr val="dk1"/>
              </a:buClr>
              <a:buSzPts val="3600"/>
              <a:buNone/>
              <a:defRPr sz="3600"/>
            </a:lvl7pPr>
            <a:lvl8pPr lvl="7">
              <a:spcBef>
                <a:spcPts val="0"/>
              </a:spcBef>
              <a:spcAft>
                <a:spcPts val="0"/>
              </a:spcAft>
              <a:buClr>
                <a:schemeClr val="dk1"/>
              </a:buClr>
              <a:buSzPts val="3600"/>
              <a:buNone/>
              <a:defRPr sz="3600"/>
            </a:lvl8pPr>
            <a:lvl9pPr lvl="8">
              <a:spcBef>
                <a:spcPts val="0"/>
              </a:spcBef>
              <a:spcAft>
                <a:spcPts val="0"/>
              </a:spcAft>
              <a:buClr>
                <a:schemeClr val="dk1"/>
              </a:buClr>
              <a:buSzPts val="3600"/>
              <a:buNone/>
              <a:defRPr sz="3600"/>
            </a:lvl9pPr>
          </a:lstStyle>
          <a:p/>
        </p:txBody>
      </p:sp>
      <p:sp>
        <p:nvSpPr>
          <p:cNvPr id="387" name="Google Shape;387;p39"/>
          <p:cNvSpPr txBox="1"/>
          <p:nvPr>
            <p:ph idx="8" type="title"/>
          </p:nvPr>
        </p:nvSpPr>
        <p:spPr>
          <a:xfrm>
            <a:off x="3320853" y="1833564"/>
            <a:ext cx="2502300" cy="13581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3600"/>
              <a:buNone/>
              <a:defRPr/>
            </a:lvl1pPr>
            <a:lvl2pPr lvl="1">
              <a:spcBef>
                <a:spcPts val="0"/>
              </a:spcBef>
              <a:spcAft>
                <a:spcPts val="0"/>
              </a:spcAft>
              <a:buClr>
                <a:schemeClr val="dk1"/>
              </a:buClr>
              <a:buSzPts val="3600"/>
              <a:buNone/>
              <a:defRPr sz="3600"/>
            </a:lvl2pPr>
            <a:lvl3pPr lvl="2">
              <a:spcBef>
                <a:spcPts val="0"/>
              </a:spcBef>
              <a:spcAft>
                <a:spcPts val="0"/>
              </a:spcAft>
              <a:buClr>
                <a:schemeClr val="dk1"/>
              </a:buClr>
              <a:buSzPts val="3600"/>
              <a:buNone/>
              <a:defRPr sz="3600"/>
            </a:lvl3pPr>
            <a:lvl4pPr lvl="3">
              <a:spcBef>
                <a:spcPts val="0"/>
              </a:spcBef>
              <a:spcAft>
                <a:spcPts val="0"/>
              </a:spcAft>
              <a:buClr>
                <a:schemeClr val="dk1"/>
              </a:buClr>
              <a:buSzPts val="3600"/>
              <a:buNone/>
              <a:defRPr sz="3600"/>
            </a:lvl4pPr>
            <a:lvl5pPr lvl="4">
              <a:spcBef>
                <a:spcPts val="0"/>
              </a:spcBef>
              <a:spcAft>
                <a:spcPts val="0"/>
              </a:spcAft>
              <a:buClr>
                <a:schemeClr val="dk1"/>
              </a:buClr>
              <a:buSzPts val="3600"/>
              <a:buNone/>
              <a:defRPr sz="3600"/>
            </a:lvl5pPr>
            <a:lvl6pPr lvl="5">
              <a:spcBef>
                <a:spcPts val="0"/>
              </a:spcBef>
              <a:spcAft>
                <a:spcPts val="0"/>
              </a:spcAft>
              <a:buClr>
                <a:schemeClr val="dk1"/>
              </a:buClr>
              <a:buSzPts val="3600"/>
              <a:buNone/>
              <a:defRPr sz="3600"/>
            </a:lvl6pPr>
            <a:lvl7pPr lvl="6">
              <a:spcBef>
                <a:spcPts val="0"/>
              </a:spcBef>
              <a:spcAft>
                <a:spcPts val="0"/>
              </a:spcAft>
              <a:buClr>
                <a:schemeClr val="dk1"/>
              </a:buClr>
              <a:buSzPts val="3600"/>
              <a:buNone/>
              <a:defRPr sz="3600"/>
            </a:lvl7pPr>
            <a:lvl8pPr lvl="7">
              <a:spcBef>
                <a:spcPts val="0"/>
              </a:spcBef>
              <a:spcAft>
                <a:spcPts val="0"/>
              </a:spcAft>
              <a:buClr>
                <a:schemeClr val="dk1"/>
              </a:buClr>
              <a:buSzPts val="3600"/>
              <a:buNone/>
              <a:defRPr sz="3600"/>
            </a:lvl8pPr>
            <a:lvl9pPr lvl="8">
              <a:spcBef>
                <a:spcPts val="0"/>
              </a:spcBef>
              <a:spcAft>
                <a:spcPts val="0"/>
              </a:spcAft>
              <a:buClr>
                <a:schemeClr val="dk1"/>
              </a:buClr>
              <a:buSzPts val="3600"/>
              <a:buNone/>
              <a:defRPr sz="3600"/>
            </a:lvl9pPr>
          </a:lstStyle>
          <a:p/>
        </p:txBody>
      </p:sp>
      <p:sp>
        <p:nvSpPr>
          <p:cNvPr id="388" name="Google Shape;388;p39"/>
          <p:cNvSpPr txBox="1"/>
          <p:nvPr>
            <p:ph idx="9" type="title"/>
          </p:nvPr>
        </p:nvSpPr>
        <p:spPr>
          <a:xfrm>
            <a:off x="6308328" y="1833564"/>
            <a:ext cx="2502300" cy="13581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3600"/>
              <a:buNone/>
              <a:defRPr/>
            </a:lvl1pPr>
            <a:lvl2pPr lvl="1">
              <a:spcBef>
                <a:spcPts val="0"/>
              </a:spcBef>
              <a:spcAft>
                <a:spcPts val="0"/>
              </a:spcAft>
              <a:buClr>
                <a:schemeClr val="dk1"/>
              </a:buClr>
              <a:buSzPts val="3600"/>
              <a:buNone/>
              <a:defRPr sz="3600"/>
            </a:lvl2pPr>
            <a:lvl3pPr lvl="2">
              <a:spcBef>
                <a:spcPts val="0"/>
              </a:spcBef>
              <a:spcAft>
                <a:spcPts val="0"/>
              </a:spcAft>
              <a:buClr>
                <a:schemeClr val="dk1"/>
              </a:buClr>
              <a:buSzPts val="3600"/>
              <a:buNone/>
              <a:defRPr sz="3600"/>
            </a:lvl3pPr>
            <a:lvl4pPr lvl="3">
              <a:spcBef>
                <a:spcPts val="0"/>
              </a:spcBef>
              <a:spcAft>
                <a:spcPts val="0"/>
              </a:spcAft>
              <a:buClr>
                <a:schemeClr val="dk1"/>
              </a:buClr>
              <a:buSzPts val="3600"/>
              <a:buNone/>
              <a:defRPr sz="3600"/>
            </a:lvl4pPr>
            <a:lvl5pPr lvl="4">
              <a:spcBef>
                <a:spcPts val="0"/>
              </a:spcBef>
              <a:spcAft>
                <a:spcPts val="0"/>
              </a:spcAft>
              <a:buClr>
                <a:schemeClr val="dk1"/>
              </a:buClr>
              <a:buSzPts val="3600"/>
              <a:buNone/>
              <a:defRPr sz="3600"/>
            </a:lvl5pPr>
            <a:lvl6pPr lvl="5">
              <a:spcBef>
                <a:spcPts val="0"/>
              </a:spcBef>
              <a:spcAft>
                <a:spcPts val="0"/>
              </a:spcAft>
              <a:buClr>
                <a:schemeClr val="dk1"/>
              </a:buClr>
              <a:buSzPts val="3600"/>
              <a:buNone/>
              <a:defRPr sz="3600"/>
            </a:lvl6pPr>
            <a:lvl7pPr lvl="6">
              <a:spcBef>
                <a:spcPts val="0"/>
              </a:spcBef>
              <a:spcAft>
                <a:spcPts val="0"/>
              </a:spcAft>
              <a:buClr>
                <a:schemeClr val="dk1"/>
              </a:buClr>
              <a:buSzPts val="3600"/>
              <a:buNone/>
              <a:defRPr sz="3600"/>
            </a:lvl7pPr>
            <a:lvl8pPr lvl="7">
              <a:spcBef>
                <a:spcPts val="0"/>
              </a:spcBef>
              <a:spcAft>
                <a:spcPts val="0"/>
              </a:spcAft>
              <a:buClr>
                <a:schemeClr val="dk1"/>
              </a:buClr>
              <a:buSzPts val="3600"/>
              <a:buNone/>
              <a:defRPr sz="3600"/>
            </a:lvl8pPr>
            <a:lvl9pPr lvl="8">
              <a:spcBef>
                <a:spcPts val="0"/>
              </a:spcBef>
              <a:spcAft>
                <a:spcPts val="0"/>
              </a:spcAft>
              <a:buClr>
                <a:schemeClr val="dk1"/>
              </a:buClr>
              <a:buSzPts val="3600"/>
              <a:buNone/>
              <a:defRPr sz="3600"/>
            </a:lvl9pPr>
          </a:lstStyle>
          <a:p/>
        </p:txBody>
      </p:sp>
      <p:sp>
        <p:nvSpPr>
          <p:cNvPr id="389" name="Google Shape;389;p39"/>
          <p:cNvSpPr txBox="1"/>
          <p:nvPr>
            <p:ph idx="13" type="title"/>
          </p:nvPr>
        </p:nvSpPr>
        <p:spPr>
          <a:xfrm>
            <a:off x="5552275" y="457200"/>
            <a:ext cx="3368700" cy="562200"/>
          </a:xfrm>
          <a:prstGeom prst="rect">
            <a:avLst/>
          </a:prstGeom>
        </p:spPr>
        <p:txBody>
          <a:bodyPr anchorCtr="0" anchor="t" bIns="91425" lIns="91425" spcFirstLastPara="1" rIns="91425" wrap="square" tIns="91425">
            <a:noAutofit/>
          </a:bodyPr>
          <a:lstStyle>
            <a:lvl1pPr lvl="0" algn="r">
              <a:spcBef>
                <a:spcPts val="0"/>
              </a:spcBef>
              <a:spcAft>
                <a:spcPts val="0"/>
              </a:spcAft>
              <a:buClr>
                <a:schemeClr val="dk1"/>
              </a:buClr>
              <a:buSzPts val="3600"/>
              <a:buNone/>
              <a:defRPr/>
            </a:lvl1pPr>
            <a:lvl2pPr lvl="1" algn="r">
              <a:spcBef>
                <a:spcPts val="0"/>
              </a:spcBef>
              <a:spcAft>
                <a:spcPts val="0"/>
              </a:spcAft>
              <a:buClr>
                <a:schemeClr val="dk1"/>
              </a:buClr>
              <a:buSzPts val="3600"/>
              <a:buNone/>
              <a:defRPr sz="3600"/>
            </a:lvl2pPr>
            <a:lvl3pPr lvl="2" algn="r">
              <a:spcBef>
                <a:spcPts val="0"/>
              </a:spcBef>
              <a:spcAft>
                <a:spcPts val="0"/>
              </a:spcAft>
              <a:buClr>
                <a:schemeClr val="dk1"/>
              </a:buClr>
              <a:buSzPts val="3600"/>
              <a:buNone/>
              <a:defRPr sz="3600"/>
            </a:lvl3pPr>
            <a:lvl4pPr lvl="3" algn="r">
              <a:spcBef>
                <a:spcPts val="0"/>
              </a:spcBef>
              <a:spcAft>
                <a:spcPts val="0"/>
              </a:spcAft>
              <a:buClr>
                <a:schemeClr val="dk1"/>
              </a:buClr>
              <a:buSzPts val="3600"/>
              <a:buNone/>
              <a:defRPr sz="3600"/>
            </a:lvl4pPr>
            <a:lvl5pPr lvl="4" algn="r">
              <a:spcBef>
                <a:spcPts val="0"/>
              </a:spcBef>
              <a:spcAft>
                <a:spcPts val="0"/>
              </a:spcAft>
              <a:buClr>
                <a:schemeClr val="dk1"/>
              </a:buClr>
              <a:buSzPts val="3600"/>
              <a:buNone/>
              <a:defRPr sz="3600"/>
            </a:lvl5pPr>
            <a:lvl6pPr lvl="5" algn="r">
              <a:spcBef>
                <a:spcPts val="0"/>
              </a:spcBef>
              <a:spcAft>
                <a:spcPts val="0"/>
              </a:spcAft>
              <a:buClr>
                <a:schemeClr val="dk1"/>
              </a:buClr>
              <a:buSzPts val="3600"/>
              <a:buNone/>
              <a:defRPr sz="3600"/>
            </a:lvl6pPr>
            <a:lvl7pPr lvl="6" algn="r">
              <a:spcBef>
                <a:spcPts val="0"/>
              </a:spcBef>
              <a:spcAft>
                <a:spcPts val="0"/>
              </a:spcAft>
              <a:buClr>
                <a:schemeClr val="dk1"/>
              </a:buClr>
              <a:buSzPts val="3600"/>
              <a:buNone/>
              <a:defRPr sz="3600"/>
            </a:lvl7pPr>
            <a:lvl8pPr lvl="7" algn="r">
              <a:spcBef>
                <a:spcPts val="0"/>
              </a:spcBef>
              <a:spcAft>
                <a:spcPts val="0"/>
              </a:spcAft>
              <a:buClr>
                <a:schemeClr val="dk1"/>
              </a:buClr>
              <a:buSzPts val="3600"/>
              <a:buNone/>
              <a:defRPr sz="3600"/>
            </a:lvl8pPr>
            <a:lvl9pPr lvl="8" algn="r">
              <a:spcBef>
                <a:spcPts val="0"/>
              </a:spcBef>
              <a:spcAft>
                <a:spcPts val="0"/>
              </a:spcAft>
              <a:buClr>
                <a:schemeClr val="dk1"/>
              </a:buClr>
              <a:buSzPts val="3600"/>
              <a:buNone/>
              <a:defRPr sz="3600"/>
            </a:lvl9pPr>
          </a:lstStyle>
          <a:p/>
        </p:txBody>
      </p:sp>
      <p:sp>
        <p:nvSpPr>
          <p:cNvPr id="390" name="Google Shape;390;p39"/>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Upcoming Events">
  <p:cSld name="CUSTOM_3">
    <p:bg>
      <p:bgPr>
        <a:solidFill>
          <a:schemeClr val="dk1"/>
        </a:solidFill>
      </p:bgPr>
    </p:bg>
    <p:spTree>
      <p:nvGrpSpPr>
        <p:cNvPr id="391" name="Shape 391"/>
        <p:cNvGrpSpPr/>
        <p:nvPr/>
      </p:nvGrpSpPr>
      <p:grpSpPr>
        <a:xfrm>
          <a:off x="0" y="0"/>
          <a:ext cx="0" cy="0"/>
          <a:chOff x="0" y="0"/>
          <a:chExt cx="0" cy="0"/>
        </a:xfrm>
      </p:grpSpPr>
      <p:sp>
        <p:nvSpPr>
          <p:cNvPr id="392" name="Google Shape;392;p40"/>
          <p:cNvSpPr txBox="1"/>
          <p:nvPr>
            <p:ph type="title"/>
          </p:nvPr>
        </p:nvSpPr>
        <p:spPr>
          <a:xfrm>
            <a:off x="230900" y="697875"/>
            <a:ext cx="4406400" cy="801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3600"/>
              <a:buNone/>
              <a:defRPr>
                <a:solidFill>
                  <a:schemeClr val="dk2"/>
                </a:solidFill>
              </a:defRPr>
            </a:lvl1pPr>
            <a:lvl2pPr lvl="1">
              <a:spcBef>
                <a:spcPts val="0"/>
              </a:spcBef>
              <a:spcAft>
                <a:spcPts val="0"/>
              </a:spcAft>
              <a:buClr>
                <a:schemeClr val="dk2"/>
              </a:buClr>
              <a:buSzPts val="3600"/>
              <a:buNone/>
              <a:defRPr sz="3600">
                <a:solidFill>
                  <a:schemeClr val="dk2"/>
                </a:solidFill>
              </a:defRPr>
            </a:lvl2pPr>
            <a:lvl3pPr lvl="2">
              <a:spcBef>
                <a:spcPts val="0"/>
              </a:spcBef>
              <a:spcAft>
                <a:spcPts val="0"/>
              </a:spcAft>
              <a:buClr>
                <a:schemeClr val="dk2"/>
              </a:buClr>
              <a:buSzPts val="3600"/>
              <a:buNone/>
              <a:defRPr sz="3600">
                <a:solidFill>
                  <a:schemeClr val="dk2"/>
                </a:solidFill>
              </a:defRPr>
            </a:lvl3pPr>
            <a:lvl4pPr lvl="3">
              <a:spcBef>
                <a:spcPts val="0"/>
              </a:spcBef>
              <a:spcAft>
                <a:spcPts val="0"/>
              </a:spcAft>
              <a:buClr>
                <a:schemeClr val="dk2"/>
              </a:buClr>
              <a:buSzPts val="3600"/>
              <a:buNone/>
              <a:defRPr sz="3600">
                <a:solidFill>
                  <a:schemeClr val="dk2"/>
                </a:solidFill>
              </a:defRPr>
            </a:lvl4pPr>
            <a:lvl5pPr lvl="4">
              <a:spcBef>
                <a:spcPts val="0"/>
              </a:spcBef>
              <a:spcAft>
                <a:spcPts val="0"/>
              </a:spcAft>
              <a:buClr>
                <a:schemeClr val="dk2"/>
              </a:buClr>
              <a:buSzPts val="3600"/>
              <a:buNone/>
              <a:defRPr sz="3600">
                <a:solidFill>
                  <a:schemeClr val="dk2"/>
                </a:solidFill>
              </a:defRPr>
            </a:lvl5pPr>
            <a:lvl6pPr lvl="5">
              <a:spcBef>
                <a:spcPts val="0"/>
              </a:spcBef>
              <a:spcAft>
                <a:spcPts val="0"/>
              </a:spcAft>
              <a:buClr>
                <a:schemeClr val="dk2"/>
              </a:buClr>
              <a:buSzPts val="3600"/>
              <a:buNone/>
              <a:defRPr sz="3600">
                <a:solidFill>
                  <a:schemeClr val="dk2"/>
                </a:solidFill>
              </a:defRPr>
            </a:lvl6pPr>
            <a:lvl7pPr lvl="6">
              <a:spcBef>
                <a:spcPts val="0"/>
              </a:spcBef>
              <a:spcAft>
                <a:spcPts val="0"/>
              </a:spcAft>
              <a:buClr>
                <a:schemeClr val="dk2"/>
              </a:buClr>
              <a:buSzPts val="3600"/>
              <a:buNone/>
              <a:defRPr sz="3600">
                <a:solidFill>
                  <a:schemeClr val="dk2"/>
                </a:solidFill>
              </a:defRPr>
            </a:lvl7pPr>
            <a:lvl8pPr lvl="7">
              <a:spcBef>
                <a:spcPts val="0"/>
              </a:spcBef>
              <a:spcAft>
                <a:spcPts val="0"/>
              </a:spcAft>
              <a:buClr>
                <a:schemeClr val="dk2"/>
              </a:buClr>
              <a:buSzPts val="3600"/>
              <a:buNone/>
              <a:defRPr sz="3600">
                <a:solidFill>
                  <a:schemeClr val="dk2"/>
                </a:solidFill>
              </a:defRPr>
            </a:lvl8pPr>
            <a:lvl9pPr lvl="8">
              <a:spcBef>
                <a:spcPts val="0"/>
              </a:spcBef>
              <a:spcAft>
                <a:spcPts val="0"/>
              </a:spcAft>
              <a:buClr>
                <a:schemeClr val="dk2"/>
              </a:buClr>
              <a:buSzPts val="3600"/>
              <a:buNone/>
              <a:defRPr sz="3600">
                <a:solidFill>
                  <a:schemeClr val="dk2"/>
                </a:solidFill>
              </a:defRPr>
            </a:lvl9pPr>
          </a:lstStyle>
          <a:p/>
        </p:txBody>
      </p:sp>
      <p:sp>
        <p:nvSpPr>
          <p:cNvPr id="393" name="Google Shape;393;p40"/>
          <p:cNvSpPr txBox="1"/>
          <p:nvPr>
            <p:ph idx="1" type="subTitle"/>
          </p:nvPr>
        </p:nvSpPr>
        <p:spPr>
          <a:xfrm>
            <a:off x="5943750" y="973900"/>
            <a:ext cx="2996100" cy="1704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2"/>
              </a:buClr>
              <a:buSzPts val="1600"/>
              <a:buNone/>
              <a:defRPr sz="1600">
                <a:solidFill>
                  <a:schemeClr val="dk2"/>
                </a:solidFill>
              </a:defRPr>
            </a:lvl1pPr>
            <a:lvl2pPr lvl="1">
              <a:spcBef>
                <a:spcPts val="0"/>
              </a:spcBef>
              <a:spcAft>
                <a:spcPts val="0"/>
              </a:spcAft>
              <a:buClr>
                <a:schemeClr val="dk2"/>
              </a:buClr>
              <a:buSzPts val="2400"/>
              <a:buNone/>
              <a:defRPr>
                <a:solidFill>
                  <a:schemeClr val="dk2"/>
                </a:solidFill>
              </a:defRPr>
            </a:lvl2pPr>
            <a:lvl3pPr lvl="2">
              <a:spcBef>
                <a:spcPts val="0"/>
              </a:spcBef>
              <a:spcAft>
                <a:spcPts val="0"/>
              </a:spcAft>
              <a:buClr>
                <a:schemeClr val="dk2"/>
              </a:buClr>
              <a:buSzPts val="2400"/>
              <a:buNone/>
              <a:defRPr>
                <a:solidFill>
                  <a:schemeClr val="dk2"/>
                </a:solidFill>
              </a:defRPr>
            </a:lvl3pPr>
            <a:lvl4pPr lvl="3">
              <a:spcBef>
                <a:spcPts val="0"/>
              </a:spcBef>
              <a:spcAft>
                <a:spcPts val="0"/>
              </a:spcAft>
              <a:buClr>
                <a:schemeClr val="dk2"/>
              </a:buClr>
              <a:buSzPts val="2400"/>
              <a:buNone/>
              <a:defRPr>
                <a:solidFill>
                  <a:schemeClr val="dk2"/>
                </a:solidFill>
              </a:defRPr>
            </a:lvl4pPr>
            <a:lvl5pPr lvl="4">
              <a:spcBef>
                <a:spcPts val="0"/>
              </a:spcBef>
              <a:spcAft>
                <a:spcPts val="0"/>
              </a:spcAft>
              <a:buClr>
                <a:schemeClr val="dk2"/>
              </a:buClr>
              <a:buSzPts val="2400"/>
              <a:buNone/>
              <a:defRPr>
                <a:solidFill>
                  <a:schemeClr val="dk2"/>
                </a:solidFill>
              </a:defRPr>
            </a:lvl5pPr>
            <a:lvl6pPr lvl="5">
              <a:spcBef>
                <a:spcPts val="0"/>
              </a:spcBef>
              <a:spcAft>
                <a:spcPts val="0"/>
              </a:spcAft>
              <a:buClr>
                <a:schemeClr val="dk2"/>
              </a:buClr>
              <a:buSzPts val="2400"/>
              <a:buNone/>
              <a:defRPr>
                <a:solidFill>
                  <a:schemeClr val="dk2"/>
                </a:solidFill>
              </a:defRPr>
            </a:lvl6pPr>
            <a:lvl7pPr lvl="6">
              <a:spcBef>
                <a:spcPts val="0"/>
              </a:spcBef>
              <a:spcAft>
                <a:spcPts val="0"/>
              </a:spcAft>
              <a:buClr>
                <a:schemeClr val="dk2"/>
              </a:buClr>
              <a:buSzPts val="2400"/>
              <a:buNone/>
              <a:defRPr>
                <a:solidFill>
                  <a:schemeClr val="dk2"/>
                </a:solidFill>
              </a:defRPr>
            </a:lvl7pPr>
            <a:lvl8pPr lvl="7">
              <a:spcBef>
                <a:spcPts val="0"/>
              </a:spcBef>
              <a:spcAft>
                <a:spcPts val="0"/>
              </a:spcAft>
              <a:buClr>
                <a:schemeClr val="dk2"/>
              </a:buClr>
              <a:buSzPts val="2400"/>
              <a:buNone/>
              <a:defRPr>
                <a:solidFill>
                  <a:schemeClr val="dk2"/>
                </a:solidFill>
              </a:defRPr>
            </a:lvl8pPr>
            <a:lvl9pPr lvl="8">
              <a:spcBef>
                <a:spcPts val="0"/>
              </a:spcBef>
              <a:spcAft>
                <a:spcPts val="0"/>
              </a:spcAft>
              <a:buClr>
                <a:schemeClr val="dk2"/>
              </a:buClr>
              <a:buSzPts val="2400"/>
              <a:buNone/>
              <a:defRPr>
                <a:solidFill>
                  <a:schemeClr val="dk2"/>
                </a:solidFill>
              </a:defRPr>
            </a:lvl9pPr>
          </a:lstStyle>
          <a:p/>
        </p:txBody>
      </p:sp>
      <p:sp>
        <p:nvSpPr>
          <p:cNvPr id="394" name="Google Shape;394;p40"/>
          <p:cNvSpPr txBox="1"/>
          <p:nvPr>
            <p:ph idx="2" type="body"/>
          </p:nvPr>
        </p:nvSpPr>
        <p:spPr>
          <a:xfrm>
            <a:off x="5943750" y="1208050"/>
            <a:ext cx="2819100" cy="1704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chemeClr val="dk2"/>
              </a:buClr>
              <a:buSzPts val="1000"/>
              <a:buChar char="●"/>
              <a:defRPr sz="1000">
                <a:solidFill>
                  <a:schemeClr val="dk2"/>
                </a:solidFill>
              </a:defRPr>
            </a:lvl1pPr>
            <a:lvl2pPr indent="-292100" lvl="1" marL="914400">
              <a:spcBef>
                <a:spcPts val="0"/>
              </a:spcBef>
              <a:spcAft>
                <a:spcPts val="0"/>
              </a:spcAft>
              <a:buClr>
                <a:schemeClr val="dk2"/>
              </a:buClr>
              <a:buSzPts val="1000"/>
              <a:buChar char="○"/>
              <a:defRPr sz="1000">
                <a:solidFill>
                  <a:schemeClr val="dk2"/>
                </a:solidFill>
              </a:defRPr>
            </a:lvl2pPr>
            <a:lvl3pPr indent="-292100" lvl="2" marL="1371600">
              <a:spcBef>
                <a:spcPts val="0"/>
              </a:spcBef>
              <a:spcAft>
                <a:spcPts val="0"/>
              </a:spcAft>
              <a:buClr>
                <a:schemeClr val="dk2"/>
              </a:buClr>
              <a:buSzPts val="1000"/>
              <a:buChar char="■"/>
              <a:defRPr sz="1000">
                <a:solidFill>
                  <a:schemeClr val="dk2"/>
                </a:solidFill>
              </a:defRPr>
            </a:lvl3pPr>
            <a:lvl4pPr indent="-292100" lvl="3" marL="1828800">
              <a:spcBef>
                <a:spcPts val="0"/>
              </a:spcBef>
              <a:spcAft>
                <a:spcPts val="0"/>
              </a:spcAft>
              <a:buClr>
                <a:schemeClr val="dk2"/>
              </a:buClr>
              <a:buSzPts val="1000"/>
              <a:buChar char="●"/>
              <a:defRPr sz="1000">
                <a:solidFill>
                  <a:schemeClr val="dk2"/>
                </a:solidFill>
              </a:defRPr>
            </a:lvl4pPr>
            <a:lvl5pPr indent="-292100" lvl="4" marL="2286000">
              <a:spcBef>
                <a:spcPts val="0"/>
              </a:spcBef>
              <a:spcAft>
                <a:spcPts val="0"/>
              </a:spcAft>
              <a:buClr>
                <a:schemeClr val="dk2"/>
              </a:buClr>
              <a:buSzPts val="1000"/>
              <a:buChar char="○"/>
              <a:defRPr sz="1000">
                <a:solidFill>
                  <a:schemeClr val="dk2"/>
                </a:solidFill>
              </a:defRPr>
            </a:lvl5pPr>
            <a:lvl6pPr indent="-292100" lvl="5" marL="2743200">
              <a:spcBef>
                <a:spcPts val="0"/>
              </a:spcBef>
              <a:spcAft>
                <a:spcPts val="0"/>
              </a:spcAft>
              <a:buClr>
                <a:schemeClr val="dk2"/>
              </a:buClr>
              <a:buSzPts val="1000"/>
              <a:buChar char="■"/>
              <a:defRPr sz="1000">
                <a:solidFill>
                  <a:schemeClr val="dk2"/>
                </a:solidFill>
              </a:defRPr>
            </a:lvl6pPr>
            <a:lvl7pPr indent="-292100" lvl="6" marL="3200400">
              <a:spcBef>
                <a:spcPts val="0"/>
              </a:spcBef>
              <a:spcAft>
                <a:spcPts val="0"/>
              </a:spcAft>
              <a:buClr>
                <a:schemeClr val="dk2"/>
              </a:buClr>
              <a:buSzPts val="1000"/>
              <a:buChar char="●"/>
              <a:defRPr sz="1000">
                <a:solidFill>
                  <a:schemeClr val="dk2"/>
                </a:solidFill>
              </a:defRPr>
            </a:lvl7pPr>
            <a:lvl8pPr indent="-292100" lvl="7" marL="3657600">
              <a:spcBef>
                <a:spcPts val="0"/>
              </a:spcBef>
              <a:spcAft>
                <a:spcPts val="0"/>
              </a:spcAft>
              <a:buClr>
                <a:schemeClr val="dk2"/>
              </a:buClr>
              <a:buSzPts val="1000"/>
              <a:buChar char="○"/>
              <a:defRPr sz="1000">
                <a:solidFill>
                  <a:schemeClr val="dk2"/>
                </a:solidFill>
              </a:defRPr>
            </a:lvl8pPr>
            <a:lvl9pPr indent="-292100" lvl="8" marL="4114800">
              <a:spcBef>
                <a:spcPts val="0"/>
              </a:spcBef>
              <a:spcAft>
                <a:spcPts val="0"/>
              </a:spcAft>
              <a:buClr>
                <a:schemeClr val="dk2"/>
              </a:buClr>
              <a:buSzPts val="1000"/>
              <a:buChar char="■"/>
              <a:defRPr sz="1000">
                <a:solidFill>
                  <a:schemeClr val="dk2"/>
                </a:solidFill>
              </a:defRPr>
            </a:lvl9pPr>
          </a:lstStyle>
          <a:p/>
        </p:txBody>
      </p:sp>
      <p:sp>
        <p:nvSpPr>
          <p:cNvPr id="395" name="Google Shape;395;p40"/>
          <p:cNvSpPr txBox="1"/>
          <p:nvPr>
            <p:ph idx="3" type="subTitle"/>
          </p:nvPr>
        </p:nvSpPr>
        <p:spPr>
          <a:xfrm>
            <a:off x="5943750" y="2053025"/>
            <a:ext cx="2996100" cy="1704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2"/>
              </a:buClr>
              <a:buSzPts val="1600"/>
              <a:buNone/>
              <a:defRPr sz="1600">
                <a:solidFill>
                  <a:schemeClr val="dk2"/>
                </a:solidFill>
              </a:defRPr>
            </a:lvl1pPr>
            <a:lvl2pPr lvl="1">
              <a:spcBef>
                <a:spcPts val="0"/>
              </a:spcBef>
              <a:spcAft>
                <a:spcPts val="0"/>
              </a:spcAft>
              <a:buClr>
                <a:schemeClr val="dk2"/>
              </a:buClr>
              <a:buSzPts val="2400"/>
              <a:buNone/>
              <a:defRPr>
                <a:solidFill>
                  <a:schemeClr val="dk2"/>
                </a:solidFill>
              </a:defRPr>
            </a:lvl2pPr>
            <a:lvl3pPr lvl="2">
              <a:spcBef>
                <a:spcPts val="0"/>
              </a:spcBef>
              <a:spcAft>
                <a:spcPts val="0"/>
              </a:spcAft>
              <a:buClr>
                <a:schemeClr val="dk2"/>
              </a:buClr>
              <a:buSzPts val="2400"/>
              <a:buNone/>
              <a:defRPr>
                <a:solidFill>
                  <a:schemeClr val="dk2"/>
                </a:solidFill>
              </a:defRPr>
            </a:lvl3pPr>
            <a:lvl4pPr lvl="3">
              <a:spcBef>
                <a:spcPts val="0"/>
              </a:spcBef>
              <a:spcAft>
                <a:spcPts val="0"/>
              </a:spcAft>
              <a:buClr>
                <a:schemeClr val="dk2"/>
              </a:buClr>
              <a:buSzPts val="2400"/>
              <a:buNone/>
              <a:defRPr>
                <a:solidFill>
                  <a:schemeClr val="dk2"/>
                </a:solidFill>
              </a:defRPr>
            </a:lvl4pPr>
            <a:lvl5pPr lvl="4">
              <a:spcBef>
                <a:spcPts val="0"/>
              </a:spcBef>
              <a:spcAft>
                <a:spcPts val="0"/>
              </a:spcAft>
              <a:buClr>
                <a:schemeClr val="dk2"/>
              </a:buClr>
              <a:buSzPts val="2400"/>
              <a:buNone/>
              <a:defRPr>
                <a:solidFill>
                  <a:schemeClr val="dk2"/>
                </a:solidFill>
              </a:defRPr>
            </a:lvl5pPr>
            <a:lvl6pPr lvl="5">
              <a:spcBef>
                <a:spcPts val="0"/>
              </a:spcBef>
              <a:spcAft>
                <a:spcPts val="0"/>
              </a:spcAft>
              <a:buClr>
                <a:schemeClr val="dk2"/>
              </a:buClr>
              <a:buSzPts val="2400"/>
              <a:buNone/>
              <a:defRPr>
                <a:solidFill>
                  <a:schemeClr val="dk2"/>
                </a:solidFill>
              </a:defRPr>
            </a:lvl6pPr>
            <a:lvl7pPr lvl="6">
              <a:spcBef>
                <a:spcPts val="0"/>
              </a:spcBef>
              <a:spcAft>
                <a:spcPts val="0"/>
              </a:spcAft>
              <a:buClr>
                <a:schemeClr val="dk2"/>
              </a:buClr>
              <a:buSzPts val="2400"/>
              <a:buNone/>
              <a:defRPr>
                <a:solidFill>
                  <a:schemeClr val="dk2"/>
                </a:solidFill>
              </a:defRPr>
            </a:lvl7pPr>
            <a:lvl8pPr lvl="7">
              <a:spcBef>
                <a:spcPts val="0"/>
              </a:spcBef>
              <a:spcAft>
                <a:spcPts val="0"/>
              </a:spcAft>
              <a:buClr>
                <a:schemeClr val="dk2"/>
              </a:buClr>
              <a:buSzPts val="2400"/>
              <a:buNone/>
              <a:defRPr>
                <a:solidFill>
                  <a:schemeClr val="dk2"/>
                </a:solidFill>
              </a:defRPr>
            </a:lvl8pPr>
            <a:lvl9pPr lvl="8">
              <a:spcBef>
                <a:spcPts val="0"/>
              </a:spcBef>
              <a:spcAft>
                <a:spcPts val="0"/>
              </a:spcAft>
              <a:buClr>
                <a:schemeClr val="dk2"/>
              </a:buClr>
              <a:buSzPts val="2400"/>
              <a:buNone/>
              <a:defRPr>
                <a:solidFill>
                  <a:schemeClr val="dk2"/>
                </a:solidFill>
              </a:defRPr>
            </a:lvl9pPr>
          </a:lstStyle>
          <a:p/>
        </p:txBody>
      </p:sp>
      <p:sp>
        <p:nvSpPr>
          <p:cNvPr id="396" name="Google Shape;396;p40"/>
          <p:cNvSpPr txBox="1"/>
          <p:nvPr>
            <p:ph idx="4" type="body"/>
          </p:nvPr>
        </p:nvSpPr>
        <p:spPr>
          <a:xfrm>
            <a:off x="5943750" y="2287175"/>
            <a:ext cx="2819100" cy="1704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chemeClr val="dk2"/>
              </a:buClr>
              <a:buSzPts val="1000"/>
              <a:buChar char="●"/>
              <a:defRPr sz="1000">
                <a:solidFill>
                  <a:schemeClr val="dk2"/>
                </a:solidFill>
              </a:defRPr>
            </a:lvl1pPr>
            <a:lvl2pPr indent="-292100" lvl="1" marL="914400">
              <a:spcBef>
                <a:spcPts val="0"/>
              </a:spcBef>
              <a:spcAft>
                <a:spcPts val="0"/>
              </a:spcAft>
              <a:buClr>
                <a:schemeClr val="dk2"/>
              </a:buClr>
              <a:buSzPts val="1000"/>
              <a:buChar char="○"/>
              <a:defRPr sz="1000">
                <a:solidFill>
                  <a:schemeClr val="dk2"/>
                </a:solidFill>
              </a:defRPr>
            </a:lvl2pPr>
            <a:lvl3pPr indent="-292100" lvl="2" marL="1371600">
              <a:spcBef>
                <a:spcPts val="0"/>
              </a:spcBef>
              <a:spcAft>
                <a:spcPts val="0"/>
              </a:spcAft>
              <a:buClr>
                <a:schemeClr val="dk2"/>
              </a:buClr>
              <a:buSzPts val="1000"/>
              <a:buChar char="■"/>
              <a:defRPr sz="1000">
                <a:solidFill>
                  <a:schemeClr val="dk2"/>
                </a:solidFill>
              </a:defRPr>
            </a:lvl3pPr>
            <a:lvl4pPr indent="-292100" lvl="3" marL="1828800">
              <a:spcBef>
                <a:spcPts val="0"/>
              </a:spcBef>
              <a:spcAft>
                <a:spcPts val="0"/>
              </a:spcAft>
              <a:buClr>
                <a:schemeClr val="dk2"/>
              </a:buClr>
              <a:buSzPts val="1000"/>
              <a:buChar char="●"/>
              <a:defRPr sz="1000">
                <a:solidFill>
                  <a:schemeClr val="dk2"/>
                </a:solidFill>
              </a:defRPr>
            </a:lvl4pPr>
            <a:lvl5pPr indent="-292100" lvl="4" marL="2286000">
              <a:spcBef>
                <a:spcPts val="0"/>
              </a:spcBef>
              <a:spcAft>
                <a:spcPts val="0"/>
              </a:spcAft>
              <a:buClr>
                <a:schemeClr val="dk2"/>
              </a:buClr>
              <a:buSzPts val="1000"/>
              <a:buChar char="○"/>
              <a:defRPr sz="1000">
                <a:solidFill>
                  <a:schemeClr val="dk2"/>
                </a:solidFill>
              </a:defRPr>
            </a:lvl5pPr>
            <a:lvl6pPr indent="-292100" lvl="5" marL="2743200">
              <a:spcBef>
                <a:spcPts val="0"/>
              </a:spcBef>
              <a:spcAft>
                <a:spcPts val="0"/>
              </a:spcAft>
              <a:buClr>
                <a:schemeClr val="dk2"/>
              </a:buClr>
              <a:buSzPts val="1000"/>
              <a:buChar char="■"/>
              <a:defRPr sz="1000">
                <a:solidFill>
                  <a:schemeClr val="dk2"/>
                </a:solidFill>
              </a:defRPr>
            </a:lvl6pPr>
            <a:lvl7pPr indent="-292100" lvl="6" marL="3200400">
              <a:spcBef>
                <a:spcPts val="0"/>
              </a:spcBef>
              <a:spcAft>
                <a:spcPts val="0"/>
              </a:spcAft>
              <a:buClr>
                <a:schemeClr val="dk2"/>
              </a:buClr>
              <a:buSzPts val="1000"/>
              <a:buChar char="●"/>
              <a:defRPr sz="1000">
                <a:solidFill>
                  <a:schemeClr val="dk2"/>
                </a:solidFill>
              </a:defRPr>
            </a:lvl7pPr>
            <a:lvl8pPr indent="-292100" lvl="7" marL="3657600">
              <a:spcBef>
                <a:spcPts val="0"/>
              </a:spcBef>
              <a:spcAft>
                <a:spcPts val="0"/>
              </a:spcAft>
              <a:buClr>
                <a:schemeClr val="dk2"/>
              </a:buClr>
              <a:buSzPts val="1000"/>
              <a:buChar char="○"/>
              <a:defRPr sz="1000">
                <a:solidFill>
                  <a:schemeClr val="dk2"/>
                </a:solidFill>
              </a:defRPr>
            </a:lvl8pPr>
            <a:lvl9pPr indent="-292100" lvl="8" marL="4114800">
              <a:spcBef>
                <a:spcPts val="0"/>
              </a:spcBef>
              <a:spcAft>
                <a:spcPts val="0"/>
              </a:spcAft>
              <a:buClr>
                <a:schemeClr val="dk2"/>
              </a:buClr>
              <a:buSzPts val="1000"/>
              <a:buChar char="■"/>
              <a:defRPr sz="1000">
                <a:solidFill>
                  <a:schemeClr val="dk2"/>
                </a:solidFill>
              </a:defRPr>
            </a:lvl9pPr>
          </a:lstStyle>
          <a:p/>
        </p:txBody>
      </p:sp>
      <p:sp>
        <p:nvSpPr>
          <p:cNvPr id="397" name="Google Shape;397;p40"/>
          <p:cNvSpPr txBox="1"/>
          <p:nvPr>
            <p:ph idx="5" type="subTitle"/>
          </p:nvPr>
        </p:nvSpPr>
        <p:spPr>
          <a:xfrm>
            <a:off x="5943750" y="3132150"/>
            <a:ext cx="2996100" cy="1704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2"/>
              </a:buClr>
              <a:buSzPts val="1600"/>
              <a:buNone/>
              <a:defRPr sz="1600">
                <a:solidFill>
                  <a:schemeClr val="dk2"/>
                </a:solidFill>
              </a:defRPr>
            </a:lvl1pPr>
            <a:lvl2pPr lvl="1">
              <a:spcBef>
                <a:spcPts val="0"/>
              </a:spcBef>
              <a:spcAft>
                <a:spcPts val="0"/>
              </a:spcAft>
              <a:buClr>
                <a:schemeClr val="dk2"/>
              </a:buClr>
              <a:buSzPts val="2400"/>
              <a:buNone/>
              <a:defRPr>
                <a:solidFill>
                  <a:schemeClr val="dk2"/>
                </a:solidFill>
              </a:defRPr>
            </a:lvl2pPr>
            <a:lvl3pPr lvl="2">
              <a:spcBef>
                <a:spcPts val="0"/>
              </a:spcBef>
              <a:spcAft>
                <a:spcPts val="0"/>
              </a:spcAft>
              <a:buClr>
                <a:schemeClr val="dk2"/>
              </a:buClr>
              <a:buSzPts val="2400"/>
              <a:buNone/>
              <a:defRPr>
                <a:solidFill>
                  <a:schemeClr val="dk2"/>
                </a:solidFill>
              </a:defRPr>
            </a:lvl3pPr>
            <a:lvl4pPr lvl="3">
              <a:spcBef>
                <a:spcPts val="0"/>
              </a:spcBef>
              <a:spcAft>
                <a:spcPts val="0"/>
              </a:spcAft>
              <a:buClr>
                <a:schemeClr val="dk2"/>
              </a:buClr>
              <a:buSzPts val="2400"/>
              <a:buNone/>
              <a:defRPr>
                <a:solidFill>
                  <a:schemeClr val="dk2"/>
                </a:solidFill>
              </a:defRPr>
            </a:lvl4pPr>
            <a:lvl5pPr lvl="4">
              <a:spcBef>
                <a:spcPts val="0"/>
              </a:spcBef>
              <a:spcAft>
                <a:spcPts val="0"/>
              </a:spcAft>
              <a:buClr>
                <a:schemeClr val="dk2"/>
              </a:buClr>
              <a:buSzPts val="2400"/>
              <a:buNone/>
              <a:defRPr>
                <a:solidFill>
                  <a:schemeClr val="dk2"/>
                </a:solidFill>
              </a:defRPr>
            </a:lvl5pPr>
            <a:lvl6pPr lvl="5">
              <a:spcBef>
                <a:spcPts val="0"/>
              </a:spcBef>
              <a:spcAft>
                <a:spcPts val="0"/>
              </a:spcAft>
              <a:buClr>
                <a:schemeClr val="dk2"/>
              </a:buClr>
              <a:buSzPts val="2400"/>
              <a:buNone/>
              <a:defRPr>
                <a:solidFill>
                  <a:schemeClr val="dk2"/>
                </a:solidFill>
              </a:defRPr>
            </a:lvl6pPr>
            <a:lvl7pPr lvl="6">
              <a:spcBef>
                <a:spcPts val="0"/>
              </a:spcBef>
              <a:spcAft>
                <a:spcPts val="0"/>
              </a:spcAft>
              <a:buClr>
                <a:schemeClr val="dk2"/>
              </a:buClr>
              <a:buSzPts val="2400"/>
              <a:buNone/>
              <a:defRPr>
                <a:solidFill>
                  <a:schemeClr val="dk2"/>
                </a:solidFill>
              </a:defRPr>
            </a:lvl7pPr>
            <a:lvl8pPr lvl="7">
              <a:spcBef>
                <a:spcPts val="0"/>
              </a:spcBef>
              <a:spcAft>
                <a:spcPts val="0"/>
              </a:spcAft>
              <a:buClr>
                <a:schemeClr val="dk2"/>
              </a:buClr>
              <a:buSzPts val="2400"/>
              <a:buNone/>
              <a:defRPr>
                <a:solidFill>
                  <a:schemeClr val="dk2"/>
                </a:solidFill>
              </a:defRPr>
            </a:lvl8pPr>
            <a:lvl9pPr lvl="8">
              <a:spcBef>
                <a:spcPts val="0"/>
              </a:spcBef>
              <a:spcAft>
                <a:spcPts val="0"/>
              </a:spcAft>
              <a:buClr>
                <a:schemeClr val="dk2"/>
              </a:buClr>
              <a:buSzPts val="2400"/>
              <a:buNone/>
              <a:defRPr>
                <a:solidFill>
                  <a:schemeClr val="dk2"/>
                </a:solidFill>
              </a:defRPr>
            </a:lvl9pPr>
          </a:lstStyle>
          <a:p/>
        </p:txBody>
      </p:sp>
      <p:sp>
        <p:nvSpPr>
          <p:cNvPr id="398" name="Google Shape;398;p40"/>
          <p:cNvSpPr txBox="1"/>
          <p:nvPr>
            <p:ph idx="6" type="body"/>
          </p:nvPr>
        </p:nvSpPr>
        <p:spPr>
          <a:xfrm>
            <a:off x="5943750" y="3366300"/>
            <a:ext cx="2819100" cy="1704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chemeClr val="dk2"/>
              </a:buClr>
              <a:buSzPts val="1000"/>
              <a:buChar char="●"/>
              <a:defRPr sz="1000">
                <a:solidFill>
                  <a:schemeClr val="dk2"/>
                </a:solidFill>
              </a:defRPr>
            </a:lvl1pPr>
            <a:lvl2pPr indent="-292100" lvl="1" marL="914400">
              <a:spcBef>
                <a:spcPts val="0"/>
              </a:spcBef>
              <a:spcAft>
                <a:spcPts val="0"/>
              </a:spcAft>
              <a:buClr>
                <a:schemeClr val="dk2"/>
              </a:buClr>
              <a:buSzPts val="1000"/>
              <a:buChar char="○"/>
              <a:defRPr sz="1000">
                <a:solidFill>
                  <a:schemeClr val="dk2"/>
                </a:solidFill>
              </a:defRPr>
            </a:lvl2pPr>
            <a:lvl3pPr indent="-292100" lvl="2" marL="1371600">
              <a:spcBef>
                <a:spcPts val="0"/>
              </a:spcBef>
              <a:spcAft>
                <a:spcPts val="0"/>
              </a:spcAft>
              <a:buClr>
                <a:schemeClr val="dk2"/>
              </a:buClr>
              <a:buSzPts val="1000"/>
              <a:buChar char="■"/>
              <a:defRPr sz="1000">
                <a:solidFill>
                  <a:schemeClr val="dk2"/>
                </a:solidFill>
              </a:defRPr>
            </a:lvl3pPr>
            <a:lvl4pPr indent="-292100" lvl="3" marL="1828800">
              <a:spcBef>
                <a:spcPts val="0"/>
              </a:spcBef>
              <a:spcAft>
                <a:spcPts val="0"/>
              </a:spcAft>
              <a:buClr>
                <a:schemeClr val="dk2"/>
              </a:buClr>
              <a:buSzPts val="1000"/>
              <a:buChar char="●"/>
              <a:defRPr sz="1000">
                <a:solidFill>
                  <a:schemeClr val="dk2"/>
                </a:solidFill>
              </a:defRPr>
            </a:lvl4pPr>
            <a:lvl5pPr indent="-292100" lvl="4" marL="2286000">
              <a:spcBef>
                <a:spcPts val="0"/>
              </a:spcBef>
              <a:spcAft>
                <a:spcPts val="0"/>
              </a:spcAft>
              <a:buClr>
                <a:schemeClr val="dk2"/>
              </a:buClr>
              <a:buSzPts val="1000"/>
              <a:buChar char="○"/>
              <a:defRPr sz="1000">
                <a:solidFill>
                  <a:schemeClr val="dk2"/>
                </a:solidFill>
              </a:defRPr>
            </a:lvl5pPr>
            <a:lvl6pPr indent="-292100" lvl="5" marL="2743200">
              <a:spcBef>
                <a:spcPts val="0"/>
              </a:spcBef>
              <a:spcAft>
                <a:spcPts val="0"/>
              </a:spcAft>
              <a:buClr>
                <a:schemeClr val="dk2"/>
              </a:buClr>
              <a:buSzPts val="1000"/>
              <a:buChar char="■"/>
              <a:defRPr sz="1000">
                <a:solidFill>
                  <a:schemeClr val="dk2"/>
                </a:solidFill>
              </a:defRPr>
            </a:lvl6pPr>
            <a:lvl7pPr indent="-292100" lvl="6" marL="3200400">
              <a:spcBef>
                <a:spcPts val="0"/>
              </a:spcBef>
              <a:spcAft>
                <a:spcPts val="0"/>
              </a:spcAft>
              <a:buClr>
                <a:schemeClr val="dk2"/>
              </a:buClr>
              <a:buSzPts val="1000"/>
              <a:buChar char="●"/>
              <a:defRPr sz="1000">
                <a:solidFill>
                  <a:schemeClr val="dk2"/>
                </a:solidFill>
              </a:defRPr>
            </a:lvl7pPr>
            <a:lvl8pPr indent="-292100" lvl="7" marL="3657600">
              <a:spcBef>
                <a:spcPts val="0"/>
              </a:spcBef>
              <a:spcAft>
                <a:spcPts val="0"/>
              </a:spcAft>
              <a:buClr>
                <a:schemeClr val="dk2"/>
              </a:buClr>
              <a:buSzPts val="1000"/>
              <a:buChar char="○"/>
              <a:defRPr sz="1000">
                <a:solidFill>
                  <a:schemeClr val="dk2"/>
                </a:solidFill>
              </a:defRPr>
            </a:lvl8pPr>
            <a:lvl9pPr indent="-292100" lvl="8" marL="4114800">
              <a:spcBef>
                <a:spcPts val="0"/>
              </a:spcBef>
              <a:spcAft>
                <a:spcPts val="0"/>
              </a:spcAft>
              <a:buClr>
                <a:schemeClr val="dk2"/>
              </a:buClr>
              <a:buSzPts val="1000"/>
              <a:buChar char="■"/>
              <a:defRPr sz="1000">
                <a:solidFill>
                  <a:schemeClr val="dk2"/>
                </a:solidFill>
              </a:defRPr>
            </a:lvl9pPr>
          </a:lstStyle>
          <a:p/>
        </p:txBody>
      </p:sp>
      <p:sp>
        <p:nvSpPr>
          <p:cNvPr id="399" name="Google Shape;399;p40"/>
          <p:cNvSpPr txBox="1"/>
          <p:nvPr>
            <p:ph idx="7" type="subTitle"/>
          </p:nvPr>
        </p:nvSpPr>
        <p:spPr>
          <a:xfrm>
            <a:off x="5943750" y="4211275"/>
            <a:ext cx="2996100" cy="1704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2"/>
              </a:buClr>
              <a:buSzPts val="1600"/>
              <a:buNone/>
              <a:defRPr sz="1600">
                <a:solidFill>
                  <a:schemeClr val="dk2"/>
                </a:solidFill>
              </a:defRPr>
            </a:lvl1pPr>
            <a:lvl2pPr lvl="1">
              <a:spcBef>
                <a:spcPts val="0"/>
              </a:spcBef>
              <a:spcAft>
                <a:spcPts val="0"/>
              </a:spcAft>
              <a:buClr>
                <a:schemeClr val="dk2"/>
              </a:buClr>
              <a:buSzPts val="2400"/>
              <a:buNone/>
              <a:defRPr>
                <a:solidFill>
                  <a:schemeClr val="dk2"/>
                </a:solidFill>
              </a:defRPr>
            </a:lvl2pPr>
            <a:lvl3pPr lvl="2">
              <a:spcBef>
                <a:spcPts val="0"/>
              </a:spcBef>
              <a:spcAft>
                <a:spcPts val="0"/>
              </a:spcAft>
              <a:buClr>
                <a:schemeClr val="dk2"/>
              </a:buClr>
              <a:buSzPts val="2400"/>
              <a:buNone/>
              <a:defRPr>
                <a:solidFill>
                  <a:schemeClr val="dk2"/>
                </a:solidFill>
              </a:defRPr>
            </a:lvl3pPr>
            <a:lvl4pPr lvl="3">
              <a:spcBef>
                <a:spcPts val="0"/>
              </a:spcBef>
              <a:spcAft>
                <a:spcPts val="0"/>
              </a:spcAft>
              <a:buClr>
                <a:schemeClr val="dk2"/>
              </a:buClr>
              <a:buSzPts val="2400"/>
              <a:buNone/>
              <a:defRPr>
                <a:solidFill>
                  <a:schemeClr val="dk2"/>
                </a:solidFill>
              </a:defRPr>
            </a:lvl4pPr>
            <a:lvl5pPr lvl="4">
              <a:spcBef>
                <a:spcPts val="0"/>
              </a:spcBef>
              <a:spcAft>
                <a:spcPts val="0"/>
              </a:spcAft>
              <a:buClr>
                <a:schemeClr val="dk2"/>
              </a:buClr>
              <a:buSzPts val="2400"/>
              <a:buNone/>
              <a:defRPr>
                <a:solidFill>
                  <a:schemeClr val="dk2"/>
                </a:solidFill>
              </a:defRPr>
            </a:lvl5pPr>
            <a:lvl6pPr lvl="5">
              <a:spcBef>
                <a:spcPts val="0"/>
              </a:spcBef>
              <a:spcAft>
                <a:spcPts val="0"/>
              </a:spcAft>
              <a:buClr>
                <a:schemeClr val="dk2"/>
              </a:buClr>
              <a:buSzPts val="2400"/>
              <a:buNone/>
              <a:defRPr>
                <a:solidFill>
                  <a:schemeClr val="dk2"/>
                </a:solidFill>
              </a:defRPr>
            </a:lvl6pPr>
            <a:lvl7pPr lvl="6">
              <a:spcBef>
                <a:spcPts val="0"/>
              </a:spcBef>
              <a:spcAft>
                <a:spcPts val="0"/>
              </a:spcAft>
              <a:buClr>
                <a:schemeClr val="dk2"/>
              </a:buClr>
              <a:buSzPts val="2400"/>
              <a:buNone/>
              <a:defRPr>
                <a:solidFill>
                  <a:schemeClr val="dk2"/>
                </a:solidFill>
              </a:defRPr>
            </a:lvl7pPr>
            <a:lvl8pPr lvl="7">
              <a:spcBef>
                <a:spcPts val="0"/>
              </a:spcBef>
              <a:spcAft>
                <a:spcPts val="0"/>
              </a:spcAft>
              <a:buClr>
                <a:schemeClr val="dk2"/>
              </a:buClr>
              <a:buSzPts val="2400"/>
              <a:buNone/>
              <a:defRPr>
                <a:solidFill>
                  <a:schemeClr val="dk2"/>
                </a:solidFill>
              </a:defRPr>
            </a:lvl8pPr>
            <a:lvl9pPr lvl="8">
              <a:spcBef>
                <a:spcPts val="0"/>
              </a:spcBef>
              <a:spcAft>
                <a:spcPts val="0"/>
              </a:spcAft>
              <a:buClr>
                <a:schemeClr val="dk2"/>
              </a:buClr>
              <a:buSzPts val="2400"/>
              <a:buNone/>
              <a:defRPr>
                <a:solidFill>
                  <a:schemeClr val="dk2"/>
                </a:solidFill>
              </a:defRPr>
            </a:lvl9pPr>
          </a:lstStyle>
          <a:p/>
        </p:txBody>
      </p:sp>
      <p:sp>
        <p:nvSpPr>
          <p:cNvPr id="400" name="Google Shape;400;p40"/>
          <p:cNvSpPr txBox="1"/>
          <p:nvPr>
            <p:ph idx="8" type="body"/>
          </p:nvPr>
        </p:nvSpPr>
        <p:spPr>
          <a:xfrm>
            <a:off x="5943750" y="4445425"/>
            <a:ext cx="2819100" cy="1704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chemeClr val="dk2"/>
              </a:buClr>
              <a:buSzPts val="1000"/>
              <a:buChar char="●"/>
              <a:defRPr sz="1000">
                <a:solidFill>
                  <a:schemeClr val="dk2"/>
                </a:solidFill>
              </a:defRPr>
            </a:lvl1pPr>
            <a:lvl2pPr indent="-292100" lvl="1" marL="914400">
              <a:spcBef>
                <a:spcPts val="0"/>
              </a:spcBef>
              <a:spcAft>
                <a:spcPts val="0"/>
              </a:spcAft>
              <a:buClr>
                <a:schemeClr val="dk2"/>
              </a:buClr>
              <a:buSzPts val="1000"/>
              <a:buChar char="○"/>
              <a:defRPr sz="1000">
                <a:solidFill>
                  <a:schemeClr val="dk2"/>
                </a:solidFill>
              </a:defRPr>
            </a:lvl2pPr>
            <a:lvl3pPr indent="-292100" lvl="2" marL="1371600">
              <a:spcBef>
                <a:spcPts val="0"/>
              </a:spcBef>
              <a:spcAft>
                <a:spcPts val="0"/>
              </a:spcAft>
              <a:buClr>
                <a:schemeClr val="dk2"/>
              </a:buClr>
              <a:buSzPts val="1000"/>
              <a:buChar char="■"/>
              <a:defRPr sz="1000">
                <a:solidFill>
                  <a:schemeClr val="dk2"/>
                </a:solidFill>
              </a:defRPr>
            </a:lvl3pPr>
            <a:lvl4pPr indent="-292100" lvl="3" marL="1828800">
              <a:spcBef>
                <a:spcPts val="0"/>
              </a:spcBef>
              <a:spcAft>
                <a:spcPts val="0"/>
              </a:spcAft>
              <a:buClr>
                <a:schemeClr val="dk2"/>
              </a:buClr>
              <a:buSzPts val="1000"/>
              <a:buChar char="●"/>
              <a:defRPr sz="1000">
                <a:solidFill>
                  <a:schemeClr val="dk2"/>
                </a:solidFill>
              </a:defRPr>
            </a:lvl4pPr>
            <a:lvl5pPr indent="-292100" lvl="4" marL="2286000">
              <a:spcBef>
                <a:spcPts val="0"/>
              </a:spcBef>
              <a:spcAft>
                <a:spcPts val="0"/>
              </a:spcAft>
              <a:buClr>
                <a:schemeClr val="dk2"/>
              </a:buClr>
              <a:buSzPts val="1000"/>
              <a:buChar char="○"/>
              <a:defRPr sz="1000">
                <a:solidFill>
                  <a:schemeClr val="dk2"/>
                </a:solidFill>
              </a:defRPr>
            </a:lvl5pPr>
            <a:lvl6pPr indent="-292100" lvl="5" marL="2743200">
              <a:spcBef>
                <a:spcPts val="0"/>
              </a:spcBef>
              <a:spcAft>
                <a:spcPts val="0"/>
              </a:spcAft>
              <a:buClr>
                <a:schemeClr val="dk2"/>
              </a:buClr>
              <a:buSzPts val="1000"/>
              <a:buChar char="■"/>
              <a:defRPr sz="1000">
                <a:solidFill>
                  <a:schemeClr val="dk2"/>
                </a:solidFill>
              </a:defRPr>
            </a:lvl6pPr>
            <a:lvl7pPr indent="-292100" lvl="6" marL="3200400">
              <a:spcBef>
                <a:spcPts val="0"/>
              </a:spcBef>
              <a:spcAft>
                <a:spcPts val="0"/>
              </a:spcAft>
              <a:buClr>
                <a:schemeClr val="dk2"/>
              </a:buClr>
              <a:buSzPts val="1000"/>
              <a:buChar char="●"/>
              <a:defRPr sz="1000">
                <a:solidFill>
                  <a:schemeClr val="dk2"/>
                </a:solidFill>
              </a:defRPr>
            </a:lvl7pPr>
            <a:lvl8pPr indent="-292100" lvl="7" marL="3657600">
              <a:spcBef>
                <a:spcPts val="0"/>
              </a:spcBef>
              <a:spcAft>
                <a:spcPts val="0"/>
              </a:spcAft>
              <a:buClr>
                <a:schemeClr val="dk2"/>
              </a:buClr>
              <a:buSzPts val="1000"/>
              <a:buChar char="○"/>
              <a:defRPr sz="1000">
                <a:solidFill>
                  <a:schemeClr val="dk2"/>
                </a:solidFill>
              </a:defRPr>
            </a:lvl8pPr>
            <a:lvl9pPr indent="-292100" lvl="8" marL="4114800">
              <a:spcBef>
                <a:spcPts val="0"/>
              </a:spcBef>
              <a:spcAft>
                <a:spcPts val="0"/>
              </a:spcAft>
              <a:buClr>
                <a:schemeClr val="dk2"/>
              </a:buClr>
              <a:buSzPts val="1000"/>
              <a:buChar char="■"/>
              <a:defRPr sz="1000">
                <a:solidFill>
                  <a:schemeClr val="dk2"/>
                </a:solidFill>
              </a:defRPr>
            </a:lvl9pPr>
          </a:lstStyle>
          <a:p/>
        </p:txBody>
      </p:sp>
      <p:sp>
        <p:nvSpPr>
          <p:cNvPr id="401" name="Google Shape;401;p40"/>
          <p:cNvSpPr txBox="1"/>
          <p:nvPr>
            <p:ph idx="9" type="subTitle"/>
          </p:nvPr>
        </p:nvSpPr>
        <p:spPr>
          <a:xfrm>
            <a:off x="227975" y="2744325"/>
            <a:ext cx="3572100" cy="3879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400"/>
              <a:buNone/>
              <a:defRPr>
                <a:solidFill>
                  <a:schemeClr val="dk2"/>
                </a:solidFill>
              </a:defRPr>
            </a:lvl1pPr>
            <a:lvl2pPr lvl="1">
              <a:spcBef>
                <a:spcPts val="0"/>
              </a:spcBef>
              <a:spcAft>
                <a:spcPts val="0"/>
              </a:spcAft>
              <a:buClr>
                <a:schemeClr val="dk2"/>
              </a:buClr>
              <a:buSzPts val="2400"/>
              <a:buNone/>
              <a:defRPr>
                <a:solidFill>
                  <a:schemeClr val="dk2"/>
                </a:solidFill>
              </a:defRPr>
            </a:lvl2pPr>
            <a:lvl3pPr lvl="2">
              <a:spcBef>
                <a:spcPts val="0"/>
              </a:spcBef>
              <a:spcAft>
                <a:spcPts val="0"/>
              </a:spcAft>
              <a:buClr>
                <a:schemeClr val="dk2"/>
              </a:buClr>
              <a:buSzPts val="2400"/>
              <a:buNone/>
              <a:defRPr>
                <a:solidFill>
                  <a:schemeClr val="dk2"/>
                </a:solidFill>
              </a:defRPr>
            </a:lvl3pPr>
            <a:lvl4pPr lvl="3">
              <a:spcBef>
                <a:spcPts val="0"/>
              </a:spcBef>
              <a:spcAft>
                <a:spcPts val="0"/>
              </a:spcAft>
              <a:buClr>
                <a:schemeClr val="dk2"/>
              </a:buClr>
              <a:buSzPts val="2400"/>
              <a:buNone/>
              <a:defRPr>
                <a:solidFill>
                  <a:schemeClr val="dk2"/>
                </a:solidFill>
              </a:defRPr>
            </a:lvl4pPr>
            <a:lvl5pPr lvl="4">
              <a:spcBef>
                <a:spcPts val="0"/>
              </a:spcBef>
              <a:spcAft>
                <a:spcPts val="0"/>
              </a:spcAft>
              <a:buClr>
                <a:schemeClr val="dk2"/>
              </a:buClr>
              <a:buSzPts val="2400"/>
              <a:buNone/>
              <a:defRPr>
                <a:solidFill>
                  <a:schemeClr val="dk2"/>
                </a:solidFill>
              </a:defRPr>
            </a:lvl5pPr>
            <a:lvl6pPr lvl="5">
              <a:spcBef>
                <a:spcPts val="0"/>
              </a:spcBef>
              <a:spcAft>
                <a:spcPts val="0"/>
              </a:spcAft>
              <a:buClr>
                <a:schemeClr val="dk2"/>
              </a:buClr>
              <a:buSzPts val="2400"/>
              <a:buNone/>
              <a:defRPr>
                <a:solidFill>
                  <a:schemeClr val="dk2"/>
                </a:solidFill>
              </a:defRPr>
            </a:lvl6pPr>
            <a:lvl7pPr lvl="6">
              <a:spcBef>
                <a:spcPts val="0"/>
              </a:spcBef>
              <a:spcAft>
                <a:spcPts val="0"/>
              </a:spcAft>
              <a:buClr>
                <a:schemeClr val="dk2"/>
              </a:buClr>
              <a:buSzPts val="2400"/>
              <a:buNone/>
              <a:defRPr>
                <a:solidFill>
                  <a:schemeClr val="dk2"/>
                </a:solidFill>
              </a:defRPr>
            </a:lvl7pPr>
            <a:lvl8pPr lvl="7">
              <a:spcBef>
                <a:spcPts val="0"/>
              </a:spcBef>
              <a:spcAft>
                <a:spcPts val="0"/>
              </a:spcAft>
              <a:buClr>
                <a:schemeClr val="dk2"/>
              </a:buClr>
              <a:buSzPts val="2400"/>
              <a:buNone/>
              <a:defRPr>
                <a:solidFill>
                  <a:schemeClr val="dk2"/>
                </a:solidFill>
              </a:defRPr>
            </a:lvl8pPr>
            <a:lvl9pPr lvl="8">
              <a:spcBef>
                <a:spcPts val="0"/>
              </a:spcBef>
              <a:spcAft>
                <a:spcPts val="0"/>
              </a:spcAft>
              <a:buClr>
                <a:schemeClr val="dk2"/>
              </a:buClr>
              <a:buSzPts val="2400"/>
              <a:buNone/>
              <a:defRPr>
                <a:solidFill>
                  <a:schemeClr val="dk2"/>
                </a:solidFill>
              </a:defRPr>
            </a:lvl9pPr>
          </a:lstStyle>
          <a:p/>
        </p:txBody>
      </p:sp>
      <p:sp>
        <p:nvSpPr>
          <p:cNvPr id="402" name="Google Shape;402;p40"/>
          <p:cNvSpPr txBox="1"/>
          <p:nvPr>
            <p:ph idx="13" type="body"/>
          </p:nvPr>
        </p:nvSpPr>
        <p:spPr>
          <a:xfrm>
            <a:off x="227875" y="3458750"/>
            <a:ext cx="4287000" cy="1461300"/>
          </a:xfrm>
          <a:prstGeom prst="rect">
            <a:avLst/>
          </a:prstGeom>
        </p:spPr>
        <p:txBody>
          <a:bodyPr anchorCtr="0" anchor="b" bIns="91425" lIns="91425" spcFirstLastPara="1" rIns="91425" wrap="square" tIns="91425">
            <a:noAutofit/>
          </a:bodyPr>
          <a:lstStyle>
            <a:lvl1pPr indent="-304800" lvl="0" marL="457200">
              <a:spcBef>
                <a:spcPts val="0"/>
              </a:spcBef>
              <a:spcAft>
                <a:spcPts val="0"/>
              </a:spcAft>
              <a:buClr>
                <a:schemeClr val="dk2"/>
              </a:buClr>
              <a:buSzPts val="1200"/>
              <a:buChar char="●"/>
              <a:defRPr>
                <a:solidFill>
                  <a:schemeClr val="dk2"/>
                </a:solidFill>
              </a:defRPr>
            </a:lvl1pPr>
            <a:lvl2pPr indent="-304800" lvl="1" marL="914400">
              <a:spcBef>
                <a:spcPts val="0"/>
              </a:spcBef>
              <a:spcAft>
                <a:spcPts val="0"/>
              </a:spcAft>
              <a:buClr>
                <a:schemeClr val="dk2"/>
              </a:buClr>
              <a:buSzPts val="1200"/>
              <a:buChar char="○"/>
              <a:defRPr>
                <a:solidFill>
                  <a:schemeClr val="dk2"/>
                </a:solidFill>
              </a:defRPr>
            </a:lvl2pPr>
            <a:lvl3pPr indent="-304800" lvl="2" marL="1371600">
              <a:spcBef>
                <a:spcPts val="0"/>
              </a:spcBef>
              <a:spcAft>
                <a:spcPts val="0"/>
              </a:spcAft>
              <a:buClr>
                <a:schemeClr val="dk2"/>
              </a:buClr>
              <a:buSzPts val="1200"/>
              <a:buChar char="■"/>
              <a:defRPr>
                <a:solidFill>
                  <a:schemeClr val="dk2"/>
                </a:solidFill>
              </a:defRPr>
            </a:lvl3pPr>
            <a:lvl4pPr indent="-304800" lvl="3" marL="1828800">
              <a:spcBef>
                <a:spcPts val="0"/>
              </a:spcBef>
              <a:spcAft>
                <a:spcPts val="0"/>
              </a:spcAft>
              <a:buClr>
                <a:schemeClr val="dk2"/>
              </a:buClr>
              <a:buSzPts val="1200"/>
              <a:buChar char="●"/>
              <a:defRPr>
                <a:solidFill>
                  <a:schemeClr val="dk2"/>
                </a:solidFill>
              </a:defRPr>
            </a:lvl4pPr>
            <a:lvl5pPr indent="-304800" lvl="4" marL="2286000">
              <a:spcBef>
                <a:spcPts val="0"/>
              </a:spcBef>
              <a:spcAft>
                <a:spcPts val="0"/>
              </a:spcAft>
              <a:buClr>
                <a:schemeClr val="dk2"/>
              </a:buClr>
              <a:buSzPts val="1200"/>
              <a:buChar char="○"/>
              <a:defRPr>
                <a:solidFill>
                  <a:schemeClr val="dk2"/>
                </a:solidFill>
              </a:defRPr>
            </a:lvl5pPr>
            <a:lvl6pPr indent="-304800" lvl="5" marL="2743200">
              <a:spcBef>
                <a:spcPts val="0"/>
              </a:spcBef>
              <a:spcAft>
                <a:spcPts val="0"/>
              </a:spcAft>
              <a:buClr>
                <a:schemeClr val="dk2"/>
              </a:buClr>
              <a:buSzPts val="1200"/>
              <a:buChar char="■"/>
              <a:defRPr>
                <a:solidFill>
                  <a:schemeClr val="dk2"/>
                </a:solidFill>
              </a:defRPr>
            </a:lvl6pPr>
            <a:lvl7pPr indent="-304800" lvl="6" marL="3200400">
              <a:spcBef>
                <a:spcPts val="0"/>
              </a:spcBef>
              <a:spcAft>
                <a:spcPts val="0"/>
              </a:spcAft>
              <a:buClr>
                <a:schemeClr val="dk2"/>
              </a:buClr>
              <a:buSzPts val="1200"/>
              <a:buChar char="●"/>
              <a:defRPr>
                <a:solidFill>
                  <a:schemeClr val="dk2"/>
                </a:solidFill>
              </a:defRPr>
            </a:lvl7pPr>
            <a:lvl8pPr indent="-304800" lvl="7" marL="3657600">
              <a:spcBef>
                <a:spcPts val="0"/>
              </a:spcBef>
              <a:spcAft>
                <a:spcPts val="0"/>
              </a:spcAft>
              <a:buClr>
                <a:schemeClr val="dk2"/>
              </a:buClr>
              <a:buSzPts val="1200"/>
              <a:buChar char="○"/>
              <a:defRPr>
                <a:solidFill>
                  <a:schemeClr val="dk2"/>
                </a:solidFill>
              </a:defRPr>
            </a:lvl8pPr>
            <a:lvl9pPr indent="-304800" lvl="8" marL="4114800">
              <a:spcBef>
                <a:spcPts val="0"/>
              </a:spcBef>
              <a:spcAft>
                <a:spcPts val="0"/>
              </a:spcAft>
              <a:buClr>
                <a:schemeClr val="dk2"/>
              </a:buClr>
              <a:buSzPts val="1200"/>
              <a:buChar char="■"/>
              <a:defRPr>
                <a:solidFill>
                  <a:schemeClr val="dk2"/>
                </a:solidFill>
              </a:defRPr>
            </a:lvl9pPr>
          </a:lstStyle>
          <a:p/>
        </p:txBody>
      </p:sp>
      <p:sp>
        <p:nvSpPr>
          <p:cNvPr id="403" name="Google Shape;403;p40"/>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ilestones">
  <p:cSld name="CUSTOM_3_1">
    <p:bg>
      <p:bgPr>
        <a:solidFill>
          <a:schemeClr val="dk1"/>
        </a:solidFill>
      </p:bgPr>
    </p:bg>
    <p:spTree>
      <p:nvGrpSpPr>
        <p:cNvPr id="404" name="Shape 404"/>
        <p:cNvGrpSpPr/>
        <p:nvPr/>
      </p:nvGrpSpPr>
      <p:grpSpPr>
        <a:xfrm>
          <a:off x="0" y="0"/>
          <a:ext cx="0" cy="0"/>
          <a:chOff x="0" y="0"/>
          <a:chExt cx="0" cy="0"/>
        </a:xfrm>
      </p:grpSpPr>
      <p:sp>
        <p:nvSpPr>
          <p:cNvPr id="405" name="Google Shape;405;p41"/>
          <p:cNvSpPr txBox="1"/>
          <p:nvPr>
            <p:ph idx="1" type="subTitle"/>
          </p:nvPr>
        </p:nvSpPr>
        <p:spPr>
          <a:xfrm>
            <a:off x="852075" y="2128039"/>
            <a:ext cx="2088900" cy="1704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dk2"/>
              </a:buClr>
              <a:buSzPts val="1600"/>
              <a:buNone/>
              <a:defRPr sz="1600">
                <a:solidFill>
                  <a:schemeClr val="dk2"/>
                </a:solidFill>
              </a:defRPr>
            </a:lvl1pPr>
            <a:lvl2pPr lvl="1">
              <a:spcBef>
                <a:spcPts val="0"/>
              </a:spcBef>
              <a:spcAft>
                <a:spcPts val="0"/>
              </a:spcAft>
              <a:buClr>
                <a:schemeClr val="dk2"/>
              </a:buClr>
              <a:buSzPts val="2400"/>
              <a:buNone/>
              <a:defRPr>
                <a:solidFill>
                  <a:schemeClr val="dk2"/>
                </a:solidFill>
              </a:defRPr>
            </a:lvl2pPr>
            <a:lvl3pPr lvl="2">
              <a:spcBef>
                <a:spcPts val="0"/>
              </a:spcBef>
              <a:spcAft>
                <a:spcPts val="0"/>
              </a:spcAft>
              <a:buClr>
                <a:schemeClr val="dk2"/>
              </a:buClr>
              <a:buSzPts val="2400"/>
              <a:buNone/>
              <a:defRPr>
                <a:solidFill>
                  <a:schemeClr val="dk2"/>
                </a:solidFill>
              </a:defRPr>
            </a:lvl3pPr>
            <a:lvl4pPr lvl="3">
              <a:spcBef>
                <a:spcPts val="0"/>
              </a:spcBef>
              <a:spcAft>
                <a:spcPts val="0"/>
              </a:spcAft>
              <a:buClr>
                <a:schemeClr val="dk2"/>
              </a:buClr>
              <a:buSzPts val="2400"/>
              <a:buNone/>
              <a:defRPr>
                <a:solidFill>
                  <a:schemeClr val="dk2"/>
                </a:solidFill>
              </a:defRPr>
            </a:lvl4pPr>
            <a:lvl5pPr lvl="4">
              <a:spcBef>
                <a:spcPts val="0"/>
              </a:spcBef>
              <a:spcAft>
                <a:spcPts val="0"/>
              </a:spcAft>
              <a:buClr>
                <a:schemeClr val="dk2"/>
              </a:buClr>
              <a:buSzPts val="2400"/>
              <a:buNone/>
              <a:defRPr>
                <a:solidFill>
                  <a:schemeClr val="dk2"/>
                </a:solidFill>
              </a:defRPr>
            </a:lvl5pPr>
            <a:lvl6pPr lvl="5">
              <a:spcBef>
                <a:spcPts val="0"/>
              </a:spcBef>
              <a:spcAft>
                <a:spcPts val="0"/>
              </a:spcAft>
              <a:buClr>
                <a:schemeClr val="dk2"/>
              </a:buClr>
              <a:buSzPts val="2400"/>
              <a:buNone/>
              <a:defRPr>
                <a:solidFill>
                  <a:schemeClr val="dk2"/>
                </a:solidFill>
              </a:defRPr>
            </a:lvl6pPr>
            <a:lvl7pPr lvl="6">
              <a:spcBef>
                <a:spcPts val="0"/>
              </a:spcBef>
              <a:spcAft>
                <a:spcPts val="0"/>
              </a:spcAft>
              <a:buClr>
                <a:schemeClr val="dk2"/>
              </a:buClr>
              <a:buSzPts val="2400"/>
              <a:buNone/>
              <a:defRPr>
                <a:solidFill>
                  <a:schemeClr val="dk2"/>
                </a:solidFill>
              </a:defRPr>
            </a:lvl7pPr>
            <a:lvl8pPr lvl="7">
              <a:spcBef>
                <a:spcPts val="0"/>
              </a:spcBef>
              <a:spcAft>
                <a:spcPts val="0"/>
              </a:spcAft>
              <a:buClr>
                <a:schemeClr val="dk2"/>
              </a:buClr>
              <a:buSzPts val="2400"/>
              <a:buNone/>
              <a:defRPr>
                <a:solidFill>
                  <a:schemeClr val="dk2"/>
                </a:solidFill>
              </a:defRPr>
            </a:lvl8pPr>
            <a:lvl9pPr lvl="8">
              <a:spcBef>
                <a:spcPts val="0"/>
              </a:spcBef>
              <a:spcAft>
                <a:spcPts val="0"/>
              </a:spcAft>
              <a:buClr>
                <a:schemeClr val="dk2"/>
              </a:buClr>
              <a:buSzPts val="2400"/>
              <a:buNone/>
              <a:defRPr>
                <a:solidFill>
                  <a:schemeClr val="dk2"/>
                </a:solidFill>
              </a:defRPr>
            </a:lvl9pPr>
          </a:lstStyle>
          <a:p/>
        </p:txBody>
      </p:sp>
      <p:sp>
        <p:nvSpPr>
          <p:cNvPr id="406" name="Google Shape;406;p41"/>
          <p:cNvSpPr txBox="1"/>
          <p:nvPr>
            <p:ph type="title"/>
          </p:nvPr>
        </p:nvSpPr>
        <p:spPr>
          <a:xfrm>
            <a:off x="230900" y="457200"/>
            <a:ext cx="7187700" cy="562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3600"/>
              <a:buNone/>
              <a:defRPr>
                <a:solidFill>
                  <a:schemeClr val="dk2"/>
                </a:solidFill>
              </a:defRPr>
            </a:lvl1pPr>
            <a:lvl2pPr lvl="1">
              <a:spcBef>
                <a:spcPts val="0"/>
              </a:spcBef>
              <a:spcAft>
                <a:spcPts val="0"/>
              </a:spcAft>
              <a:buClr>
                <a:schemeClr val="dk2"/>
              </a:buClr>
              <a:buSzPts val="3600"/>
              <a:buNone/>
              <a:defRPr sz="3600">
                <a:solidFill>
                  <a:schemeClr val="dk2"/>
                </a:solidFill>
              </a:defRPr>
            </a:lvl2pPr>
            <a:lvl3pPr lvl="2">
              <a:spcBef>
                <a:spcPts val="0"/>
              </a:spcBef>
              <a:spcAft>
                <a:spcPts val="0"/>
              </a:spcAft>
              <a:buClr>
                <a:schemeClr val="dk2"/>
              </a:buClr>
              <a:buSzPts val="3600"/>
              <a:buNone/>
              <a:defRPr sz="3600">
                <a:solidFill>
                  <a:schemeClr val="dk2"/>
                </a:solidFill>
              </a:defRPr>
            </a:lvl3pPr>
            <a:lvl4pPr lvl="3">
              <a:spcBef>
                <a:spcPts val="0"/>
              </a:spcBef>
              <a:spcAft>
                <a:spcPts val="0"/>
              </a:spcAft>
              <a:buClr>
                <a:schemeClr val="dk2"/>
              </a:buClr>
              <a:buSzPts val="3600"/>
              <a:buNone/>
              <a:defRPr sz="3600">
                <a:solidFill>
                  <a:schemeClr val="dk2"/>
                </a:solidFill>
              </a:defRPr>
            </a:lvl4pPr>
            <a:lvl5pPr lvl="4">
              <a:spcBef>
                <a:spcPts val="0"/>
              </a:spcBef>
              <a:spcAft>
                <a:spcPts val="0"/>
              </a:spcAft>
              <a:buClr>
                <a:schemeClr val="dk2"/>
              </a:buClr>
              <a:buSzPts val="3600"/>
              <a:buNone/>
              <a:defRPr sz="3600">
                <a:solidFill>
                  <a:schemeClr val="dk2"/>
                </a:solidFill>
              </a:defRPr>
            </a:lvl5pPr>
            <a:lvl6pPr lvl="5">
              <a:spcBef>
                <a:spcPts val="0"/>
              </a:spcBef>
              <a:spcAft>
                <a:spcPts val="0"/>
              </a:spcAft>
              <a:buClr>
                <a:schemeClr val="dk2"/>
              </a:buClr>
              <a:buSzPts val="3600"/>
              <a:buNone/>
              <a:defRPr sz="3600">
                <a:solidFill>
                  <a:schemeClr val="dk2"/>
                </a:solidFill>
              </a:defRPr>
            </a:lvl6pPr>
            <a:lvl7pPr lvl="6">
              <a:spcBef>
                <a:spcPts val="0"/>
              </a:spcBef>
              <a:spcAft>
                <a:spcPts val="0"/>
              </a:spcAft>
              <a:buClr>
                <a:schemeClr val="dk2"/>
              </a:buClr>
              <a:buSzPts val="3600"/>
              <a:buNone/>
              <a:defRPr sz="3600">
                <a:solidFill>
                  <a:schemeClr val="dk2"/>
                </a:solidFill>
              </a:defRPr>
            </a:lvl7pPr>
            <a:lvl8pPr lvl="7">
              <a:spcBef>
                <a:spcPts val="0"/>
              </a:spcBef>
              <a:spcAft>
                <a:spcPts val="0"/>
              </a:spcAft>
              <a:buClr>
                <a:schemeClr val="dk2"/>
              </a:buClr>
              <a:buSzPts val="3600"/>
              <a:buNone/>
              <a:defRPr sz="3600">
                <a:solidFill>
                  <a:schemeClr val="dk2"/>
                </a:solidFill>
              </a:defRPr>
            </a:lvl8pPr>
            <a:lvl9pPr lvl="8">
              <a:spcBef>
                <a:spcPts val="0"/>
              </a:spcBef>
              <a:spcAft>
                <a:spcPts val="0"/>
              </a:spcAft>
              <a:buClr>
                <a:schemeClr val="dk2"/>
              </a:buClr>
              <a:buSzPts val="3600"/>
              <a:buNone/>
              <a:defRPr sz="3600">
                <a:solidFill>
                  <a:schemeClr val="dk2"/>
                </a:solidFill>
              </a:defRPr>
            </a:lvl9pPr>
          </a:lstStyle>
          <a:p/>
        </p:txBody>
      </p:sp>
      <p:sp>
        <p:nvSpPr>
          <p:cNvPr id="407" name="Google Shape;407;p41"/>
          <p:cNvSpPr txBox="1"/>
          <p:nvPr>
            <p:ph idx="2" type="subTitle"/>
          </p:nvPr>
        </p:nvSpPr>
        <p:spPr>
          <a:xfrm>
            <a:off x="3046825" y="2128039"/>
            <a:ext cx="2088900" cy="1704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dk2"/>
              </a:buClr>
              <a:buSzPts val="1600"/>
              <a:buNone/>
              <a:defRPr sz="1600">
                <a:solidFill>
                  <a:schemeClr val="dk2"/>
                </a:solidFill>
              </a:defRPr>
            </a:lvl1pPr>
            <a:lvl2pPr lvl="1">
              <a:spcBef>
                <a:spcPts val="0"/>
              </a:spcBef>
              <a:spcAft>
                <a:spcPts val="0"/>
              </a:spcAft>
              <a:buClr>
                <a:schemeClr val="dk2"/>
              </a:buClr>
              <a:buSzPts val="2400"/>
              <a:buNone/>
              <a:defRPr>
                <a:solidFill>
                  <a:schemeClr val="dk2"/>
                </a:solidFill>
              </a:defRPr>
            </a:lvl2pPr>
            <a:lvl3pPr lvl="2">
              <a:spcBef>
                <a:spcPts val="0"/>
              </a:spcBef>
              <a:spcAft>
                <a:spcPts val="0"/>
              </a:spcAft>
              <a:buClr>
                <a:schemeClr val="dk2"/>
              </a:buClr>
              <a:buSzPts val="2400"/>
              <a:buNone/>
              <a:defRPr>
                <a:solidFill>
                  <a:schemeClr val="dk2"/>
                </a:solidFill>
              </a:defRPr>
            </a:lvl3pPr>
            <a:lvl4pPr lvl="3">
              <a:spcBef>
                <a:spcPts val="0"/>
              </a:spcBef>
              <a:spcAft>
                <a:spcPts val="0"/>
              </a:spcAft>
              <a:buClr>
                <a:schemeClr val="dk2"/>
              </a:buClr>
              <a:buSzPts val="2400"/>
              <a:buNone/>
              <a:defRPr>
                <a:solidFill>
                  <a:schemeClr val="dk2"/>
                </a:solidFill>
              </a:defRPr>
            </a:lvl4pPr>
            <a:lvl5pPr lvl="4">
              <a:spcBef>
                <a:spcPts val="0"/>
              </a:spcBef>
              <a:spcAft>
                <a:spcPts val="0"/>
              </a:spcAft>
              <a:buClr>
                <a:schemeClr val="dk2"/>
              </a:buClr>
              <a:buSzPts val="2400"/>
              <a:buNone/>
              <a:defRPr>
                <a:solidFill>
                  <a:schemeClr val="dk2"/>
                </a:solidFill>
              </a:defRPr>
            </a:lvl5pPr>
            <a:lvl6pPr lvl="5">
              <a:spcBef>
                <a:spcPts val="0"/>
              </a:spcBef>
              <a:spcAft>
                <a:spcPts val="0"/>
              </a:spcAft>
              <a:buClr>
                <a:schemeClr val="dk2"/>
              </a:buClr>
              <a:buSzPts val="2400"/>
              <a:buNone/>
              <a:defRPr>
                <a:solidFill>
                  <a:schemeClr val="dk2"/>
                </a:solidFill>
              </a:defRPr>
            </a:lvl6pPr>
            <a:lvl7pPr lvl="6">
              <a:spcBef>
                <a:spcPts val="0"/>
              </a:spcBef>
              <a:spcAft>
                <a:spcPts val="0"/>
              </a:spcAft>
              <a:buClr>
                <a:schemeClr val="dk2"/>
              </a:buClr>
              <a:buSzPts val="2400"/>
              <a:buNone/>
              <a:defRPr>
                <a:solidFill>
                  <a:schemeClr val="dk2"/>
                </a:solidFill>
              </a:defRPr>
            </a:lvl7pPr>
            <a:lvl8pPr lvl="7">
              <a:spcBef>
                <a:spcPts val="0"/>
              </a:spcBef>
              <a:spcAft>
                <a:spcPts val="0"/>
              </a:spcAft>
              <a:buClr>
                <a:schemeClr val="dk2"/>
              </a:buClr>
              <a:buSzPts val="2400"/>
              <a:buNone/>
              <a:defRPr>
                <a:solidFill>
                  <a:schemeClr val="dk2"/>
                </a:solidFill>
              </a:defRPr>
            </a:lvl8pPr>
            <a:lvl9pPr lvl="8">
              <a:spcBef>
                <a:spcPts val="0"/>
              </a:spcBef>
              <a:spcAft>
                <a:spcPts val="0"/>
              </a:spcAft>
              <a:buClr>
                <a:schemeClr val="dk2"/>
              </a:buClr>
              <a:buSzPts val="2400"/>
              <a:buNone/>
              <a:defRPr>
                <a:solidFill>
                  <a:schemeClr val="dk2"/>
                </a:solidFill>
              </a:defRPr>
            </a:lvl9pPr>
          </a:lstStyle>
          <a:p/>
        </p:txBody>
      </p:sp>
      <p:sp>
        <p:nvSpPr>
          <p:cNvPr id="408" name="Google Shape;408;p41"/>
          <p:cNvSpPr txBox="1"/>
          <p:nvPr>
            <p:ph idx="3" type="subTitle"/>
          </p:nvPr>
        </p:nvSpPr>
        <p:spPr>
          <a:xfrm>
            <a:off x="5169875" y="2128039"/>
            <a:ext cx="2088900" cy="1704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dk2"/>
              </a:buClr>
              <a:buSzPts val="1600"/>
              <a:buNone/>
              <a:defRPr sz="1600">
                <a:solidFill>
                  <a:schemeClr val="dk2"/>
                </a:solidFill>
              </a:defRPr>
            </a:lvl1pPr>
            <a:lvl2pPr lvl="1">
              <a:spcBef>
                <a:spcPts val="0"/>
              </a:spcBef>
              <a:spcAft>
                <a:spcPts val="0"/>
              </a:spcAft>
              <a:buClr>
                <a:schemeClr val="dk2"/>
              </a:buClr>
              <a:buSzPts val="2400"/>
              <a:buNone/>
              <a:defRPr>
                <a:solidFill>
                  <a:schemeClr val="dk2"/>
                </a:solidFill>
              </a:defRPr>
            </a:lvl2pPr>
            <a:lvl3pPr lvl="2">
              <a:spcBef>
                <a:spcPts val="0"/>
              </a:spcBef>
              <a:spcAft>
                <a:spcPts val="0"/>
              </a:spcAft>
              <a:buClr>
                <a:schemeClr val="dk2"/>
              </a:buClr>
              <a:buSzPts val="2400"/>
              <a:buNone/>
              <a:defRPr>
                <a:solidFill>
                  <a:schemeClr val="dk2"/>
                </a:solidFill>
              </a:defRPr>
            </a:lvl3pPr>
            <a:lvl4pPr lvl="3">
              <a:spcBef>
                <a:spcPts val="0"/>
              </a:spcBef>
              <a:spcAft>
                <a:spcPts val="0"/>
              </a:spcAft>
              <a:buClr>
                <a:schemeClr val="dk2"/>
              </a:buClr>
              <a:buSzPts val="2400"/>
              <a:buNone/>
              <a:defRPr>
                <a:solidFill>
                  <a:schemeClr val="dk2"/>
                </a:solidFill>
              </a:defRPr>
            </a:lvl4pPr>
            <a:lvl5pPr lvl="4">
              <a:spcBef>
                <a:spcPts val="0"/>
              </a:spcBef>
              <a:spcAft>
                <a:spcPts val="0"/>
              </a:spcAft>
              <a:buClr>
                <a:schemeClr val="dk2"/>
              </a:buClr>
              <a:buSzPts val="2400"/>
              <a:buNone/>
              <a:defRPr>
                <a:solidFill>
                  <a:schemeClr val="dk2"/>
                </a:solidFill>
              </a:defRPr>
            </a:lvl5pPr>
            <a:lvl6pPr lvl="5">
              <a:spcBef>
                <a:spcPts val="0"/>
              </a:spcBef>
              <a:spcAft>
                <a:spcPts val="0"/>
              </a:spcAft>
              <a:buClr>
                <a:schemeClr val="dk2"/>
              </a:buClr>
              <a:buSzPts val="2400"/>
              <a:buNone/>
              <a:defRPr>
                <a:solidFill>
                  <a:schemeClr val="dk2"/>
                </a:solidFill>
              </a:defRPr>
            </a:lvl6pPr>
            <a:lvl7pPr lvl="6">
              <a:spcBef>
                <a:spcPts val="0"/>
              </a:spcBef>
              <a:spcAft>
                <a:spcPts val="0"/>
              </a:spcAft>
              <a:buClr>
                <a:schemeClr val="dk2"/>
              </a:buClr>
              <a:buSzPts val="2400"/>
              <a:buNone/>
              <a:defRPr>
                <a:solidFill>
                  <a:schemeClr val="dk2"/>
                </a:solidFill>
              </a:defRPr>
            </a:lvl7pPr>
            <a:lvl8pPr lvl="7">
              <a:spcBef>
                <a:spcPts val="0"/>
              </a:spcBef>
              <a:spcAft>
                <a:spcPts val="0"/>
              </a:spcAft>
              <a:buClr>
                <a:schemeClr val="dk2"/>
              </a:buClr>
              <a:buSzPts val="2400"/>
              <a:buNone/>
              <a:defRPr>
                <a:solidFill>
                  <a:schemeClr val="dk2"/>
                </a:solidFill>
              </a:defRPr>
            </a:lvl8pPr>
            <a:lvl9pPr lvl="8">
              <a:spcBef>
                <a:spcPts val="0"/>
              </a:spcBef>
              <a:spcAft>
                <a:spcPts val="0"/>
              </a:spcAft>
              <a:buClr>
                <a:schemeClr val="dk2"/>
              </a:buClr>
              <a:buSzPts val="2400"/>
              <a:buNone/>
              <a:defRPr>
                <a:solidFill>
                  <a:schemeClr val="dk2"/>
                </a:solidFill>
              </a:defRPr>
            </a:lvl9pPr>
          </a:lstStyle>
          <a:p/>
        </p:txBody>
      </p:sp>
      <p:sp>
        <p:nvSpPr>
          <p:cNvPr id="409" name="Google Shape;409;p41"/>
          <p:cNvSpPr txBox="1"/>
          <p:nvPr>
            <p:ph idx="4" type="subTitle"/>
          </p:nvPr>
        </p:nvSpPr>
        <p:spPr>
          <a:xfrm>
            <a:off x="852075" y="1819034"/>
            <a:ext cx="2088900" cy="170400"/>
          </a:xfrm>
          <a:prstGeom prst="rect">
            <a:avLst/>
          </a:prstGeom>
        </p:spPr>
        <p:txBody>
          <a:bodyPr anchorCtr="0" anchor="b" bIns="91425" lIns="91425" spcFirstLastPara="1" rIns="91425" wrap="square" tIns="91425">
            <a:noAutofit/>
          </a:bodyPr>
          <a:lstStyle>
            <a:lvl1pPr lvl="0" algn="ctr">
              <a:lnSpc>
                <a:spcPct val="80000"/>
              </a:lnSpc>
              <a:spcBef>
                <a:spcPts val="0"/>
              </a:spcBef>
              <a:spcAft>
                <a:spcPts val="0"/>
              </a:spcAft>
              <a:buClr>
                <a:schemeClr val="dk2"/>
              </a:buClr>
              <a:buSzPts val="3600"/>
              <a:buFont typeface="Space Grotesk"/>
              <a:buNone/>
              <a:defRPr b="1" sz="3600">
                <a:solidFill>
                  <a:schemeClr val="dk2"/>
                </a:solidFill>
                <a:latin typeface="Space Grotesk"/>
                <a:ea typeface="Space Grotesk"/>
                <a:cs typeface="Space Grotesk"/>
                <a:sym typeface="Space Grotesk"/>
              </a:defRPr>
            </a:lvl1pPr>
            <a:lvl2pPr lvl="1">
              <a:lnSpc>
                <a:spcPct val="80000"/>
              </a:lnSpc>
              <a:spcBef>
                <a:spcPts val="0"/>
              </a:spcBef>
              <a:spcAft>
                <a:spcPts val="0"/>
              </a:spcAft>
              <a:buClr>
                <a:schemeClr val="dk2"/>
              </a:buClr>
              <a:buSzPts val="3600"/>
              <a:buFont typeface="Space Grotesk"/>
              <a:buNone/>
              <a:defRPr b="1" sz="3600">
                <a:solidFill>
                  <a:schemeClr val="dk2"/>
                </a:solidFill>
                <a:latin typeface="Space Grotesk"/>
                <a:ea typeface="Space Grotesk"/>
                <a:cs typeface="Space Grotesk"/>
                <a:sym typeface="Space Grotesk"/>
              </a:defRPr>
            </a:lvl2pPr>
            <a:lvl3pPr lvl="2">
              <a:lnSpc>
                <a:spcPct val="80000"/>
              </a:lnSpc>
              <a:spcBef>
                <a:spcPts val="0"/>
              </a:spcBef>
              <a:spcAft>
                <a:spcPts val="0"/>
              </a:spcAft>
              <a:buClr>
                <a:schemeClr val="dk2"/>
              </a:buClr>
              <a:buSzPts val="3600"/>
              <a:buFont typeface="Space Grotesk"/>
              <a:buNone/>
              <a:defRPr b="1" sz="3600">
                <a:solidFill>
                  <a:schemeClr val="dk2"/>
                </a:solidFill>
                <a:latin typeface="Space Grotesk"/>
                <a:ea typeface="Space Grotesk"/>
                <a:cs typeface="Space Grotesk"/>
                <a:sym typeface="Space Grotesk"/>
              </a:defRPr>
            </a:lvl3pPr>
            <a:lvl4pPr lvl="3">
              <a:lnSpc>
                <a:spcPct val="80000"/>
              </a:lnSpc>
              <a:spcBef>
                <a:spcPts val="0"/>
              </a:spcBef>
              <a:spcAft>
                <a:spcPts val="0"/>
              </a:spcAft>
              <a:buClr>
                <a:schemeClr val="dk2"/>
              </a:buClr>
              <a:buSzPts val="3600"/>
              <a:buFont typeface="Space Grotesk"/>
              <a:buNone/>
              <a:defRPr b="1" sz="3600">
                <a:solidFill>
                  <a:schemeClr val="dk2"/>
                </a:solidFill>
                <a:latin typeface="Space Grotesk"/>
                <a:ea typeface="Space Grotesk"/>
                <a:cs typeface="Space Grotesk"/>
                <a:sym typeface="Space Grotesk"/>
              </a:defRPr>
            </a:lvl4pPr>
            <a:lvl5pPr lvl="4">
              <a:lnSpc>
                <a:spcPct val="80000"/>
              </a:lnSpc>
              <a:spcBef>
                <a:spcPts val="0"/>
              </a:spcBef>
              <a:spcAft>
                <a:spcPts val="0"/>
              </a:spcAft>
              <a:buClr>
                <a:schemeClr val="dk2"/>
              </a:buClr>
              <a:buSzPts val="3600"/>
              <a:buFont typeface="Space Grotesk"/>
              <a:buNone/>
              <a:defRPr b="1" sz="3600">
                <a:solidFill>
                  <a:schemeClr val="dk2"/>
                </a:solidFill>
                <a:latin typeface="Space Grotesk"/>
                <a:ea typeface="Space Grotesk"/>
                <a:cs typeface="Space Grotesk"/>
                <a:sym typeface="Space Grotesk"/>
              </a:defRPr>
            </a:lvl5pPr>
            <a:lvl6pPr lvl="5">
              <a:lnSpc>
                <a:spcPct val="80000"/>
              </a:lnSpc>
              <a:spcBef>
                <a:spcPts val="0"/>
              </a:spcBef>
              <a:spcAft>
                <a:spcPts val="0"/>
              </a:spcAft>
              <a:buClr>
                <a:schemeClr val="dk2"/>
              </a:buClr>
              <a:buSzPts val="3600"/>
              <a:buFont typeface="Space Grotesk"/>
              <a:buNone/>
              <a:defRPr b="1" sz="3600">
                <a:solidFill>
                  <a:schemeClr val="dk2"/>
                </a:solidFill>
                <a:latin typeface="Space Grotesk"/>
                <a:ea typeface="Space Grotesk"/>
                <a:cs typeface="Space Grotesk"/>
                <a:sym typeface="Space Grotesk"/>
              </a:defRPr>
            </a:lvl6pPr>
            <a:lvl7pPr lvl="6">
              <a:lnSpc>
                <a:spcPct val="80000"/>
              </a:lnSpc>
              <a:spcBef>
                <a:spcPts val="0"/>
              </a:spcBef>
              <a:spcAft>
                <a:spcPts val="0"/>
              </a:spcAft>
              <a:buClr>
                <a:schemeClr val="dk2"/>
              </a:buClr>
              <a:buSzPts val="3600"/>
              <a:buFont typeface="Space Grotesk"/>
              <a:buNone/>
              <a:defRPr b="1" sz="3600">
                <a:solidFill>
                  <a:schemeClr val="dk2"/>
                </a:solidFill>
                <a:latin typeface="Space Grotesk"/>
                <a:ea typeface="Space Grotesk"/>
                <a:cs typeface="Space Grotesk"/>
                <a:sym typeface="Space Grotesk"/>
              </a:defRPr>
            </a:lvl7pPr>
            <a:lvl8pPr lvl="7">
              <a:lnSpc>
                <a:spcPct val="80000"/>
              </a:lnSpc>
              <a:spcBef>
                <a:spcPts val="0"/>
              </a:spcBef>
              <a:spcAft>
                <a:spcPts val="0"/>
              </a:spcAft>
              <a:buClr>
                <a:schemeClr val="dk2"/>
              </a:buClr>
              <a:buSzPts val="3600"/>
              <a:buFont typeface="Space Grotesk"/>
              <a:buNone/>
              <a:defRPr b="1" sz="3600">
                <a:solidFill>
                  <a:schemeClr val="dk2"/>
                </a:solidFill>
                <a:latin typeface="Space Grotesk"/>
                <a:ea typeface="Space Grotesk"/>
                <a:cs typeface="Space Grotesk"/>
                <a:sym typeface="Space Grotesk"/>
              </a:defRPr>
            </a:lvl8pPr>
            <a:lvl9pPr lvl="8">
              <a:lnSpc>
                <a:spcPct val="80000"/>
              </a:lnSpc>
              <a:spcBef>
                <a:spcPts val="0"/>
              </a:spcBef>
              <a:spcAft>
                <a:spcPts val="0"/>
              </a:spcAft>
              <a:buClr>
                <a:schemeClr val="dk2"/>
              </a:buClr>
              <a:buSzPts val="3600"/>
              <a:buFont typeface="Space Grotesk"/>
              <a:buNone/>
              <a:defRPr b="1" sz="3600">
                <a:solidFill>
                  <a:schemeClr val="dk2"/>
                </a:solidFill>
                <a:latin typeface="Space Grotesk"/>
                <a:ea typeface="Space Grotesk"/>
                <a:cs typeface="Space Grotesk"/>
                <a:sym typeface="Space Grotesk"/>
              </a:defRPr>
            </a:lvl9pPr>
          </a:lstStyle>
          <a:p/>
        </p:txBody>
      </p:sp>
      <p:sp>
        <p:nvSpPr>
          <p:cNvPr id="410" name="Google Shape;410;p41"/>
          <p:cNvSpPr txBox="1"/>
          <p:nvPr>
            <p:ph idx="5" type="subTitle"/>
          </p:nvPr>
        </p:nvSpPr>
        <p:spPr>
          <a:xfrm>
            <a:off x="3046825" y="1819034"/>
            <a:ext cx="2088900" cy="170400"/>
          </a:xfrm>
          <a:prstGeom prst="rect">
            <a:avLst/>
          </a:prstGeom>
        </p:spPr>
        <p:txBody>
          <a:bodyPr anchorCtr="0" anchor="b" bIns="91425" lIns="91425" spcFirstLastPara="1" rIns="91425" wrap="square" tIns="91425">
            <a:noAutofit/>
          </a:bodyPr>
          <a:lstStyle>
            <a:lvl1pPr lvl="0" algn="ctr">
              <a:lnSpc>
                <a:spcPct val="80000"/>
              </a:lnSpc>
              <a:spcBef>
                <a:spcPts val="0"/>
              </a:spcBef>
              <a:spcAft>
                <a:spcPts val="0"/>
              </a:spcAft>
              <a:buClr>
                <a:schemeClr val="dk2"/>
              </a:buClr>
              <a:buSzPts val="3600"/>
              <a:buFont typeface="Space Grotesk"/>
              <a:buNone/>
              <a:defRPr b="1" sz="3600">
                <a:solidFill>
                  <a:schemeClr val="dk2"/>
                </a:solidFill>
                <a:latin typeface="Space Grotesk"/>
                <a:ea typeface="Space Grotesk"/>
                <a:cs typeface="Space Grotesk"/>
                <a:sym typeface="Space Grotesk"/>
              </a:defRPr>
            </a:lvl1pPr>
            <a:lvl2pPr lvl="1">
              <a:lnSpc>
                <a:spcPct val="80000"/>
              </a:lnSpc>
              <a:spcBef>
                <a:spcPts val="0"/>
              </a:spcBef>
              <a:spcAft>
                <a:spcPts val="0"/>
              </a:spcAft>
              <a:buClr>
                <a:schemeClr val="dk2"/>
              </a:buClr>
              <a:buSzPts val="3600"/>
              <a:buFont typeface="Space Grotesk"/>
              <a:buNone/>
              <a:defRPr b="1" sz="3600">
                <a:solidFill>
                  <a:schemeClr val="dk2"/>
                </a:solidFill>
                <a:latin typeface="Space Grotesk"/>
                <a:ea typeface="Space Grotesk"/>
                <a:cs typeface="Space Grotesk"/>
                <a:sym typeface="Space Grotesk"/>
              </a:defRPr>
            </a:lvl2pPr>
            <a:lvl3pPr lvl="2">
              <a:lnSpc>
                <a:spcPct val="80000"/>
              </a:lnSpc>
              <a:spcBef>
                <a:spcPts val="0"/>
              </a:spcBef>
              <a:spcAft>
                <a:spcPts val="0"/>
              </a:spcAft>
              <a:buClr>
                <a:schemeClr val="dk2"/>
              </a:buClr>
              <a:buSzPts val="3600"/>
              <a:buFont typeface="Space Grotesk"/>
              <a:buNone/>
              <a:defRPr b="1" sz="3600">
                <a:solidFill>
                  <a:schemeClr val="dk2"/>
                </a:solidFill>
                <a:latin typeface="Space Grotesk"/>
                <a:ea typeface="Space Grotesk"/>
                <a:cs typeface="Space Grotesk"/>
                <a:sym typeface="Space Grotesk"/>
              </a:defRPr>
            </a:lvl3pPr>
            <a:lvl4pPr lvl="3">
              <a:lnSpc>
                <a:spcPct val="80000"/>
              </a:lnSpc>
              <a:spcBef>
                <a:spcPts val="0"/>
              </a:spcBef>
              <a:spcAft>
                <a:spcPts val="0"/>
              </a:spcAft>
              <a:buClr>
                <a:schemeClr val="dk2"/>
              </a:buClr>
              <a:buSzPts val="3600"/>
              <a:buFont typeface="Space Grotesk"/>
              <a:buNone/>
              <a:defRPr b="1" sz="3600">
                <a:solidFill>
                  <a:schemeClr val="dk2"/>
                </a:solidFill>
                <a:latin typeface="Space Grotesk"/>
                <a:ea typeface="Space Grotesk"/>
                <a:cs typeface="Space Grotesk"/>
                <a:sym typeface="Space Grotesk"/>
              </a:defRPr>
            </a:lvl4pPr>
            <a:lvl5pPr lvl="4">
              <a:lnSpc>
                <a:spcPct val="80000"/>
              </a:lnSpc>
              <a:spcBef>
                <a:spcPts val="0"/>
              </a:spcBef>
              <a:spcAft>
                <a:spcPts val="0"/>
              </a:spcAft>
              <a:buClr>
                <a:schemeClr val="dk2"/>
              </a:buClr>
              <a:buSzPts val="3600"/>
              <a:buFont typeface="Space Grotesk"/>
              <a:buNone/>
              <a:defRPr b="1" sz="3600">
                <a:solidFill>
                  <a:schemeClr val="dk2"/>
                </a:solidFill>
                <a:latin typeface="Space Grotesk"/>
                <a:ea typeface="Space Grotesk"/>
                <a:cs typeface="Space Grotesk"/>
                <a:sym typeface="Space Grotesk"/>
              </a:defRPr>
            </a:lvl5pPr>
            <a:lvl6pPr lvl="5">
              <a:lnSpc>
                <a:spcPct val="80000"/>
              </a:lnSpc>
              <a:spcBef>
                <a:spcPts val="0"/>
              </a:spcBef>
              <a:spcAft>
                <a:spcPts val="0"/>
              </a:spcAft>
              <a:buClr>
                <a:schemeClr val="dk2"/>
              </a:buClr>
              <a:buSzPts val="3600"/>
              <a:buFont typeface="Space Grotesk"/>
              <a:buNone/>
              <a:defRPr b="1" sz="3600">
                <a:solidFill>
                  <a:schemeClr val="dk2"/>
                </a:solidFill>
                <a:latin typeface="Space Grotesk"/>
                <a:ea typeface="Space Grotesk"/>
                <a:cs typeface="Space Grotesk"/>
                <a:sym typeface="Space Grotesk"/>
              </a:defRPr>
            </a:lvl6pPr>
            <a:lvl7pPr lvl="6">
              <a:lnSpc>
                <a:spcPct val="80000"/>
              </a:lnSpc>
              <a:spcBef>
                <a:spcPts val="0"/>
              </a:spcBef>
              <a:spcAft>
                <a:spcPts val="0"/>
              </a:spcAft>
              <a:buClr>
                <a:schemeClr val="dk2"/>
              </a:buClr>
              <a:buSzPts val="3600"/>
              <a:buFont typeface="Space Grotesk"/>
              <a:buNone/>
              <a:defRPr b="1" sz="3600">
                <a:solidFill>
                  <a:schemeClr val="dk2"/>
                </a:solidFill>
                <a:latin typeface="Space Grotesk"/>
                <a:ea typeface="Space Grotesk"/>
                <a:cs typeface="Space Grotesk"/>
                <a:sym typeface="Space Grotesk"/>
              </a:defRPr>
            </a:lvl7pPr>
            <a:lvl8pPr lvl="7">
              <a:lnSpc>
                <a:spcPct val="80000"/>
              </a:lnSpc>
              <a:spcBef>
                <a:spcPts val="0"/>
              </a:spcBef>
              <a:spcAft>
                <a:spcPts val="0"/>
              </a:spcAft>
              <a:buClr>
                <a:schemeClr val="dk2"/>
              </a:buClr>
              <a:buSzPts val="3600"/>
              <a:buFont typeface="Space Grotesk"/>
              <a:buNone/>
              <a:defRPr b="1" sz="3600">
                <a:solidFill>
                  <a:schemeClr val="dk2"/>
                </a:solidFill>
                <a:latin typeface="Space Grotesk"/>
                <a:ea typeface="Space Grotesk"/>
                <a:cs typeface="Space Grotesk"/>
                <a:sym typeface="Space Grotesk"/>
              </a:defRPr>
            </a:lvl8pPr>
            <a:lvl9pPr lvl="8">
              <a:lnSpc>
                <a:spcPct val="80000"/>
              </a:lnSpc>
              <a:spcBef>
                <a:spcPts val="0"/>
              </a:spcBef>
              <a:spcAft>
                <a:spcPts val="0"/>
              </a:spcAft>
              <a:buClr>
                <a:schemeClr val="dk2"/>
              </a:buClr>
              <a:buSzPts val="3600"/>
              <a:buFont typeface="Space Grotesk"/>
              <a:buNone/>
              <a:defRPr b="1" sz="3600">
                <a:solidFill>
                  <a:schemeClr val="dk2"/>
                </a:solidFill>
                <a:latin typeface="Space Grotesk"/>
                <a:ea typeface="Space Grotesk"/>
                <a:cs typeface="Space Grotesk"/>
                <a:sym typeface="Space Grotesk"/>
              </a:defRPr>
            </a:lvl9pPr>
          </a:lstStyle>
          <a:p/>
        </p:txBody>
      </p:sp>
      <p:sp>
        <p:nvSpPr>
          <p:cNvPr id="411" name="Google Shape;411;p41"/>
          <p:cNvSpPr txBox="1"/>
          <p:nvPr>
            <p:ph idx="6" type="subTitle"/>
          </p:nvPr>
        </p:nvSpPr>
        <p:spPr>
          <a:xfrm>
            <a:off x="5169875" y="1819034"/>
            <a:ext cx="2088900" cy="170400"/>
          </a:xfrm>
          <a:prstGeom prst="rect">
            <a:avLst/>
          </a:prstGeom>
        </p:spPr>
        <p:txBody>
          <a:bodyPr anchorCtr="0" anchor="b" bIns="91425" lIns="91425" spcFirstLastPara="1" rIns="91425" wrap="square" tIns="91425">
            <a:noAutofit/>
          </a:bodyPr>
          <a:lstStyle>
            <a:lvl1pPr lvl="0" algn="ctr">
              <a:lnSpc>
                <a:spcPct val="80000"/>
              </a:lnSpc>
              <a:spcBef>
                <a:spcPts val="0"/>
              </a:spcBef>
              <a:spcAft>
                <a:spcPts val="0"/>
              </a:spcAft>
              <a:buClr>
                <a:schemeClr val="dk2"/>
              </a:buClr>
              <a:buSzPts val="3600"/>
              <a:buFont typeface="Space Grotesk"/>
              <a:buNone/>
              <a:defRPr b="1" sz="3600">
                <a:solidFill>
                  <a:schemeClr val="dk2"/>
                </a:solidFill>
                <a:latin typeface="Space Grotesk"/>
                <a:ea typeface="Space Grotesk"/>
                <a:cs typeface="Space Grotesk"/>
                <a:sym typeface="Space Grotesk"/>
              </a:defRPr>
            </a:lvl1pPr>
            <a:lvl2pPr lvl="1">
              <a:lnSpc>
                <a:spcPct val="80000"/>
              </a:lnSpc>
              <a:spcBef>
                <a:spcPts val="0"/>
              </a:spcBef>
              <a:spcAft>
                <a:spcPts val="0"/>
              </a:spcAft>
              <a:buClr>
                <a:schemeClr val="dk2"/>
              </a:buClr>
              <a:buSzPts val="3600"/>
              <a:buFont typeface="Space Grotesk"/>
              <a:buNone/>
              <a:defRPr b="1" sz="3600">
                <a:solidFill>
                  <a:schemeClr val="dk2"/>
                </a:solidFill>
                <a:latin typeface="Space Grotesk"/>
                <a:ea typeface="Space Grotesk"/>
                <a:cs typeface="Space Grotesk"/>
                <a:sym typeface="Space Grotesk"/>
              </a:defRPr>
            </a:lvl2pPr>
            <a:lvl3pPr lvl="2">
              <a:lnSpc>
                <a:spcPct val="80000"/>
              </a:lnSpc>
              <a:spcBef>
                <a:spcPts val="0"/>
              </a:spcBef>
              <a:spcAft>
                <a:spcPts val="0"/>
              </a:spcAft>
              <a:buClr>
                <a:schemeClr val="dk2"/>
              </a:buClr>
              <a:buSzPts val="3600"/>
              <a:buFont typeface="Space Grotesk"/>
              <a:buNone/>
              <a:defRPr b="1" sz="3600">
                <a:solidFill>
                  <a:schemeClr val="dk2"/>
                </a:solidFill>
                <a:latin typeface="Space Grotesk"/>
                <a:ea typeface="Space Grotesk"/>
                <a:cs typeface="Space Grotesk"/>
                <a:sym typeface="Space Grotesk"/>
              </a:defRPr>
            </a:lvl3pPr>
            <a:lvl4pPr lvl="3">
              <a:lnSpc>
                <a:spcPct val="80000"/>
              </a:lnSpc>
              <a:spcBef>
                <a:spcPts val="0"/>
              </a:spcBef>
              <a:spcAft>
                <a:spcPts val="0"/>
              </a:spcAft>
              <a:buClr>
                <a:schemeClr val="dk2"/>
              </a:buClr>
              <a:buSzPts val="3600"/>
              <a:buFont typeface="Space Grotesk"/>
              <a:buNone/>
              <a:defRPr b="1" sz="3600">
                <a:solidFill>
                  <a:schemeClr val="dk2"/>
                </a:solidFill>
                <a:latin typeface="Space Grotesk"/>
                <a:ea typeface="Space Grotesk"/>
                <a:cs typeface="Space Grotesk"/>
                <a:sym typeface="Space Grotesk"/>
              </a:defRPr>
            </a:lvl4pPr>
            <a:lvl5pPr lvl="4">
              <a:lnSpc>
                <a:spcPct val="80000"/>
              </a:lnSpc>
              <a:spcBef>
                <a:spcPts val="0"/>
              </a:spcBef>
              <a:spcAft>
                <a:spcPts val="0"/>
              </a:spcAft>
              <a:buClr>
                <a:schemeClr val="dk2"/>
              </a:buClr>
              <a:buSzPts val="3600"/>
              <a:buFont typeface="Space Grotesk"/>
              <a:buNone/>
              <a:defRPr b="1" sz="3600">
                <a:solidFill>
                  <a:schemeClr val="dk2"/>
                </a:solidFill>
                <a:latin typeface="Space Grotesk"/>
                <a:ea typeface="Space Grotesk"/>
                <a:cs typeface="Space Grotesk"/>
                <a:sym typeface="Space Grotesk"/>
              </a:defRPr>
            </a:lvl5pPr>
            <a:lvl6pPr lvl="5">
              <a:lnSpc>
                <a:spcPct val="80000"/>
              </a:lnSpc>
              <a:spcBef>
                <a:spcPts val="0"/>
              </a:spcBef>
              <a:spcAft>
                <a:spcPts val="0"/>
              </a:spcAft>
              <a:buClr>
                <a:schemeClr val="dk2"/>
              </a:buClr>
              <a:buSzPts val="3600"/>
              <a:buFont typeface="Space Grotesk"/>
              <a:buNone/>
              <a:defRPr b="1" sz="3600">
                <a:solidFill>
                  <a:schemeClr val="dk2"/>
                </a:solidFill>
                <a:latin typeface="Space Grotesk"/>
                <a:ea typeface="Space Grotesk"/>
                <a:cs typeface="Space Grotesk"/>
                <a:sym typeface="Space Grotesk"/>
              </a:defRPr>
            </a:lvl6pPr>
            <a:lvl7pPr lvl="6">
              <a:lnSpc>
                <a:spcPct val="80000"/>
              </a:lnSpc>
              <a:spcBef>
                <a:spcPts val="0"/>
              </a:spcBef>
              <a:spcAft>
                <a:spcPts val="0"/>
              </a:spcAft>
              <a:buClr>
                <a:schemeClr val="dk2"/>
              </a:buClr>
              <a:buSzPts val="3600"/>
              <a:buFont typeface="Space Grotesk"/>
              <a:buNone/>
              <a:defRPr b="1" sz="3600">
                <a:solidFill>
                  <a:schemeClr val="dk2"/>
                </a:solidFill>
                <a:latin typeface="Space Grotesk"/>
                <a:ea typeface="Space Grotesk"/>
                <a:cs typeface="Space Grotesk"/>
                <a:sym typeface="Space Grotesk"/>
              </a:defRPr>
            </a:lvl7pPr>
            <a:lvl8pPr lvl="7">
              <a:lnSpc>
                <a:spcPct val="80000"/>
              </a:lnSpc>
              <a:spcBef>
                <a:spcPts val="0"/>
              </a:spcBef>
              <a:spcAft>
                <a:spcPts val="0"/>
              </a:spcAft>
              <a:buClr>
                <a:schemeClr val="dk2"/>
              </a:buClr>
              <a:buSzPts val="3600"/>
              <a:buFont typeface="Space Grotesk"/>
              <a:buNone/>
              <a:defRPr b="1" sz="3600">
                <a:solidFill>
                  <a:schemeClr val="dk2"/>
                </a:solidFill>
                <a:latin typeface="Space Grotesk"/>
                <a:ea typeface="Space Grotesk"/>
                <a:cs typeface="Space Grotesk"/>
                <a:sym typeface="Space Grotesk"/>
              </a:defRPr>
            </a:lvl8pPr>
            <a:lvl9pPr lvl="8">
              <a:lnSpc>
                <a:spcPct val="80000"/>
              </a:lnSpc>
              <a:spcBef>
                <a:spcPts val="0"/>
              </a:spcBef>
              <a:spcAft>
                <a:spcPts val="0"/>
              </a:spcAft>
              <a:buClr>
                <a:schemeClr val="dk2"/>
              </a:buClr>
              <a:buSzPts val="3600"/>
              <a:buFont typeface="Space Grotesk"/>
              <a:buNone/>
              <a:defRPr b="1" sz="3600">
                <a:solidFill>
                  <a:schemeClr val="dk2"/>
                </a:solidFill>
                <a:latin typeface="Space Grotesk"/>
                <a:ea typeface="Space Grotesk"/>
                <a:cs typeface="Space Grotesk"/>
                <a:sym typeface="Space Grotesk"/>
              </a:defRPr>
            </a:lvl9pPr>
          </a:lstStyle>
          <a:p/>
        </p:txBody>
      </p:sp>
      <p:sp>
        <p:nvSpPr>
          <p:cNvPr id="412" name="Google Shape;412;p41"/>
          <p:cNvSpPr txBox="1"/>
          <p:nvPr>
            <p:ph idx="7" type="subTitle"/>
          </p:nvPr>
        </p:nvSpPr>
        <p:spPr>
          <a:xfrm>
            <a:off x="1961425" y="3735616"/>
            <a:ext cx="2088900" cy="170400"/>
          </a:xfrm>
          <a:prstGeom prst="rect">
            <a:avLst/>
          </a:prstGeom>
        </p:spPr>
        <p:txBody>
          <a:bodyPr anchorCtr="0" anchor="t" bIns="91425" lIns="91425" spcFirstLastPara="1" rIns="91425" wrap="square" tIns="91425">
            <a:noAutofit/>
          </a:bodyPr>
          <a:lstStyle>
            <a:lvl1pPr lvl="0" algn="ctr">
              <a:lnSpc>
                <a:spcPct val="80000"/>
              </a:lnSpc>
              <a:spcBef>
                <a:spcPts val="0"/>
              </a:spcBef>
              <a:spcAft>
                <a:spcPts val="0"/>
              </a:spcAft>
              <a:buClr>
                <a:schemeClr val="dk2"/>
              </a:buClr>
              <a:buSzPts val="3600"/>
              <a:buFont typeface="Space Grotesk"/>
              <a:buNone/>
              <a:defRPr b="1" sz="3600">
                <a:solidFill>
                  <a:schemeClr val="dk2"/>
                </a:solidFill>
                <a:latin typeface="Space Grotesk"/>
                <a:ea typeface="Space Grotesk"/>
                <a:cs typeface="Space Grotesk"/>
                <a:sym typeface="Space Grotesk"/>
              </a:defRPr>
            </a:lvl1pPr>
            <a:lvl2pPr lvl="1">
              <a:lnSpc>
                <a:spcPct val="80000"/>
              </a:lnSpc>
              <a:spcBef>
                <a:spcPts val="0"/>
              </a:spcBef>
              <a:spcAft>
                <a:spcPts val="0"/>
              </a:spcAft>
              <a:buClr>
                <a:schemeClr val="dk2"/>
              </a:buClr>
              <a:buSzPts val="3600"/>
              <a:buFont typeface="Space Grotesk"/>
              <a:buNone/>
              <a:defRPr b="1" sz="3600">
                <a:solidFill>
                  <a:schemeClr val="dk2"/>
                </a:solidFill>
                <a:latin typeface="Space Grotesk"/>
                <a:ea typeface="Space Grotesk"/>
                <a:cs typeface="Space Grotesk"/>
                <a:sym typeface="Space Grotesk"/>
              </a:defRPr>
            </a:lvl2pPr>
            <a:lvl3pPr lvl="2">
              <a:lnSpc>
                <a:spcPct val="80000"/>
              </a:lnSpc>
              <a:spcBef>
                <a:spcPts val="0"/>
              </a:spcBef>
              <a:spcAft>
                <a:spcPts val="0"/>
              </a:spcAft>
              <a:buClr>
                <a:schemeClr val="dk2"/>
              </a:buClr>
              <a:buSzPts val="3600"/>
              <a:buFont typeface="Space Grotesk"/>
              <a:buNone/>
              <a:defRPr b="1" sz="3600">
                <a:solidFill>
                  <a:schemeClr val="dk2"/>
                </a:solidFill>
                <a:latin typeface="Space Grotesk"/>
                <a:ea typeface="Space Grotesk"/>
                <a:cs typeface="Space Grotesk"/>
                <a:sym typeface="Space Grotesk"/>
              </a:defRPr>
            </a:lvl3pPr>
            <a:lvl4pPr lvl="3">
              <a:lnSpc>
                <a:spcPct val="80000"/>
              </a:lnSpc>
              <a:spcBef>
                <a:spcPts val="0"/>
              </a:spcBef>
              <a:spcAft>
                <a:spcPts val="0"/>
              </a:spcAft>
              <a:buClr>
                <a:schemeClr val="dk2"/>
              </a:buClr>
              <a:buSzPts val="3600"/>
              <a:buFont typeface="Space Grotesk"/>
              <a:buNone/>
              <a:defRPr b="1" sz="3600">
                <a:solidFill>
                  <a:schemeClr val="dk2"/>
                </a:solidFill>
                <a:latin typeface="Space Grotesk"/>
                <a:ea typeface="Space Grotesk"/>
                <a:cs typeface="Space Grotesk"/>
                <a:sym typeface="Space Grotesk"/>
              </a:defRPr>
            </a:lvl4pPr>
            <a:lvl5pPr lvl="4">
              <a:lnSpc>
                <a:spcPct val="80000"/>
              </a:lnSpc>
              <a:spcBef>
                <a:spcPts val="0"/>
              </a:spcBef>
              <a:spcAft>
                <a:spcPts val="0"/>
              </a:spcAft>
              <a:buClr>
                <a:schemeClr val="dk2"/>
              </a:buClr>
              <a:buSzPts val="3600"/>
              <a:buFont typeface="Space Grotesk"/>
              <a:buNone/>
              <a:defRPr b="1" sz="3600">
                <a:solidFill>
                  <a:schemeClr val="dk2"/>
                </a:solidFill>
                <a:latin typeface="Space Grotesk"/>
                <a:ea typeface="Space Grotesk"/>
                <a:cs typeface="Space Grotesk"/>
                <a:sym typeface="Space Grotesk"/>
              </a:defRPr>
            </a:lvl5pPr>
            <a:lvl6pPr lvl="5">
              <a:lnSpc>
                <a:spcPct val="80000"/>
              </a:lnSpc>
              <a:spcBef>
                <a:spcPts val="0"/>
              </a:spcBef>
              <a:spcAft>
                <a:spcPts val="0"/>
              </a:spcAft>
              <a:buClr>
                <a:schemeClr val="dk2"/>
              </a:buClr>
              <a:buSzPts val="3600"/>
              <a:buFont typeface="Space Grotesk"/>
              <a:buNone/>
              <a:defRPr b="1" sz="3600">
                <a:solidFill>
                  <a:schemeClr val="dk2"/>
                </a:solidFill>
                <a:latin typeface="Space Grotesk"/>
                <a:ea typeface="Space Grotesk"/>
                <a:cs typeface="Space Grotesk"/>
                <a:sym typeface="Space Grotesk"/>
              </a:defRPr>
            </a:lvl6pPr>
            <a:lvl7pPr lvl="6">
              <a:lnSpc>
                <a:spcPct val="80000"/>
              </a:lnSpc>
              <a:spcBef>
                <a:spcPts val="0"/>
              </a:spcBef>
              <a:spcAft>
                <a:spcPts val="0"/>
              </a:spcAft>
              <a:buClr>
                <a:schemeClr val="dk2"/>
              </a:buClr>
              <a:buSzPts val="3600"/>
              <a:buFont typeface="Space Grotesk"/>
              <a:buNone/>
              <a:defRPr b="1" sz="3600">
                <a:solidFill>
                  <a:schemeClr val="dk2"/>
                </a:solidFill>
                <a:latin typeface="Space Grotesk"/>
                <a:ea typeface="Space Grotesk"/>
                <a:cs typeface="Space Grotesk"/>
                <a:sym typeface="Space Grotesk"/>
              </a:defRPr>
            </a:lvl7pPr>
            <a:lvl8pPr lvl="7">
              <a:lnSpc>
                <a:spcPct val="80000"/>
              </a:lnSpc>
              <a:spcBef>
                <a:spcPts val="0"/>
              </a:spcBef>
              <a:spcAft>
                <a:spcPts val="0"/>
              </a:spcAft>
              <a:buClr>
                <a:schemeClr val="dk2"/>
              </a:buClr>
              <a:buSzPts val="3600"/>
              <a:buFont typeface="Space Grotesk"/>
              <a:buNone/>
              <a:defRPr b="1" sz="3600">
                <a:solidFill>
                  <a:schemeClr val="dk2"/>
                </a:solidFill>
                <a:latin typeface="Space Grotesk"/>
                <a:ea typeface="Space Grotesk"/>
                <a:cs typeface="Space Grotesk"/>
                <a:sym typeface="Space Grotesk"/>
              </a:defRPr>
            </a:lvl8pPr>
            <a:lvl9pPr lvl="8">
              <a:lnSpc>
                <a:spcPct val="80000"/>
              </a:lnSpc>
              <a:spcBef>
                <a:spcPts val="0"/>
              </a:spcBef>
              <a:spcAft>
                <a:spcPts val="0"/>
              </a:spcAft>
              <a:buClr>
                <a:schemeClr val="dk2"/>
              </a:buClr>
              <a:buSzPts val="3600"/>
              <a:buFont typeface="Space Grotesk"/>
              <a:buNone/>
              <a:defRPr b="1" sz="3600">
                <a:solidFill>
                  <a:schemeClr val="dk2"/>
                </a:solidFill>
                <a:latin typeface="Space Grotesk"/>
                <a:ea typeface="Space Grotesk"/>
                <a:cs typeface="Space Grotesk"/>
                <a:sym typeface="Space Grotesk"/>
              </a:defRPr>
            </a:lvl9pPr>
          </a:lstStyle>
          <a:p/>
        </p:txBody>
      </p:sp>
      <p:sp>
        <p:nvSpPr>
          <p:cNvPr id="413" name="Google Shape;413;p41"/>
          <p:cNvSpPr txBox="1"/>
          <p:nvPr>
            <p:ph idx="8" type="subTitle"/>
          </p:nvPr>
        </p:nvSpPr>
        <p:spPr>
          <a:xfrm>
            <a:off x="4156175" y="3735616"/>
            <a:ext cx="2088900" cy="170400"/>
          </a:xfrm>
          <a:prstGeom prst="rect">
            <a:avLst/>
          </a:prstGeom>
        </p:spPr>
        <p:txBody>
          <a:bodyPr anchorCtr="0" anchor="t" bIns="91425" lIns="91425" spcFirstLastPara="1" rIns="91425" wrap="square" tIns="91425">
            <a:noAutofit/>
          </a:bodyPr>
          <a:lstStyle>
            <a:lvl1pPr lvl="0" algn="ctr">
              <a:lnSpc>
                <a:spcPct val="80000"/>
              </a:lnSpc>
              <a:spcBef>
                <a:spcPts val="0"/>
              </a:spcBef>
              <a:spcAft>
                <a:spcPts val="0"/>
              </a:spcAft>
              <a:buClr>
                <a:schemeClr val="dk2"/>
              </a:buClr>
              <a:buSzPts val="3600"/>
              <a:buFont typeface="Space Grotesk"/>
              <a:buNone/>
              <a:defRPr b="1" sz="3600">
                <a:solidFill>
                  <a:schemeClr val="dk2"/>
                </a:solidFill>
                <a:latin typeface="Space Grotesk"/>
                <a:ea typeface="Space Grotesk"/>
                <a:cs typeface="Space Grotesk"/>
                <a:sym typeface="Space Grotesk"/>
              </a:defRPr>
            </a:lvl1pPr>
            <a:lvl2pPr lvl="1">
              <a:lnSpc>
                <a:spcPct val="80000"/>
              </a:lnSpc>
              <a:spcBef>
                <a:spcPts val="0"/>
              </a:spcBef>
              <a:spcAft>
                <a:spcPts val="0"/>
              </a:spcAft>
              <a:buClr>
                <a:schemeClr val="dk2"/>
              </a:buClr>
              <a:buSzPts val="3600"/>
              <a:buFont typeface="Space Grotesk"/>
              <a:buNone/>
              <a:defRPr b="1" sz="3600">
                <a:solidFill>
                  <a:schemeClr val="dk2"/>
                </a:solidFill>
                <a:latin typeface="Space Grotesk"/>
                <a:ea typeface="Space Grotesk"/>
                <a:cs typeface="Space Grotesk"/>
                <a:sym typeface="Space Grotesk"/>
              </a:defRPr>
            </a:lvl2pPr>
            <a:lvl3pPr lvl="2">
              <a:lnSpc>
                <a:spcPct val="80000"/>
              </a:lnSpc>
              <a:spcBef>
                <a:spcPts val="0"/>
              </a:spcBef>
              <a:spcAft>
                <a:spcPts val="0"/>
              </a:spcAft>
              <a:buClr>
                <a:schemeClr val="dk2"/>
              </a:buClr>
              <a:buSzPts val="3600"/>
              <a:buFont typeface="Space Grotesk"/>
              <a:buNone/>
              <a:defRPr b="1" sz="3600">
                <a:solidFill>
                  <a:schemeClr val="dk2"/>
                </a:solidFill>
                <a:latin typeface="Space Grotesk"/>
                <a:ea typeface="Space Grotesk"/>
                <a:cs typeface="Space Grotesk"/>
                <a:sym typeface="Space Grotesk"/>
              </a:defRPr>
            </a:lvl3pPr>
            <a:lvl4pPr lvl="3">
              <a:lnSpc>
                <a:spcPct val="80000"/>
              </a:lnSpc>
              <a:spcBef>
                <a:spcPts val="0"/>
              </a:spcBef>
              <a:spcAft>
                <a:spcPts val="0"/>
              </a:spcAft>
              <a:buClr>
                <a:schemeClr val="dk2"/>
              </a:buClr>
              <a:buSzPts val="3600"/>
              <a:buFont typeface="Space Grotesk"/>
              <a:buNone/>
              <a:defRPr b="1" sz="3600">
                <a:solidFill>
                  <a:schemeClr val="dk2"/>
                </a:solidFill>
                <a:latin typeface="Space Grotesk"/>
                <a:ea typeface="Space Grotesk"/>
                <a:cs typeface="Space Grotesk"/>
                <a:sym typeface="Space Grotesk"/>
              </a:defRPr>
            </a:lvl4pPr>
            <a:lvl5pPr lvl="4">
              <a:lnSpc>
                <a:spcPct val="80000"/>
              </a:lnSpc>
              <a:spcBef>
                <a:spcPts val="0"/>
              </a:spcBef>
              <a:spcAft>
                <a:spcPts val="0"/>
              </a:spcAft>
              <a:buClr>
                <a:schemeClr val="dk2"/>
              </a:buClr>
              <a:buSzPts val="3600"/>
              <a:buFont typeface="Space Grotesk"/>
              <a:buNone/>
              <a:defRPr b="1" sz="3600">
                <a:solidFill>
                  <a:schemeClr val="dk2"/>
                </a:solidFill>
                <a:latin typeface="Space Grotesk"/>
                <a:ea typeface="Space Grotesk"/>
                <a:cs typeface="Space Grotesk"/>
                <a:sym typeface="Space Grotesk"/>
              </a:defRPr>
            </a:lvl5pPr>
            <a:lvl6pPr lvl="5">
              <a:lnSpc>
                <a:spcPct val="80000"/>
              </a:lnSpc>
              <a:spcBef>
                <a:spcPts val="0"/>
              </a:spcBef>
              <a:spcAft>
                <a:spcPts val="0"/>
              </a:spcAft>
              <a:buClr>
                <a:schemeClr val="dk2"/>
              </a:buClr>
              <a:buSzPts val="3600"/>
              <a:buFont typeface="Space Grotesk"/>
              <a:buNone/>
              <a:defRPr b="1" sz="3600">
                <a:solidFill>
                  <a:schemeClr val="dk2"/>
                </a:solidFill>
                <a:latin typeface="Space Grotesk"/>
                <a:ea typeface="Space Grotesk"/>
                <a:cs typeface="Space Grotesk"/>
                <a:sym typeface="Space Grotesk"/>
              </a:defRPr>
            </a:lvl6pPr>
            <a:lvl7pPr lvl="6">
              <a:lnSpc>
                <a:spcPct val="80000"/>
              </a:lnSpc>
              <a:spcBef>
                <a:spcPts val="0"/>
              </a:spcBef>
              <a:spcAft>
                <a:spcPts val="0"/>
              </a:spcAft>
              <a:buClr>
                <a:schemeClr val="dk2"/>
              </a:buClr>
              <a:buSzPts val="3600"/>
              <a:buFont typeface="Space Grotesk"/>
              <a:buNone/>
              <a:defRPr b="1" sz="3600">
                <a:solidFill>
                  <a:schemeClr val="dk2"/>
                </a:solidFill>
                <a:latin typeface="Space Grotesk"/>
                <a:ea typeface="Space Grotesk"/>
                <a:cs typeface="Space Grotesk"/>
                <a:sym typeface="Space Grotesk"/>
              </a:defRPr>
            </a:lvl7pPr>
            <a:lvl8pPr lvl="7">
              <a:lnSpc>
                <a:spcPct val="80000"/>
              </a:lnSpc>
              <a:spcBef>
                <a:spcPts val="0"/>
              </a:spcBef>
              <a:spcAft>
                <a:spcPts val="0"/>
              </a:spcAft>
              <a:buClr>
                <a:schemeClr val="dk2"/>
              </a:buClr>
              <a:buSzPts val="3600"/>
              <a:buFont typeface="Space Grotesk"/>
              <a:buNone/>
              <a:defRPr b="1" sz="3600">
                <a:solidFill>
                  <a:schemeClr val="dk2"/>
                </a:solidFill>
                <a:latin typeface="Space Grotesk"/>
                <a:ea typeface="Space Grotesk"/>
                <a:cs typeface="Space Grotesk"/>
                <a:sym typeface="Space Grotesk"/>
              </a:defRPr>
            </a:lvl8pPr>
            <a:lvl9pPr lvl="8">
              <a:lnSpc>
                <a:spcPct val="80000"/>
              </a:lnSpc>
              <a:spcBef>
                <a:spcPts val="0"/>
              </a:spcBef>
              <a:spcAft>
                <a:spcPts val="0"/>
              </a:spcAft>
              <a:buClr>
                <a:schemeClr val="dk2"/>
              </a:buClr>
              <a:buSzPts val="3600"/>
              <a:buFont typeface="Space Grotesk"/>
              <a:buNone/>
              <a:defRPr b="1" sz="3600">
                <a:solidFill>
                  <a:schemeClr val="dk2"/>
                </a:solidFill>
                <a:latin typeface="Space Grotesk"/>
                <a:ea typeface="Space Grotesk"/>
                <a:cs typeface="Space Grotesk"/>
                <a:sym typeface="Space Grotesk"/>
              </a:defRPr>
            </a:lvl9pPr>
          </a:lstStyle>
          <a:p/>
        </p:txBody>
      </p:sp>
      <p:sp>
        <p:nvSpPr>
          <p:cNvPr id="414" name="Google Shape;414;p41"/>
          <p:cNvSpPr txBox="1"/>
          <p:nvPr>
            <p:ph idx="9" type="subTitle"/>
          </p:nvPr>
        </p:nvSpPr>
        <p:spPr>
          <a:xfrm>
            <a:off x="6279225" y="3735616"/>
            <a:ext cx="2088900" cy="170400"/>
          </a:xfrm>
          <a:prstGeom prst="rect">
            <a:avLst/>
          </a:prstGeom>
        </p:spPr>
        <p:txBody>
          <a:bodyPr anchorCtr="0" anchor="t" bIns="91425" lIns="91425" spcFirstLastPara="1" rIns="91425" wrap="square" tIns="91425">
            <a:noAutofit/>
          </a:bodyPr>
          <a:lstStyle>
            <a:lvl1pPr lvl="0" algn="ctr">
              <a:lnSpc>
                <a:spcPct val="80000"/>
              </a:lnSpc>
              <a:spcBef>
                <a:spcPts val="0"/>
              </a:spcBef>
              <a:spcAft>
                <a:spcPts val="0"/>
              </a:spcAft>
              <a:buClr>
                <a:schemeClr val="dk2"/>
              </a:buClr>
              <a:buSzPts val="3600"/>
              <a:buFont typeface="Space Grotesk"/>
              <a:buNone/>
              <a:defRPr b="1" sz="3600">
                <a:solidFill>
                  <a:schemeClr val="dk2"/>
                </a:solidFill>
                <a:latin typeface="Space Grotesk"/>
                <a:ea typeface="Space Grotesk"/>
                <a:cs typeface="Space Grotesk"/>
                <a:sym typeface="Space Grotesk"/>
              </a:defRPr>
            </a:lvl1pPr>
            <a:lvl2pPr lvl="1">
              <a:lnSpc>
                <a:spcPct val="80000"/>
              </a:lnSpc>
              <a:spcBef>
                <a:spcPts val="0"/>
              </a:spcBef>
              <a:spcAft>
                <a:spcPts val="0"/>
              </a:spcAft>
              <a:buClr>
                <a:schemeClr val="dk2"/>
              </a:buClr>
              <a:buSzPts val="3600"/>
              <a:buFont typeface="Space Grotesk"/>
              <a:buNone/>
              <a:defRPr b="1" sz="3600">
                <a:solidFill>
                  <a:schemeClr val="dk2"/>
                </a:solidFill>
                <a:latin typeface="Space Grotesk"/>
                <a:ea typeface="Space Grotesk"/>
                <a:cs typeface="Space Grotesk"/>
                <a:sym typeface="Space Grotesk"/>
              </a:defRPr>
            </a:lvl2pPr>
            <a:lvl3pPr lvl="2">
              <a:lnSpc>
                <a:spcPct val="80000"/>
              </a:lnSpc>
              <a:spcBef>
                <a:spcPts val="0"/>
              </a:spcBef>
              <a:spcAft>
                <a:spcPts val="0"/>
              </a:spcAft>
              <a:buClr>
                <a:schemeClr val="dk2"/>
              </a:buClr>
              <a:buSzPts val="3600"/>
              <a:buFont typeface="Space Grotesk"/>
              <a:buNone/>
              <a:defRPr b="1" sz="3600">
                <a:solidFill>
                  <a:schemeClr val="dk2"/>
                </a:solidFill>
                <a:latin typeface="Space Grotesk"/>
                <a:ea typeface="Space Grotesk"/>
                <a:cs typeface="Space Grotesk"/>
                <a:sym typeface="Space Grotesk"/>
              </a:defRPr>
            </a:lvl3pPr>
            <a:lvl4pPr lvl="3">
              <a:lnSpc>
                <a:spcPct val="80000"/>
              </a:lnSpc>
              <a:spcBef>
                <a:spcPts val="0"/>
              </a:spcBef>
              <a:spcAft>
                <a:spcPts val="0"/>
              </a:spcAft>
              <a:buClr>
                <a:schemeClr val="dk2"/>
              </a:buClr>
              <a:buSzPts val="3600"/>
              <a:buFont typeface="Space Grotesk"/>
              <a:buNone/>
              <a:defRPr b="1" sz="3600">
                <a:solidFill>
                  <a:schemeClr val="dk2"/>
                </a:solidFill>
                <a:latin typeface="Space Grotesk"/>
                <a:ea typeface="Space Grotesk"/>
                <a:cs typeface="Space Grotesk"/>
                <a:sym typeface="Space Grotesk"/>
              </a:defRPr>
            </a:lvl4pPr>
            <a:lvl5pPr lvl="4">
              <a:lnSpc>
                <a:spcPct val="80000"/>
              </a:lnSpc>
              <a:spcBef>
                <a:spcPts val="0"/>
              </a:spcBef>
              <a:spcAft>
                <a:spcPts val="0"/>
              </a:spcAft>
              <a:buClr>
                <a:schemeClr val="dk2"/>
              </a:buClr>
              <a:buSzPts val="3600"/>
              <a:buFont typeface="Space Grotesk"/>
              <a:buNone/>
              <a:defRPr b="1" sz="3600">
                <a:solidFill>
                  <a:schemeClr val="dk2"/>
                </a:solidFill>
                <a:latin typeface="Space Grotesk"/>
                <a:ea typeface="Space Grotesk"/>
                <a:cs typeface="Space Grotesk"/>
                <a:sym typeface="Space Grotesk"/>
              </a:defRPr>
            </a:lvl5pPr>
            <a:lvl6pPr lvl="5">
              <a:lnSpc>
                <a:spcPct val="80000"/>
              </a:lnSpc>
              <a:spcBef>
                <a:spcPts val="0"/>
              </a:spcBef>
              <a:spcAft>
                <a:spcPts val="0"/>
              </a:spcAft>
              <a:buClr>
                <a:schemeClr val="dk2"/>
              </a:buClr>
              <a:buSzPts val="3600"/>
              <a:buFont typeface="Space Grotesk"/>
              <a:buNone/>
              <a:defRPr b="1" sz="3600">
                <a:solidFill>
                  <a:schemeClr val="dk2"/>
                </a:solidFill>
                <a:latin typeface="Space Grotesk"/>
                <a:ea typeface="Space Grotesk"/>
                <a:cs typeface="Space Grotesk"/>
                <a:sym typeface="Space Grotesk"/>
              </a:defRPr>
            </a:lvl6pPr>
            <a:lvl7pPr lvl="6">
              <a:lnSpc>
                <a:spcPct val="80000"/>
              </a:lnSpc>
              <a:spcBef>
                <a:spcPts val="0"/>
              </a:spcBef>
              <a:spcAft>
                <a:spcPts val="0"/>
              </a:spcAft>
              <a:buClr>
                <a:schemeClr val="dk2"/>
              </a:buClr>
              <a:buSzPts val="3600"/>
              <a:buFont typeface="Space Grotesk"/>
              <a:buNone/>
              <a:defRPr b="1" sz="3600">
                <a:solidFill>
                  <a:schemeClr val="dk2"/>
                </a:solidFill>
                <a:latin typeface="Space Grotesk"/>
                <a:ea typeface="Space Grotesk"/>
                <a:cs typeface="Space Grotesk"/>
                <a:sym typeface="Space Grotesk"/>
              </a:defRPr>
            </a:lvl7pPr>
            <a:lvl8pPr lvl="7">
              <a:lnSpc>
                <a:spcPct val="80000"/>
              </a:lnSpc>
              <a:spcBef>
                <a:spcPts val="0"/>
              </a:spcBef>
              <a:spcAft>
                <a:spcPts val="0"/>
              </a:spcAft>
              <a:buClr>
                <a:schemeClr val="dk2"/>
              </a:buClr>
              <a:buSzPts val="3600"/>
              <a:buFont typeface="Space Grotesk"/>
              <a:buNone/>
              <a:defRPr b="1" sz="3600">
                <a:solidFill>
                  <a:schemeClr val="dk2"/>
                </a:solidFill>
                <a:latin typeface="Space Grotesk"/>
                <a:ea typeface="Space Grotesk"/>
                <a:cs typeface="Space Grotesk"/>
                <a:sym typeface="Space Grotesk"/>
              </a:defRPr>
            </a:lvl8pPr>
            <a:lvl9pPr lvl="8">
              <a:lnSpc>
                <a:spcPct val="80000"/>
              </a:lnSpc>
              <a:spcBef>
                <a:spcPts val="0"/>
              </a:spcBef>
              <a:spcAft>
                <a:spcPts val="0"/>
              </a:spcAft>
              <a:buClr>
                <a:schemeClr val="dk2"/>
              </a:buClr>
              <a:buSzPts val="3600"/>
              <a:buFont typeface="Space Grotesk"/>
              <a:buNone/>
              <a:defRPr b="1" sz="3600">
                <a:solidFill>
                  <a:schemeClr val="dk2"/>
                </a:solidFill>
                <a:latin typeface="Space Grotesk"/>
                <a:ea typeface="Space Grotesk"/>
                <a:cs typeface="Space Grotesk"/>
                <a:sym typeface="Space Grotesk"/>
              </a:defRPr>
            </a:lvl9pPr>
          </a:lstStyle>
          <a:p/>
        </p:txBody>
      </p:sp>
      <p:sp>
        <p:nvSpPr>
          <p:cNvPr id="415" name="Google Shape;415;p4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oduct Plan Roadmap">
  <p:cSld name="CUSTOM_10">
    <p:spTree>
      <p:nvGrpSpPr>
        <p:cNvPr id="416" name="Shape 416"/>
        <p:cNvGrpSpPr/>
        <p:nvPr/>
      </p:nvGrpSpPr>
      <p:grpSpPr>
        <a:xfrm>
          <a:off x="0" y="0"/>
          <a:ext cx="0" cy="0"/>
          <a:chOff x="0" y="0"/>
          <a:chExt cx="0" cy="0"/>
        </a:xfrm>
      </p:grpSpPr>
      <p:sp>
        <p:nvSpPr>
          <p:cNvPr id="417" name="Google Shape;417;p42"/>
          <p:cNvSpPr txBox="1"/>
          <p:nvPr>
            <p:ph type="title"/>
          </p:nvPr>
        </p:nvSpPr>
        <p:spPr>
          <a:xfrm>
            <a:off x="230900" y="457200"/>
            <a:ext cx="7141800" cy="5964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3600"/>
              <a:buNone/>
              <a:defRPr/>
            </a:lvl1pPr>
            <a:lvl2pPr lvl="1">
              <a:spcBef>
                <a:spcPts val="0"/>
              </a:spcBef>
              <a:spcAft>
                <a:spcPts val="0"/>
              </a:spcAft>
              <a:buClr>
                <a:schemeClr val="dk1"/>
              </a:buClr>
              <a:buSzPts val="3600"/>
              <a:buNone/>
              <a:defRPr sz="3600"/>
            </a:lvl2pPr>
            <a:lvl3pPr lvl="2">
              <a:spcBef>
                <a:spcPts val="0"/>
              </a:spcBef>
              <a:spcAft>
                <a:spcPts val="0"/>
              </a:spcAft>
              <a:buClr>
                <a:schemeClr val="dk1"/>
              </a:buClr>
              <a:buSzPts val="3600"/>
              <a:buNone/>
              <a:defRPr sz="3600"/>
            </a:lvl3pPr>
            <a:lvl4pPr lvl="3">
              <a:spcBef>
                <a:spcPts val="0"/>
              </a:spcBef>
              <a:spcAft>
                <a:spcPts val="0"/>
              </a:spcAft>
              <a:buClr>
                <a:schemeClr val="dk1"/>
              </a:buClr>
              <a:buSzPts val="3600"/>
              <a:buNone/>
              <a:defRPr sz="3600"/>
            </a:lvl4pPr>
            <a:lvl5pPr lvl="4">
              <a:spcBef>
                <a:spcPts val="0"/>
              </a:spcBef>
              <a:spcAft>
                <a:spcPts val="0"/>
              </a:spcAft>
              <a:buClr>
                <a:schemeClr val="dk1"/>
              </a:buClr>
              <a:buSzPts val="3600"/>
              <a:buNone/>
              <a:defRPr sz="3600"/>
            </a:lvl5pPr>
            <a:lvl6pPr lvl="5">
              <a:spcBef>
                <a:spcPts val="0"/>
              </a:spcBef>
              <a:spcAft>
                <a:spcPts val="0"/>
              </a:spcAft>
              <a:buClr>
                <a:schemeClr val="dk1"/>
              </a:buClr>
              <a:buSzPts val="3600"/>
              <a:buNone/>
              <a:defRPr sz="3600"/>
            </a:lvl6pPr>
            <a:lvl7pPr lvl="6">
              <a:spcBef>
                <a:spcPts val="0"/>
              </a:spcBef>
              <a:spcAft>
                <a:spcPts val="0"/>
              </a:spcAft>
              <a:buClr>
                <a:schemeClr val="dk1"/>
              </a:buClr>
              <a:buSzPts val="3600"/>
              <a:buNone/>
              <a:defRPr sz="3600"/>
            </a:lvl7pPr>
            <a:lvl8pPr lvl="7">
              <a:spcBef>
                <a:spcPts val="0"/>
              </a:spcBef>
              <a:spcAft>
                <a:spcPts val="0"/>
              </a:spcAft>
              <a:buClr>
                <a:schemeClr val="dk1"/>
              </a:buClr>
              <a:buSzPts val="3600"/>
              <a:buNone/>
              <a:defRPr sz="3600"/>
            </a:lvl8pPr>
            <a:lvl9pPr lvl="8">
              <a:spcBef>
                <a:spcPts val="0"/>
              </a:spcBef>
              <a:spcAft>
                <a:spcPts val="0"/>
              </a:spcAft>
              <a:buClr>
                <a:schemeClr val="dk1"/>
              </a:buClr>
              <a:buSzPts val="3600"/>
              <a:buNone/>
              <a:defRPr sz="3600"/>
            </a:lvl9pPr>
          </a:lstStyle>
          <a:p/>
        </p:txBody>
      </p:sp>
      <p:sp>
        <p:nvSpPr>
          <p:cNvPr id="418" name="Google Shape;418;p42"/>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isk &amp; Opportunity">
  <p:cSld name="CUSTOM_15">
    <p:spTree>
      <p:nvGrpSpPr>
        <p:cNvPr id="419" name="Shape 419"/>
        <p:cNvGrpSpPr/>
        <p:nvPr/>
      </p:nvGrpSpPr>
      <p:grpSpPr>
        <a:xfrm>
          <a:off x="0" y="0"/>
          <a:ext cx="0" cy="0"/>
          <a:chOff x="0" y="0"/>
          <a:chExt cx="0" cy="0"/>
        </a:xfrm>
      </p:grpSpPr>
      <p:sp>
        <p:nvSpPr>
          <p:cNvPr id="420" name="Google Shape;420;p43"/>
          <p:cNvSpPr txBox="1"/>
          <p:nvPr>
            <p:ph type="title"/>
          </p:nvPr>
        </p:nvSpPr>
        <p:spPr>
          <a:xfrm>
            <a:off x="230900" y="457200"/>
            <a:ext cx="4406400" cy="11070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3600"/>
              <a:buNone/>
              <a:defRPr/>
            </a:lvl1pPr>
            <a:lvl2pPr lvl="1">
              <a:spcBef>
                <a:spcPts val="0"/>
              </a:spcBef>
              <a:spcAft>
                <a:spcPts val="0"/>
              </a:spcAft>
              <a:buClr>
                <a:schemeClr val="dk1"/>
              </a:buClr>
              <a:buSzPts val="4800"/>
              <a:buNone/>
              <a:defRPr/>
            </a:lvl2pPr>
            <a:lvl3pPr lvl="2">
              <a:spcBef>
                <a:spcPts val="0"/>
              </a:spcBef>
              <a:spcAft>
                <a:spcPts val="0"/>
              </a:spcAft>
              <a:buClr>
                <a:schemeClr val="dk1"/>
              </a:buClr>
              <a:buSzPts val="4800"/>
              <a:buNone/>
              <a:defRPr/>
            </a:lvl3pPr>
            <a:lvl4pPr lvl="3">
              <a:spcBef>
                <a:spcPts val="0"/>
              </a:spcBef>
              <a:spcAft>
                <a:spcPts val="0"/>
              </a:spcAft>
              <a:buClr>
                <a:schemeClr val="dk1"/>
              </a:buClr>
              <a:buSzPts val="4800"/>
              <a:buNone/>
              <a:defRPr/>
            </a:lvl4pPr>
            <a:lvl5pPr lvl="4">
              <a:spcBef>
                <a:spcPts val="0"/>
              </a:spcBef>
              <a:spcAft>
                <a:spcPts val="0"/>
              </a:spcAft>
              <a:buClr>
                <a:schemeClr val="dk1"/>
              </a:buClr>
              <a:buSzPts val="4800"/>
              <a:buNone/>
              <a:defRPr/>
            </a:lvl5pPr>
            <a:lvl6pPr lvl="5">
              <a:spcBef>
                <a:spcPts val="0"/>
              </a:spcBef>
              <a:spcAft>
                <a:spcPts val="0"/>
              </a:spcAft>
              <a:buClr>
                <a:schemeClr val="dk1"/>
              </a:buClr>
              <a:buSzPts val="4800"/>
              <a:buNone/>
              <a:defRPr/>
            </a:lvl6pPr>
            <a:lvl7pPr lvl="6">
              <a:spcBef>
                <a:spcPts val="0"/>
              </a:spcBef>
              <a:spcAft>
                <a:spcPts val="0"/>
              </a:spcAft>
              <a:buClr>
                <a:schemeClr val="dk1"/>
              </a:buClr>
              <a:buSzPts val="4800"/>
              <a:buNone/>
              <a:defRPr/>
            </a:lvl7pPr>
            <a:lvl8pPr lvl="7">
              <a:spcBef>
                <a:spcPts val="0"/>
              </a:spcBef>
              <a:spcAft>
                <a:spcPts val="0"/>
              </a:spcAft>
              <a:buClr>
                <a:schemeClr val="dk1"/>
              </a:buClr>
              <a:buSzPts val="4800"/>
              <a:buNone/>
              <a:defRPr/>
            </a:lvl8pPr>
            <a:lvl9pPr lvl="8">
              <a:spcBef>
                <a:spcPts val="0"/>
              </a:spcBef>
              <a:spcAft>
                <a:spcPts val="0"/>
              </a:spcAft>
              <a:buClr>
                <a:schemeClr val="dk1"/>
              </a:buClr>
              <a:buSzPts val="4800"/>
              <a:buNone/>
              <a:defRPr/>
            </a:lvl9pPr>
          </a:lstStyle>
          <a:p/>
        </p:txBody>
      </p:sp>
      <p:sp>
        <p:nvSpPr>
          <p:cNvPr id="421" name="Google Shape;421;p43"/>
          <p:cNvSpPr txBox="1"/>
          <p:nvPr>
            <p:ph idx="2" type="title"/>
          </p:nvPr>
        </p:nvSpPr>
        <p:spPr>
          <a:xfrm>
            <a:off x="4514725" y="457200"/>
            <a:ext cx="4400700" cy="1200900"/>
          </a:xfrm>
          <a:prstGeom prst="rect">
            <a:avLst/>
          </a:prstGeom>
        </p:spPr>
        <p:txBody>
          <a:bodyPr anchorCtr="0" anchor="t" bIns="91425" lIns="91425" spcFirstLastPara="1" rIns="91425" wrap="square" tIns="91425">
            <a:noAutofit/>
          </a:bodyPr>
          <a:lstStyle>
            <a:lvl1pPr lvl="0" algn="r">
              <a:spcBef>
                <a:spcPts val="0"/>
              </a:spcBef>
              <a:spcAft>
                <a:spcPts val="0"/>
              </a:spcAft>
              <a:buClr>
                <a:schemeClr val="dk1"/>
              </a:buClr>
              <a:buSzPts val="3600"/>
              <a:buNone/>
              <a:defRPr/>
            </a:lvl1pPr>
            <a:lvl2pPr lvl="1" algn="r">
              <a:spcBef>
                <a:spcPts val="0"/>
              </a:spcBef>
              <a:spcAft>
                <a:spcPts val="0"/>
              </a:spcAft>
              <a:buClr>
                <a:schemeClr val="dk1"/>
              </a:buClr>
              <a:buSzPts val="4800"/>
              <a:buNone/>
              <a:defRPr/>
            </a:lvl2pPr>
            <a:lvl3pPr lvl="2" algn="r">
              <a:spcBef>
                <a:spcPts val="0"/>
              </a:spcBef>
              <a:spcAft>
                <a:spcPts val="0"/>
              </a:spcAft>
              <a:buClr>
                <a:schemeClr val="dk1"/>
              </a:buClr>
              <a:buSzPts val="4800"/>
              <a:buNone/>
              <a:defRPr/>
            </a:lvl3pPr>
            <a:lvl4pPr lvl="3" algn="r">
              <a:spcBef>
                <a:spcPts val="0"/>
              </a:spcBef>
              <a:spcAft>
                <a:spcPts val="0"/>
              </a:spcAft>
              <a:buClr>
                <a:schemeClr val="dk1"/>
              </a:buClr>
              <a:buSzPts val="4800"/>
              <a:buNone/>
              <a:defRPr/>
            </a:lvl4pPr>
            <a:lvl5pPr lvl="4" algn="r">
              <a:spcBef>
                <a:spcPts val="0"/>
              </a:spcBef>
              <a:spcAft>
                <a:spcPts val="0"/>
              </a:spcAft>
              <a:buClr>
                <a:schemeClr val="dk1"/>
              </a:buClr>
              <a:buSzPts val="4800"/>
              <a:buNone/>
              <a:defRPr/>
            </a:lvl5pPr>
            <a:lvl6pPr lvl="5" algn="r">
              <a:spcBef>
                <a:spcPts val="0"/>
              </a:spcBef>
              <a:spcAft>
                <a:spcPts val="0"/>
              </a:spcAft>
              <a:buClr>
                <a:schemeClr val="dk1"/>
              </a:buClr>
              <a:buSzPts val="4800"/>
              <a:buNone/>
              <a:defRPr/>
            </a:lvl6pPr>
            <a:lvl7pPr lvl="6" algn="r">
              <a:spcBef>
                <a:spcPts val="0"/>
              </a:spcBef>
              <a:spcAft>
                <a:spcPts val="0"/>
              </a:spcAft>
              <a:buClr>
                <a:schemeClr val="dk1"/>
              </a:buClr>
              <a:buSzPts val="4800"/>
              <a:buNone/>
              <a:defRPr/>
            </a:lvl7pPr>
            <a:lvl8pPr lvl="7" algn="r">
              <a:spcBef>
                <a:spcPts val="0"/>
              </a:spcBef>
              <a:spcAft>
                <a:spcPts val="0"/>
              </a:spcAft>
              <a:buClr>
                <a:schemeClr val="dk1"/>
              </a:buClr>
              <a:buSzPts val="4800"/>
              <a:buNone/>
              <a:defRPr/>
            </a:lvl8pPr>
            <a:lvl9pPr lvl="8" algn="r">
              <a:spcBef>
                <a:spcPts val="0"/>
              </a:spcBef>
              <a:spcAft>
                <a:spcPts val="0"/>
              </a:spcAft>
              <a:buClr>
                <a:schemeClr val="dk1"/>
              </a:buClr>
              <a:buSzPts val="4800"/>
              <a:buNone/>
              <a:defRPr/>
            </a:lvl9pPr>
          </a:lstStyle>
          <a:p/>
        </p:txBody>
      </p:sp>
      <p:cxnSp>
        <p:nvCxnSpPr>
          <p:cNvPr id="422" name="Google Shape;422;p43"/>
          <p:cNvCxnSpPr/>
          <p:nvPr/>
        </p:nvCxnSpPr>
        <p:spPr>
          <a:xfrm>
            <a:off x="230900" y="4920000"/>
            <a:ext cx="8684400" cy="0"/>
          </a:xfrm>
          <a:prstGeom prst="straightConnector1">
            <a:avLst/>
          </a:prstGeom>
          <a:noFill/>
          <a:ln cap="flat" cmpd="sng" w="76200">
            <a:solidFill>
              <a:schemeClr val="dk1"/>
            </a:solidFill>
            <a:prstDash val="solid"/>
            <a:round/>
            <a:headEnd len="med" w="med" type="none"/>
            <a:tailEnd len="med" w="med" type="none"/>
          </a:ln>
        </p:spPr>
      </p:cxnSp>
      <p:sp>
        <p:nvSpPr>
          <p:cNvPr id="423" name="Google Shape;423;p43"/>
          <p:cNvSpPr txBox="1"/>
          <p:nvPr>
            <p:ph idx="1" type="subTitle"/>
          </p:nvPr>
        </p:nvSpPr>
        <p:spPr>
          <a:xfrm>
            <a:off x="1422025" y="1658925"/>
            <a:ext cx="3033600" cy="787800"/>
          </a:xfrm>
          <a:prstGeom prst="rect">
            <a:avLst/>
          </a:prstGeom>
        </p:spPr>
        <p:txBody>
          <a:bodyPr anchorCtr="0" anchor="ctr" bIns="91425" lIns="91425" spcFirstLastPara="1" rIns="91425" wrap="square" tIns="91425">
            <a:noAutofit/>
          </a:bodyPr>
          <a:lstStyle>
            <a:lvl1pPr lvl="0">
              <a:spcBef>
                <a:spcPts val="0"/>
              </a:spcBef>
              <a:spcAft>
                <a:spcPts val="0"/>
              </a:spcAft>
              <a:buSzPts val="1000"/>
              <a:buFont typeface="Space Grotesk"/>
              <a:buNone/>
              <a:defRPr b="1" sz="1000">
                <a:latin typeface="Space Grotesk"/>
                <a:ea typeface="Space Grotesk"/>
                <a:cs typeface="Space Grotesk"/>
                <a:sym typeface="Space Grotesk"/>
              </a:defRPr>
            </a:lvl1pPr>
            <a:lvl2pPr lvl="1">
              <a:spcBef>
                <a:spcPts val="0"/>
              </a:spcBef>
              <a:spcAft>
                <a:spcPts val="0"/>
              </a:spcAft>
              <a:buSzPts val="1000"/>
              <a:buFont typeface="Space Grotesk"/>
              <a:buNone/>
              <a:defRPr b="1" sz="1000">
                <a:latin typeface="Space Grotesk"/>
                <a:ea typeface="Space Grotesk"/>
                <a:cs typeface="Space Grotesk"/>
                <a:sym typeface="Space Grotesk"/>
              </a:defRPr>
            </a:lvl2pPr>
            <a:lvl3pPr lvl="2">
              <a:spcBef>
                <a:spcPts val="0"/>
              </a:spcBef>
              <a:spcAft>
                <a:spcPts val="0"/>
              </a:spcAft>
              <a:buSzPts val="1000"/>
              <a:buFont typeface="Space Grotesk"/>
              <a:buNone/>
              <a:defRPr b="1" sz="1000">
                <a:latin typeface="Space Grotesk"/>
                <a:ea typeface="Space Grotesk"/>
                <a:cs typeface="Space Grotesk"/>
                <a:sym typeface="Space Grotesk"/>
              </a:defRPr>
            </a:lvl3pPr>
            <a:lvl4pPr lvl="3">
              <a:spcBef>
                <a:spcPts val="0"/>
              </a:spcBef>
              <a:spcAft>
                <a:spcPts val="0"/>
              </a:spcAft>
              <a:buSzPts val="1000"/>
              <a:buFont typeface="Space Grotesk"/>
              <a:buNone/>
              <a:defRPr b="1" sz="1000">
                <a:latin typeface="Space Grotesk"/>
                <a:ea typeface="Space Grotesk"/>
                <a:cs typeface="Space Grotesk"/>
                <a:sym typeface="Space Grotesk"/>
              </a:defRPr>
            </a:lvl4pPr>
            <a:lvl5pPr lvl="4">
              <a:spcBef>
                <a:spcPts val="0"/>
              </a:spcBef>
              <a:spcAft>
                <a:spcPts val="0"/>
              </a:spcAft>
              <a:buSzPts val="1000"/>
              <a:buFont typeface="Space Grotesk"/>
              <a:buNone/>
              <a:defRPr b="1" sz="1000">
                <a:latin typeface="Space Grotesk"/>
                <a:ea typeface="Space Grotesk"/>
                <a:cs typeface="Space Grotesk"/>
                <a:sym typeface="Space Grotesk"/>
              </a:defRPr>
            </a:lvl5pPr>
            <a:lvl6pPr lvl="5">
              <a:spcBef>
                <a:spcPts val="0"/>
              </a:spcBef>
              <a:spcAft>
                <a:spcPts val="0"/>
              </a:spcAft>
              <a:buSzPts val="1000"/>
              <a:buFont typeface="Space Grotesk"/>
              <a:buNone/>
              <a:defRPr b="1" sz="1000">
                <a:latin typeface="Space Grotesk"/>
                <a:ea typeface="Space Grotesk"/>
                <a:cs typeface="Space Grotesk"/>
                <a:sym typeface="Space Grotesk"/>
              </a:defRPr>
            </a:lvl6pPr>
            <a:lvl7pPr lvl="6">
              <a:spcBef>
                <a:spcPts val="0"/>
              </a:spcBef>
              <a:spcAft>
                <a:spcPts val="0"/>
              </a:spcAft>
              <a:buSzPts val="1000"/>
              <a:buFont typeface="Space Grotesk"/>
              <a:buNone/>
              <a:defRPr b="1" sz="1000">
                <a:latin typeface="Space Grotesk"/>
                <a:ea typeface="Space Grotesk"/>
                <a:cs typeface="Space Grotesk"/>
                <a:sym typeface="Space Grotesk"/>
              </a:defRPr>
            </a:lvl7pPr>
            <a:lvl8pPr lvl="7">
              <a:spcBef>
                <a:spcPts val="0"/>
              </a:spcBef>
              <a:spcAft>
                <a:spcPts val="0"/>
              </a:spcAft>
              <a:buSzPts val="1000"/>
              <a:buFont typeface="Space Grotesk"/>
              <a:buNone/>
              <a:defRPr b="1" sz="1000">
                <a:latin typeface="Space Grotesk"/>
                <a:ea typeface="Space Grotesk"/>
                <a:cs typeface="Space Grotesk"/>
                <a:sym typeface="Space Grotesk"/>
              </a:defRPr>
            </a:lvl8pPr>
            <a:lvl9pPr lvl="8">
              <a:spcBef>
                <a:spcPts val="0"/>
              </a:spcBef>
              <a:spcAft>
                <a:spcPts val="0"/>
              </a:spcAft>
              <a:buSzPts val="1000"/>
              <a:buFont typeface="Space Grotesk"/>
              <a:buNone/>
              <a:defRPr b="1" sz="1000">
                <a:latin typeface="Space Grotesk"/>
                <a:ea typeface="Space Grotesk"/>
                <a:cs typeface="Space Grotesk"/>
                <a:sym typeface="Space Grotesk"/>
              </a:defRPr>
            </a:lvl9pPr>
          </a:lstStyle>
          <a:p/>
        </p:txBody>
      </p:sp>
      <p:sp>
        <p:nvSpPr>
          <p:cNvPr id="424" name="Google Shape;424;p43"/>
          <p:cNvSpPr txBox="1"/>
          <p:nvPr>
            <p:ph idx="3" type="subTitle"/>
          </p:nvPr>
        </p:nvSpPr>
        <p:spPr>
          <a:xfrm>
            <a:off x="227092" y="1658925"/>
            <a:ext cx="1197000" cy="787800"/>
          </a:xfrm>
          <a:prstGeom prst="rect">
            <a:avLst/>
          </a:prstGeom>
        </p:spPr>
        <p:txBody>
          <a:bodyPr anchorCtr="0" anchor="ctr" bIns="91425" lIns="91425" spcFirstLastPara="1" rIns="91425" wrap="square" tIns="91425">
            <a:noAutofit/>
          </a:bodyPr>
          <a:lstStyle>
            <a:lvl1pPr lvl="0">
              <a:spcBef>
                <a:spcPts val="0"/>
              </a:spcBef>
              <a:spcAft>
                <a:spcPts val="0"/>
              </a:spcAft>
              <a:buSzPts val="1200"/>
              <a:buNone/>
              <a:defRPr sz="1200"/>
            </a:lvl1pPr>
            <a:lvl2pPr lvl="1">
              <a:spcBef>
                <a:spcPts val="0"/>
              </a:spcBef>
              <a:spcAft>
                <a:spcPts val="0"/>
              </a:spcAft>
              <a:buSzPts val="1200"/>
              <a:buNone/>
              <a:defRPr sz="1200"/>
            </a:lvl2pPr>
            <a:lvl3pPr lvl="2">
              <a:spcBef>
                <a:spcPts val="0"/>
              </a:spcBef>
              <a:spcAft>
                <a:spcPts val="0"/>
              </a:spcAft>
              <a:buSzPts val="1200"/>
              <a:buNone/>
              <a:defRPr sz="1200"/>
            </a:lvl3pPr>
            <a:lvl4pPr lvl="3">
              <a:spcBef>
                <a:spcPts val="0"/>
              </a:spcBef>
              <a:spcAft>
                <a:spcPts val="0"/>
              </a:spcAft>
              <a:buSzPts val="1200"/>
              <a:buNone/>
              <a:defRPr sz="1200"/>
            </a:lvl4pPr>
            <a:lvl5pPr lvl="4">
              <a:spcBef>
                <a:spcPts val="0"/>
              </a:spcBef>
              <a:spcAft>
                <a:spcPts val="0"/>
              </a:spcAft>
              <a:buSzPts val="1200"/>
              <a:buNone/>
              <a:defRPr sz="1200"/>
            </a:lvl5pPr>
            <a:lvl6pPr lvl="5">
              <a:spcBef>
                <a:spcPts val="0"/>
              </a:spcBef>
              <a:spcAft>
                <a:spcPts val="0"/>
              </a:spcAft>
              <a:buSzPts val="1200"/>
              <a:buNone/>
              <a:defRPr sz="1200"/>
            </a:lvl6pPr>
            <a:lvl7pPr lvl="6">
              <a:spcBef>
                <a:spcPts val="0"/>
              </a:spcBef>
              <a:spcAft>
                <a:spcPts val="0"/>
              </a:spcAft>
              <a:buSzPts val="1200"/>
              <a:buNone/>
              <a:defRPr sz="1200"/>
            </a:lvl7pPr>
            <a:lvl8pPr lvl="7">
              <a:spcBef>
                <a:spcPts val="0"/>
              </a:spcBef>
              <a:spcAft>
                <a:spcPts val="0"/>
              </a:spcAft>
              <a:buSzPts val="1200"/>
              <a:buNone/>
              <a:defRPr sz="1200"/>
            </a:lvl8pPr>
            <a:lvl9pPr lvl="8">
              <a:spcBef>
                <a:spcPts val="0"/>
              </a:spcBef>
              <a:spcAft>
                <a:spcPts val="0"/>
              </a:spcAft>
              <a:buSzPts val="1200"/>
              <a:buNone/>
              <a:defRPr sz="1200"/>
            </a:lvl9pPr>
          </a:lstStyle>
          <a:p/>
        </p:txBody>
      </p:sp>
      <p:sp>
        <p:nvSpPr>
          <p:cNvPr id="425" name="Google Shape;425;p43"/>
          <p:cNvSpPr txBox="1"/>
          <p:nvPr>
            <p:ph idx="4" type="subTitle"/>
          </p:nvPr>
        </p:nvSpPr>
        <p:spPr>
          <a:xfrm>
            <a:off x="1420700" y="2446500"/>
            <a:ext cx="3033600" cy="787800"/>
          </a:xfrm>
          <a:prstGeom prst="rect">
            <a:avLst/>
          </a:prstGeom>
        </p:spPr>
        <p:txBody>
          <a:bodyPr anchorCtr="0" anchor="ctr" bIns="91425" lIns="91425" spcFirstLastPara="1" rIns="91425" wrap="square" tIns="91425">
            <a:noAutofit/>
          </a:bodyPr>
          <a:lstStyle>
            <a:lvl1pPr lvl="0">
              <a:spcBef>
                <a:spcPts val="0"/>
              </a:spcBef>
              <a:spcAft>
                <a:spcPts val="0"/>
              </a:spcAft>
              <a:buSzPts val="1000"/>
              <a:buFont typeface="Space Grotesk"/>
              <a:buNone/>
              <a:defRPr b="1" sz="1000">
                <a:latin typeface="Space Grotesk"/>
                <a:ea typeface="Space Grotesk"/>
                <a:cs typeface="Space Grotesk"/>
                <a:sym typeface="Space Grotesk"/>
              </a:defRPr>
            </a:lvl1pPr>
            <a:lvl2pPr lvl="1">
              <a:spcBef>
                <a:spcPts val="0"/>
              </a:spcBef>
              <a:spcAft>
                <a:spcPts val="0"/>
              </a:spcAft>
              <a:buSzPts val="1000"/>
              <a:buFont typeface="Space Grotesk"/>
              <a:buNone/>
              <a:defRPr b="1" sz="1000">
                <a:latin typeface="Space Grotesk"/>
                <a:ea typeface="Space Grotesk"/>
                <a:cs typeface="Space Grotesk"/>
                <a:sym typeface="Space Grotesk"/>
              </a:defRPr>
            </a:lvl2pPr>
            <a:lvl3pPr lvl="2">
              <a:spcBef>
                <a:spcPts val="0"/>
              </a:spcBef>
              <a:spcAft>
                <a:spcPts val="0"/>
              </a:spcAft>
              <a:buSzPts val="1000"/>
              <a:buFont typeface="Space Grotesk"/>
              <a:buNone/>
              <a:defRPr b="1" sz="1000">
                <a:latin typeface="Space Grotesk"/>
                <a:ea typeface="Space Grotesk"/>
                <a:cs typeface="Space Grotesk"/>
                <a:sym typeface="Space Grotesk"/>
              </a:defRPr>
            </a:lvl3pPr>
            <a:lvl4pPr lvl="3">
              <a:spcBef>
                <a:spcPts val="0"/>
              </a:spcBef>
              <a:spcAft>
                <a:spcPts val="0"/>
              </a:spcAft>
              <a:buSzPts val="1000"/>
              <a:buFont typeface="Space Grotesk"/>
              <a:buNone/>
              <a:defRPr b="1" sz="1000">
                <a:latin typeface="Space Grotesk"/>
                <a:ea typeface="Space Grotesk"/>
                <a:cs typeface="Space Grotesk"/>
                <a:sym typeface="Space Grotesk"/>
              </a:defRPr>
            </a:lvl4pPr>
            <a:lvl5pPr lvl="4">
              <a:spcBef>
                <a:spcPts val="0"/>
              </a:spcBef>
              <a:spcAft>
                <a:spcPts val="0"/>
              </a:spcAft>
              <a:buSzPts val="1000"/>
              <a:buFont typeface="Space Grotesk"/>
              <a:buNone/>
              <a:defRPr b="1" sz="1000">
                <a:latin typeface="Space Grotesk"/>
                <a:ea typeface="Space Grotesk"/>
                <a:cs typeface="Space Grotesk"/>
                <a:sym typeface="Space Grotesk"/>
              </a:defRPr>
            </a:lvl5pPr>
            <a:lvl6pPr lvl="5">
              <a:spcBef>
                <a:spcPts val="0"/>
              </a:spcBef>
              <a:spcAft>
                <a:spcPts val="0"/>
              </a:spcAft>
              <a:buSzPts val="1000"/>
              <a:buFont typeface="Space Grotesk"/>
              <a:buNone/>
              <a:defRPr b="1" sz="1000">
                <a:latin typeface="Space Grotesk"/>
                <a:ea typeface="Space Grotesk"/>
                <a:cs typeface="Space Grotesk"/>
                <a:sym typeface="Space Grotesk"/>
              </a:defRPr>
            </a:lvl6pPr>
            <a:lvl7pPr lvl="6">
              <a:spcBef>
                <a:spcPts val="0"/>
              </a:spcBef>
              <a:spcAft>
                <a:spcPts val="0"/>
              </a:spcAft>
              <a:buSzPts val="1000"/>
              <a:buFont typeface="Space Grotesk"/>
              <a:buNone/>
              <a:defRPr b="1" sz="1000">
                <a:latin typeface="Space Grotesk"/>
                <a:ea typeface="Space Grotesk"/>
                <a:cs typeface="Space Grotesk"/>
                <a:sym typeface="Space Grotesk"/>
              </a:defRPr>
            </a:lvl7pPr>
            <a:lvl8pPr lvl="7">
              <a:spcBef>
                <a:spcPts val="0"/>
              </a:spcBef>
              <a:spcAft>
                <a:spcPts val="0"/>
              </a:spcAft>
              <a:buSzPts val="1000"/>
              <a:buFont typeface="Space Grotesk"/>
              <a:buNone/>
              <a:defRPr b="1" sz="1000">
                <a:latin typeface="Space Grotesk"/>
                <a:ea typeface="Space Grotesk"/>
                <a:cs typeface="Space Grotesk"/>
                <a:sym typeface="Space Grotesk"/>
              </a:defRPr>
            </a:lvl8pPr>
            <a:lvl9pPr lvl="8">
              <a:spcBef>
                <a:spcPts val="0"/>
              </a:spcBef>
              <a:spcAft>
                <a:spcPts val="0"/>
              </a:spcAft>
              <a:buSzPts val="1000"/>
              <a:buFont typeface="Space Grotesk"/>
              <a:buNone/>
              <a:defRPr b="1" sz="1000">
                <a:latin typeface="Space Grotesk"/>
                <a:ea typeface="Space Grotesk"/>
                <a:cs typeface="Space Grotesk"/>
                <a:sym typeface="Space Grotesk"/>
              </a:defRPr>
            </a:lvl9pPr>
          </a:lstStyle>
          <a:p/>
        </p:txBody>
      </p:sp>
      <p:sp>
        <p:nvSpPr>
          <p:cNvPr id="426" name="Google Shape;426;p43"/>
          <p:cNvSpPr txBox="1"/>
          <p:nvPr>
            <p:ph idx="5" type="subTitle"/>
          </p:nvPr>
        </p:nvSpPr>
        <p:spPr>
          <a:xfrm>
            <a:off x="225780" y="2446488"/>
            <a:ext cx="1197000" cy="787800"/>
          </a:xfrm>
          <a:prstGeom prst="rect">
            <a:avLst/>
          </a:prstGeom>
        </p:spPr>
        <p:txBody>
          <a:bodyPr anchorCtr="0" anchor="ctr" bIns="91425" lIns="91425" spcFirstLastPara="1" rIns="91425" wrap="square" tIns="91425">
            <a:noAutofit/>
          </a:bodyPr>
          <a:lstStyle>
            <a:lvl1pPr lvl="0">
              <a:spcBef>
                <a:spcPts val="0"/>
              </a:spcBef>
              <a:spcAft>
                <a:spcPts val="0"/>
              </a:spcAft>
              <a:buSzPts val="1200"/>
              <a:buNone/>
              <a:defRPr sz="1200"/>
            </a:lvl1pPr>
            <a:lvl2pPr lvl="1">
              <a:spcBef>
                <a:spcPts val="0"/>
              </a:spcBef>
              <a:spcAft>
                <a:spcPts val="0"/>
              </a:spcAft>
              <a:buSzPts val="1200"/>
              <a:buNone/>
              <a:defRPr sz="1200"/>
            </a:lvl2pPr>
            <a:lvl3pPr lvl="2">
              <a:spcBef>
                <a:spcPts val="0"/>
              </a:spcBef>
              <a:spcAft>
                <a:spcPts val="0"/>
              </a:spcAft>
              <a:buSzPts val="1200"/>
              <a:buNone/>
              <a:defRPr sz="1200"/>
            </a:lvl3pPr>
            <a:lvl4pPr lvl="3">
              <a:spcBef>
                <a:spcPts val="0"/>
              </a:spcBef>
              <a:spcAft>
                <a:spcPts val="0"/>
              </a:spcAft>
              <a:buSzPts val="1200"/>
              <a:buNone/>
              <a:defRPr sz="1200"/>
            </a:lvl4pPr>
            <a:lvl5pPr lvl="4">
              <a:spcBef>
                <a:spcPts val="0"/>
              </a:spcBef>
              <a:spcAft>
                <a:spcPts val="0"/>
              </a:spcAft>
              <a:buSzPts val="1200"/>
              <a:buNone/>
              <a:defRPr sz="1200"/>
            </a:lvl5pPr>
            <a:lvl6pPr lvl="5">
              <a:spcBef>
                <a:spcPts val="0"/>
              </a:spcBef>
              <a:spcAft>
                <a:spcPts val="0"/>
              </a:spcAft>
              <a:buSzPts val="1200"/>
              <a:buNone/>
              <a:defRPr sz="1200"/>
            </a:lvl6pPr>
            <a:lvl7pPr lvl="6">
              <a:spcBef>
                <a:spcPts val="0"/>
              </a:spcBef>
              <a:spcAft>
                <a:spcPts val="0"/>
              </a:spcAft>
              <a:buSzPts val="1200"/>
              <a:buNone/>
              <a:defRPr sz="1200"/>
            </a:lvl7pPr>
            <a:lvl8pPr lvl="7">
              <a:spcBef>
                <a:spcPts val="0"/>
              </a:spcBef>
              <a:spcAft>
                <a:spcPts val="0"/>
              </a:spcAft>
              <a:buSzPts val="1200"/>
              <a:buNone/>
              <a:defRPr sz="1200"/>
            </a:lvl8pPr>
            <a:lvl9pPr lvl="8">
              <a:spcBef>
                <a:spcPts val="0"/>
              </a:spcBef>
              <a:spcAft>
                <a:spcPts val="0"/>
              </a:spcAft>
              <a:buSzPts val="1200"/>
              <a:buNone/>
              <a:defRPr sz="1200"/>
            </a:lvl9pPr>
          </a:lstStyle>
          <a:p/>
        </p:txBody>
      </p:sp>
      <p:sp>
        <p:nvSpPr>
          <p:cNvPr id="427" name="Google Shape;427;p43"/>
          <p:cNvSpPr txBox="1"/>
          <p:nvPr>
            <p:ph idx="6" type="subTitle"/>
          </p:nvPr>
        </p:nvSpPr>
        <p:spPr>
          <a:xfrm>
            <a:off x="1417850" y="3234225"/>
            <a:ext cx="3069900" cy="787800"/>
          </a:xfrm>
          <a:prstGeom prst="rect">
            <a:avLst/>
          </a:prstGeom>
        </p:spPr>
        <p:txBody>
          <a:bodyPr anchorCtr="0" anchor="ctr" bIns="91425" lIns="91425" spcFirstLastPara="1" rIns="91425" wrap="square" tIns="91425">
            <a:noAutofit/>
          </a:bodyPr>
          <a:lstStyle>
            <a:lvl1pPr lvl="0">
              <a:spcBef>
                <a:spcPts val="0"/>
              </a:spcBef>
              <a:spcAft>
                <a:spcPts val="0"/>
              </a:spcAft>
              <a:buSzPts val="1000"/>
              <a:buFont typeface="Space Grotesk"/>
              <a:buNone/>
              <a:defRPr b="1" sz="1000">
                <a:latin typeface="Space Grotesk"/>
                <a:ea typeface="Space Grotesk"/>
                <a:cs typeface="Space Grotesk"/>
                <a:sym typeface="Space Grotesk"/>
              </a:defRPr>
            </a:lvl1pPr>
            <a:lvl2pPr lvl="1">
              <a:spcBef>
                <a:spcPts val="0"/>
              </a:spcBef>
              <a:spcAft>
                <a:spcPts val="0"/>
              </a:spcAft>
              <a:buSzPts val="1000"/>
              <a:buFont typeface="Space Grotesk"/>
              <a:buNone/>
              <a:defRPr b="1" sz="1000">
                <a:latin typeface="Space Grotesk"/>
                <a:ea typeface="Space Grotesk"/>
                <a:cs typeface="Space Grotesk"/>
                <a:sym typeface="Space Grotesk"/>
              </a:defRPr>
            </a:lvl2pPr>
            <a:lvl3pPr lvl="2">
              <a:spcBef>
                <a:spcPts val="0"/>
              </a:spcBef>
              <a:spcAft>
                <a:spcPts val="0"/>
              </a:spcAft>
              <a:buSzPts val="1000"/>
              <a:buFont typeface="Space Grotesk"/>
              <a:buNone/>
              <a:defRPr b="1" sz="1000">
                <a:latin typeface="Space Grotesk"/>
                <a:ea typeface="Space Grotesk"/>
                <a:cs typeface="Space Grotesk"/>
                <a:sym typeface="Space Grotesk"/>
              </a:defRPr>
            </a:lvl3pPr>
            <a:lvl4pPr lvl="3">
              <a:spcBef>
                <a:spcPts val="0"/>
              </a:spcBef>
              <a:spcAft>
                <a:spcPts val="0"/>
              </a:spcAft>
              <a:buSzPts val="1000"/>
              <a:buFont typeface="Space Grotesk"/>
              <a:buNone/>
              <a:defRPr b="1" sz="1000">
                <a:latin typeface="Space Grotesk"/>
                <a:ea typeface="Space Grotesk"/>
                <a:cs typeface="Space Grotesk"/>
                <a:sym typeface="Space Grotesk"/>
              </a:defRPr>
            </a:lvl4pPr>
            <a:lvl5pPr lvl="4">
              <a:spcBef>
                <a:spcPts val="0"/>
              </a:spcBef>
              <a:spcAft>
                <a:spcPts val="0"/>
              </a:spcAft>
              <a:buSzPts val="1000"/>
              <a:buFont typeface="Space Grotesk"/>
              <a:buNone/>
              <a:defRPr b="1" sz="1000">
                <a:latin typeface="Space Grotesk"/>
                <a:ea typeface="Space Grotesk"/>
                <a:cs typeface="Space Grotesk"/>
                <a:sym typeface="Space Grotesk"/>
              </a:defRPr>
            </a:lvl5pPr>
            <a:lvl6pPr lvl="5">
              <a:spcBef>
                <a:spcPts val="0"/>
              </a:spcBef>
              <a:spcAft>
                <a:spcPts val="0"/>
              </a:spcAft>
              <a:buSzPts val="1000"/>
              <a:buFont typeface="Space Grotesk"/>
              <a:buNone/>
              <a:defRPr b="1" sz="1000">
                <a:latin typeface="Space Grotesk"/>
                <a:ea typeface="Space Grotesk"/>
                <a:cs typeface="Space Grotesk"/>
                <a:sym typeface="Space Grotesk"/>
              </a:defRPr>
            </a:lvl6pPr>
            <a:lvl7pPr lvl="6">
              <a:spcBef>
                <a:spcPts val="0"/>
              </a:spcBef>
              <a:spcAft>
                <a:spcPts val="0"/>
              </a:spcAft>
              <a:buSzPts val="1000"/>
              <a:buFont typeface="Space Grotesk"/>
              <a:buNone/>
              <a:defRPr b="1" sz="1000">
                <a:latin typeface="Space Grotesk"/>
                <a:ea typeface="Space Grotesk"/>
                <a:cs typeface="Space Grotesk"/>
                <a:sym typeface="Space Grotesk"/>
              </a:defRPr>
            </a:lvl7pPr>
            <a:lvl8pPr lvl="7">
              <a:spcBef>
                <a:spcPts val="0"/>
              </a:spcBef>
              <a:spcAft>
                <a:spcPts val="0"/>
              </a:spcAft>
              <a:buSzPts val="1000"/>
              <a:buFont typeface="Space Grotesk"/>
              <a:buNone/>
              <a:defRPr b="1" sz="1000">
                <a:latin typeface="Space Grotesk"/>
                <a:ea typeface="Space Grotesk"/>
                <a:cs typeface="Space Grotesk"/>
                <a:sym typeface="Space Grotesk"/>
              </a:defRPr>
            </a:lvl8pPr>
            <a:lvl9pPr lvl="8">
              <a:spcBef>
                <a:spcPts val="0"/>
              </a:spcBef>
              <a:spcAft>
                <a:spcPts val="0"/>
              </a:spcAft>
              <a:buSzPts val="1000"/>
              <a:buFont typeface="Space Grotesk"/>
              <a:buNone/>
              <a:defRPr b="1" sz="1000">
                <a:latin typeface="Space Grotesk"/>
                <a:ea typeface="Space Grotesk"/>
                <a:cs typeface="Space Grotesk"/>
                <a:sym typeface="Space Grotesk"/>
              </a:defRPr>
            </a:lvl9pPr>
          </a:lstStyle>
          <a:p/>
        </p:txBody>
      </p:sp>
      <p:sp>
        <p:nvSpPr>
          <p:cNvPr id="428" name="Google Shape;428;p43"/>
          <p:cNvSpPr txBox="1"/>
          <p:nvPr>
            <p:ph idx="7" type="subTitle"/>
          </p:nvPr>
        </p:nvSpPr>
        <p:spPr>
          <a:xfrm>
            <a:off x="222930" y="3234225"/>
            <a:ext cx="1197000" cy="787800"/>
          </a:xfrm>
          <a:prstGeom prst="rect">
            <a:avLst/>
          </a:prstGeom>
        </p:spPr>
        <p:txBody>
          <a:bodyPr anchorCtr="0" anchor="ctr" bIns="91425" lIns="91425" spcFirstLastPara="1" rIns="91425" wrap="square" tIns="91425">
            <a:noAutofit/>
          </a:bodyPr>
          <a:lstStyle>
            <a:lvl1pPr lvl="0">
              <a:spcBef>
                <a:spcPts val="0"/>
              </a:spcBef>
              <a:spcAft>
                <a:spcPts val="0"/>
              </a:spcAft>
              <a:buSzPts val="1200"/>
              <a:buNone/>
              <a:defRPr sz="1200"/>
            </a:lvl1pPr>
            <a:lvl2pPr lvl="1">
              <a:spcBef>
                <a:spcPts val="0"/>
              </a:spcBef>
              <a:spcAft>
                <a:spcPts val="0"/>
              </a:spcAft>
              <a:buSzPts val="1200"/>
              <a:buNone/>
              <a:defRPr sz="1200"/>
            </a:lvl2pPr>
            <a:lvl3pPr lvl="2">
              <a:spcBef>
                <a:spcPts val="0"/>
              </a:spcBef>
              <a:spcAft>
                <a:spcPts val="0"/>
              </a:spcAft>
              <a:buSzPts val="1200"/>
              <a:buNone/>
              <a:defRPr sz="1200"/>
            </a:lvl3pPr>
            <a:lvl4pPr lvl="3">
              <a:spcBef>
                <a:spcPts val="0"/>
              </a:spcBef>
              <a:spcAft>
                <a:spcPts val="0"/>
              </a:spcAft>
              <a:buSzPts val="1200"/>
              <a:buNone/>
              <a:defRPr sz="1200"/>
            </a:lvl4pPr>
            <a:lvl5pPr lvl="4">
              <a:spcBef>
                <a:spcPts val="0"/>
              </a:spcBef>
              <a:spcAft>
                <a:spcPts val="0"/>
              </a:spcAft>
              <a:buSzPts val="1200"/>
              <a:buNone/>
              <a:defRPr sz="1200"/>
            </a:lvl5pPr>
            <a:lvl6pPr lvl="5">
              <a:spcBef>
                <a:spcPts val="0"/>
              </a:spcBef>
              <a:spcAft>
                <a:spcPts val="0"/>
              </a:spcAft>
              <a:buSzPts val="1200"/>
              <a:buNone/>
              <a:defRPr sz="1200"/>
            </a:lvl6pPr>
            <a:lvl7pPr lvl="6">
              <a:spcBef>
                <a:spcPts val="0"/>
              </a:spcBef>
              <a:spcAft>
                <a:spcPts val="0"/>
              </a:spcAft>
              <a:buSzPts val="1200"/>
              <a:buNone/>
              <a:defRPr sz="1200"/>
            </a:lvl7pPr>
            <a:lvl8pPr lvl="7">
              <a:spcBef>
                <a:spcPts val="0"/>
              </a:spcBef>
              <a:spcAft>
                <a:spcPts val="0"/>
              </a:spcAft>
              <a:buSzPts val="1200"/>
              <a:buNone/>
              <a:defRPr sz="1200"/>
            </a:lvl8pPr>
            <a:lvl9pPr lvl="8">
              <a:spcBef>
                <a:spcPts val="0"/>
              </a:spcBef>
              <a:spcAft>
                <a:spcPts val="0"/>
              </a:spcAft>
              <a:buSzPts val="1200"/>
              <a:buNone/>
              <a:defRPr sz="1200"/>
            </a:lvl9pPr>
          </a:lstStyle>
          <a:p/>
        </p:txBody>
      </p:sp>
      <p:sp>
        <p:nvSpPr>
          <p:cNvPr id="429" name="Google Shape;429;p43"/>
          <p:cNvSpPr txBox="1"/>
          <p:nvPr>
            <p:ph idx="8" type="subTitle"/>
          </p:nvPr>
        </p:nvSpPr>
        <p:spPr>
          <a:xfrm>
            <a:off x="1417850" y="4077025"/>
            <a:ext cx="3033600" cy="787800"/>
          </a:xfrm>
          <a:prstGeom prst="rect">
            <a:avLst/>
          </a:prstGeom>
        </p:spPr>
        <p:txBody>
          <a:bodyPr anchorCtr="0" anchor="ctr" bIns="91425" lIns="91425" spcFirstLastPara="1" rIns="91425" wrap="square" tIns="91425">
            <a:noAutofit/>
          </a:bodyPr>
          <a:lstStyle>
            <a:lvl1pPr lvl="0">
              <a:spcBef>
                <a:spcPts val="0"/>
              </a:spcBef>
              <a:spcAft>
                <a:spcPts val="0"/>
              </a:spcAft>
              <a:buSzPts val="1000"/>
              <a:buFont typeface="Space Grotesk"/>
              <a:buNone/>
              <a:defRPr b="1" sz="1000">
                <a:latin typeface="Space Grotesk"/>
                <a:ea typeface="Space Grotesk"/>
                <a:cs typeface="Space Grotesk"/>
                <a:sym typeface="Space Grotesk"/>
              </a:defRPr>
            </a:lvl1pPr>
            <a:lvl2pPr lvl="1">
              <a:spcBef>
                <a:spcPts val="0"/>
              </a:spcBef>
              <a:spcAft>
                <a:spcPts val="0"/>
              </a:spcAft>
              <a:buSzPts val="1000"/>
              <a:buFont typeface="Space Grotesk"/>
              <a:buNone/>
              <a:defRPr b="1" sz="1000">
                <a:latin typeface="Space Grotesk"/>
                <a:ea typeface="Space Grotesk"/>
                <a:cs typeface="Space Grotesk"/>
                <a:sym typeface="Space Grotesk"/>
              </a:defRPr>
            </a:lvl2pPr>
            <a:lvl3pPr lvl="2">
              <a:spcBef>
                <a:spcPts val="0"/>
              </a:spcBef>
              <a:spcAft>
                <a:spcPts val="0"/>
              </a:spcAft>
              <a:buSzPts val="1000"/>
              <a:buFont typeface="Space Grotesk"/>
              <a:buNone/>
              <a:defRPr b="1" sz="1000">
                <a:latin typeface="Space Grotesk"/>
                <a:ea typeface="Space Grotesk"/>
                <a:cs typeface="Space Grotesk"/>
                <a:sym typeface="Space Grotesk"/>
              </a:defRPr>
            </a:lvl3pPr>
            <a:lvl4pPr lvl="3">
              <a:spcBef>
                <a:spcPts val="0"/>
              </a:spcBef>
              <a:spcAft>
                <a:spcPts val="0"/>
              </a:spcAft>
              <a:buSzPts val="1000"/>
              <a:buFont typeface="Space Grotesk"/>
              <a:buNone/>
              <a:defRPr b="1" sz="1000">
                <a:latin typeface="Space Grotesk"/>
                <a:ea typeface="Space Grotesk"/>
                <a:cs typeface="Space Grotesk"/>
                <a:sym typeface="Space Grotesk"/>
              </a:defRPr>
            </a:lvl4pPr>
            <a:lvl5pPr lvl="4">
              <a:spcBef>
                <a:spcPts val="0"/>
              </a:spcBef>
              <a:spcAft>
                <a:spcPts val="0"/>
              </a:spcAft>
              <a:buSzPts val="1000"/>
              <a:buFont typeface="Space Grotesk"/>
              <a:buNone/>
              <a:defRPr b="1" sz="1000">
                <a:latin typeface="Space Grotesk"/>
                <a:ea typeface="Space Grotesk"/>
                <a:cs typeface="Space Grotesk"/>
                <a:sym typeface="Space Grotesk"/>
              </a:defRPr>
            </a:lvl5pPr>
            <a:lvl6pPr lvl="5">
              <a:spcBef>
                <a:spcPts val="0"/>
              </a:spcBef>
              <a:spcAft>
                <a:spcPts val="0"/>
              </a:spcAft>
              <a:buSzPts val="1000"/>
              <a:buFont typeface="Space Grotesk"/>
              <a:buNone/>
              <a:defRPr b="1" sz="1000">
                <a:latin typeface="Space Grotesk"/>
                <a:ea typeface="Space Grotesk"/>
                <a:cs typeface="Space Grotesk"/>
                <a:sym typeface="Space Grotesk"/>
              </a:defRPr>
            </a:lvl6pPr>
            <a:lvl7pPr lvl="6">
              <a:spcBef>
                <a:spcPts val="0"/>
              </a:spcBef>
              <a:spcAft>
                <a:spcPts val="0"/>
              </a:spcAft>
              <a:buSzPts val="1000"/>
              <a:buFont typeface="Space Grotesk"/>
              <a:buNone/>
              <a:defRPr b="1" sz="1000">
                <a:latin typeface="Space Grotesk"/>
                <a:ea typeface="Space Grotesk"/>
                <a:cs typeface="Space Grotesk"/>
                <a:sym typeface="Space Grotesk"/>
              </a:defRPr>
            </a:lvl7pPr>
            <a:lvl8pPr lvl="7">
              <a:spcBef>
                <a:spcPts val="0"/>
              </a:spcBef>
              <a:spcAft>
                <a:spcPts val="0"/>
              </a:spcAft>
              <a:buSzPts val="1000"/>
              <a:buFont typeface="Space Grotesk"/>
              <a:buNone/>
              <a:defRPr b="1" sz="1000">
                <a:latin typeface="Space Grotesk"/>
                <a:ea typeface="Space Grotesk"/>
                <a:cs typeface="Space Grotesk"/>
                <a:sym typeface="Space Grotesk"/>
              </a:defRPr>
            </a:lvl8pPr>
            <a:lvl9pPr lvl="8">
              <a:spcBef>
                <a:spcPts val="0"/>
              </a:spcBef>
              <a:spcAft>
                <a:spcPts val="0"/>
              </a:spcAft>
              <a:buSzPts val="1000"/>
              <a:buFont typeface="Space Grotesk"/>
              <a:buNone/>
              <a:defRPr b="1" sz="1000">
                <a:latin typeface="Space Grotesk"/>
                <a:ea typeface="Space Grotesk"/>
                <a:cs typeface="Space Grotesk"/>
                <a:sym typeface="Space Grotesk"/>
              </a:defRPr>
            </a:lvl9pPr>
          </a:lstStyle>
          <a:p/>
        </p:txBody>
      </p:sp>
      <p:sp>
        <p:nvSpPr>
          <p:cNvPr id="430" name="Google Shape;430;p43"/>
          <p:cNvSpPr txBox="1"/>
          <p:nvPr>
            <p:ph idx="9" type="subTitle"/>
          </p:nvPr>
        </p:nvSpPr>
        <p:spPr>
          <a:xfrm>
            <a:off x="222930" y="4077025"/>
            <a:ext cx="1197000" cy="787800"/>
          </a:xfrm>
          <a:prstGeom prst="rect">
            <a:avLst/>
          </a:prstGeom>
        </p:spPr>
        <p:txBody>
          <a:bodyPr anchorCtr="0" anchor="ctr" bIns="91425" lIns="91425" spcFirstLastPara="1" rIns="91425" wrap="square" tIns="91425">
            <a:noAutofit/>
          </a:bodyPr>
          <a:lstStyle>
            <a:lvl1pPr lvl="0">
              <a:spcBef>
                <a:spcPts val="0"/>
              </a:spcBef>
              <a:spcAft>
                <a:spcPts val="0"/>
              </a:spcAft>
              <a:buSzPts val="1200"/>
              <a:buNone/>
              <a:defRPr sz="1200"/>
            </a:lvl1pPr>
            <a:lvl2pPr lvl="1">
              <a:spcBef>
                <a:spcPts val="0"/>
              </a:spcBef>
              <a:spcAft>
                <a:spcPts val="0"/>
              </a:spcAft>
              <a:buSzPts val="1200"/>
              <a:buNone/>
              <a:defRPr sz="1200"/>
            </a:lvl2pPr>
            <a:lvl3pPr lvl="2">
              <a:spcBef>
                <a:spcPts val="0"/>
              </a:spcBef>
              <a:spcAft>
                <a:spcPts val="0"/>
              </a:spcAft>
              <a:buSzPts val="1200"/>
              <a:buNone/>
              <a:defRPr sz="1200"/>
            </a:lvl3pPr>
            <a:lvl4pPr lvl="3">
              <a:spcBef>
                <a:spcPts val="0"/>
              </a:spcBef>
              <a:spcAft>
                <a:spcPts val="0"/>
              </a:spcAft>
              <a:buSzPts val="1200"/>
              <a:buNone/>
              <a:defRPr sz="1200"/>
            </a:lvl4pPr>
            <a:lvl5pPr lvl="4">
              <a:spcBef>
                <a:spcPts val="0"/>
              </a:spcBef>
              <a:spcAft>
                <a:spcPts val="0"/>
              </a:spcAft>
              <a:buSzPts val="1200"/>
              <a:buNone/>
              <a:defRPr sz="1200"/>
            </a:lvl5pPr>
            <a:lvl6pPr lvl="5">
              <a:spcBef>
                <a:spcPts val="0"/>
              </a:spcBef>
              <a:spcAft>
                <a:spcPts val="0"/>
              </a:spcAft>
              <a:buSzPts val="1200"/>
              <a:buNone/>
              <a:defRPr sz="1200"/>
            </a:lvl6pPr>
            <a:lvl7pPr lvl="6">
              <a:spcBef>
                <a:spcPts val="0"/>
              </a:spcBef>
              <a:spcAft>
                <a:spcPts val="0"/>
              </a:spcAft>
              <a:buSzPts val="1200"/>
              <a:buNone/>
              <a:defRPr sz="1200"/>
            </a:lvl7pPr>
            <a:lvl8pPr lvl="7">
              <a:spcBef>
                <a:spcPts val="0"/>
              </a:spcBef>
              <a:spcAft>
                <a:spcPts val="0"/>
              </a:spcAft>
              <a:buSzPts val="1200"/>
              <a:buNone/>
              <a:defRPr sz="1200"/>
            </a:lvl8pPr>
            <a:lvl9pPr lvl="8">
              <a:spcBef>
                <a:spcPts val="0"/>
              </a:spcBef>
              <a:spcAft>
                <a:spcPts val="0"/>
              </a:spcAft>
              <a:buSzPts val="1200"/>
              <a:buNone/>
              <a:defRPr sz="1200"/>
            </a:lvl9pPr>
          </a:lstStyle>
          <a:p/>
        </p:txBody>
      </p:sp>
      <p:sp>
        <p:nvSpPr>
          <p:cNvPr id="431" name="Google Shape;431;p43"/>
          <p:cNvSpPr txBox="1"/>
          <p:nvPr>
            <p:ph idx="13" type="subTitle"/>
          </p:nvPr>
        </p:nvSpPr>
        <p:spPr>
          <a:xfrm>
            <a:off x="5832225" y="1659800"/>
            <a:ext cx="3033600" cy="787800"/>
          </a:xfrm>
          <a:prstGeom prst="rect">
            <a:avLst/>
          </a:prstGeom>
        </p:spPr>
        <p:txBody>
          <a:bodyPr anchorCtr="0" anchor="ctr" bIns="91425" lIns="91425" spcFirstLastPara="1" rIns="91425" wrap="square" tIns="91425">
            <a:noAutofit/>
          </a:bodyPr>
          <a:lstStyle>
            <a:lvl1pPr lvl="0">
              <a:spcBef>
                <a:spcPts val="0"/>
              </a:spcBef>
              <a:spcAft>
                <a:spcPts val="0"/>
              </a:spcAft>
              <a:buSzPts val="1000"/>
              <a:buFont typeface="Space Grotesk"/>
              <a:buNone/>
              <a:defRPr b="1" sz="1000">
                <a:latin typeface="Space Grotesk"/>
                <a:ea typeface="Space Grotesk"/>
                <a:cs typeface="Space Grotesk"/>
                <a:sym typeface="Space Grotesk"/>
              </a:defRPr>
            </a:lvl1pPr>
            <a:lvl2pPr lvl="1">
              <a:spcBef>
                <a:spcPts val="0"/>
              </a:spcBef>
              <a:spcAft>
                <a:spcPts val="0"/>
              </a:spcAft>
              <a:buSzPts val="1000"/>
              <a:buFont typeface="Space Grotesk"/>
              <a:buNone/>
              <a:defRPr b="1" sz="1000">
                <a:latin typeface="Space Grotesk"/>
                <a:ea typeface="Space Grotesk"/>
                <a:cs typeface="Space Grotesk"/>
                <a:sym typeface="Space Grotesk"/>
              </a:defRPr>
            </a:lvl2pPr>
            <a:lvl3pPr lvl="2">
              <a:spcBef>
                <a:spcPts val="0"/>
              </a:spcBef>
              <a:spcAft>
                <a:spcPts val="0"/>
              </a:spcAft>
              <a:buSzPts val="1000"/>
              <a:buFont typeface="Space Grotesk"/>
              <a:buNone/>
              <a:defRPr b="1" sz="1000">
                <a:latin typeface="Space Grotesk"/>
                <a:ea typeface="Space Grotesk"/>
                <a:cs typeface="Space Grotesk"/>
                <a:sym typeface="Space Grotesk"/>
              </a:defRPr>
            </a:lvl3pPr>
            <a:lvl4pPr lvl="3">
              <a:spcBef>
                <a:spcPts val="0"/>
              </a:spcBef>
              <a:spcAft>
                <a:spcPts val="0"/>
              </a:spcAft>
              <a:buSzPts val="1000"/>
              <a:buFont typeface="Space Grotesk"/>
              <a:buNone/>
              <a:defRPr b="1" sz="1000">
                <a:latin typeface="Space Grotesk"/>
                <a:ea typeface="Space Grotesk"/>
                <a:cs typeface="Space Grotesk"/>
                <a:sym typeface="Space Grotesk"/>
              </a:defRPr>
            </a:lvl4pPr>
            <a:lvl5pPr lvl="4">
              <a:spcBef>
                <a:spcPts val="0"/>
              </a:spcBef>
              <a:spcAft>
                <a:spcPts val="0"/>
              </a:spcAft>
              <a:buSzPts val="1000"/>
              <a:buFont typeface="Space Grotesk"/>
              <a:buNone/>
              <a:defRPr b="1" sz="1000">
                <a:latin typeface="Space Grotesk"/>
                <a:ea typeface="Space Grotesk"/>
                <a:cs typeface="Space Grotesk"/>
                <a:sym typeface="Space Grotesk"/>
              </a:defRPr>
            </a:lvl5pPr>
            <a:lvl6pPr lvl="5">
              <a:spcBef>
                <a:spcPts val="0"/>
              </a:spcBef>
              <a:spcAft>
                <a:spcPts val="0"/>
              </a:spcAft>
              <a:buSzPts val="1000"/>
              <a:buFont typeface="Space Grotesk"/>
              <a:buNone/>
              <a:defRPr b="1" sz="1000">
                <a:latin typeface="Space Grotesk"/>
                <a:ea typeface="Space Grotesk"/>
                <a:cs typeface="Space Grotesk"/>
                <a:sym typeface="Space Grotesk"/>
              </a:defRPr>
            </a:lvl6pPr>
            <a:lvl7pPr lvl="6">
              <a:spcBef>
                <a:spcPts val="0"/>
              </a:spcBef>
              <a:spcAft>
                <a:spcPts val="0"/>
              </a:spcAft>
              <a:buSzPts val="1000"/>
              <a:buFont typeface="Space Grotesk"/>
              <a:buNone/>
              <a:defRPr b="1" sz="1000">
                <a:latin typeface="Space Grotesk"/>
                <a:ea typeface="Space Grotesk"/>
                <a:cs typeface="Space Grotesk"/>
                <a:sym typeface="Space Grotesk"/>
              </a:defRPr>
            </a:lvl7pPr>
            <a:lvl8pPr lvl="7">
              <a:spcBef>
                <a:spcPts val="0"/>
              </a:spcBef>
              <a:spcAft>
                <a:spcPts val="0"/>
              </a:spcAft>
              <a:buSzPts val="1000"/>
              <a:buFont typeface="Space Grotesk"/>
              <a:buNone/>
              <a:defRPr b="1" sz="1000">
                <a:latin typeface="Space Grotesk"/>
                <a:ea typeface="Space Grotesk"/>
                <a:cs typeface="Space Grotesk"/>
                <a:sym typeface="Space Grotesk"/>
              </a:defRPr>
            </a:lvl8pPr>
            <a:lvl9pPr lvl="8">
              <a:spcBef>
                <a:spcPts val="0"/>
              </a:spcBef>
              <a:spcAft>
                <a:spcPts val="0"/>
              </a:spcAft>
              <a:buSzPts val="1000"/>
              <a:buFont typeface="Space Grotesk"/>
              <a:buNone/>
              <a:defRPr b="1" sz="1000">
                <a:latin typeface="Space Grotesk"/>
                <a:ea typeface="Space Grotesk"/>
                <a:cs typeface="Space Grotesk"/>
                <a:sym typeface="Space Grotesk"/>
              </a:defRPr>
            </a:lvl9pPr>
          </a:lstStyle>
          <a:p/>
        </p:txBody>
      </p:sp>
      <p:sp>
        <p:nvSpPr>
          <p:cNvPr id="432" name="Google Shape;432;p43"/>
          <p:cNvSpPr txBox="1"/>
          <p:nvPr>
            <p:ph idx="14" type="subTitle"/>
          </p:nvPr>
        </p:nvSpPr>
        <p:spPr>
          <a:xfrm>
            <a:off x="4637292" y="1659800"/>
            <a:ext cx="1197000" cy="787800"/>
          </a:xfrm>
          <a:prstGeom prst="rect">
            <a:avLst/>
          </a:prstGeom>
        </p:spPr>
        <p:txBody>
          <a:bodyPr anchorCtr="0" anchor="ctr" bIns="91425" lIns="91425" spcFirstLastPara="1" rIns="91425" wrap="square" tIns="91425">
            <a:noAutofit/>
          </a:bodyPr>
          <a:lstStyle>
            <a:lvl1pPr lvl="0">
              <a:spcBef>
                <a:spcPts val="0"/>
              </a:spcBef>
              <a:spcAft>
                <a:spcPts val="0"/>
              </a:spcAft>
              <a:buSzPts val="1200"/>
              <a:buNone/>
              <a:defRPr sz="1200"/>
            </a:lvl1pPr>
            <a:lvl2pPr lvl="1">
              <a:spcBef>
                <a:spcPts val="0"/>
              </a:spcBef>
              <a:spcAft>
                <a:spcPts val="0"/>
              </a:spcAft>
              <a:buSzPts val="1200"/>
              <a:buNone/>
              <a:defRPr sz="1200"/>
            </a:lvl2pPr>
            <a:lvl3pPr lvl="2">
              <a:spcBef>
                <a:spcPts val="0"/>
              </a:spcBef>
              <a:spcAft>
                <a:spcPts val="0"/>
              </a:spcAft>
              <a:buSzPts val="1200"/>
              <a:buNone/>
              <a:defRPr sz="1200"/>
            </a:lvl3pPr>
            <a:lvl4pPr lvl="3">
              <a:spcBef>
                <a:spcPts val="0"/>
              </a:spcBef>
              <a:spcAft>
                <a:spcPts val="0"/>
              </a:spcAft>
              <a:buSzPts val="1200"/>
              <a:buNone/>
              <a:defRPr sz="1200"/>
            </a:lvl4pPr>
            <a:lvl5pPr lvl="4">
              <a:spcBef>
                <a:spcPts val="0"/>
              </a:spcBef>
              <a:spcAft>
                <a:spcPts val="0"/>
              </a:spcAft>
              <a:buSzPts val="1200"/>
              <a:buNone/>
              <a:defRPr sz="1200"/>
            </a:lvl5pPr>
            <a:lvl6pPr lvl="5">
              <a:spcBef>
                <a:spcPts val="0"/>
              </a:spcBef>
              <a:spcAft>
                <a:spcPts val="0"/>
              </a:spcAft>
              <a:buSzPts val="1200"/>
              <a:buNone/>
              <a:defRPr sz="1200"/>
            </a:lvl6pPr>
            <a:lvl7pPr lvl="6">
              <a:spcBef>
                <a:spcPts val="0"/>
              </a:spcBef>
              <a:spcAft>
                <a:spcPts val="0"/>
              </a:spcAft>
              <a:buSzPts val="1200"/>
              <a:buNone/>
              <a:defRPr sz="1200"/>
            </a:lvl7pPr>
            <a:lvl8pPr lvl="7">
              <a:spcBef>
                <a:spcPts val="0"/>
              </a:spcBef>
              <a:spcAft>
                <a:spcPts val="0"/>
              </a:spcAft>
              <a:buSzPts val="1200"/>
              <a:buNone/>
              <a:defRPr sz="1200"/>
            </a:lvl8pPr>
            <a:lvl9pPr lvl="8">
              <a:spcBef>
                <a:spcPts val="0"/>
              </a:spcBef>
              <a:spcAft>
                <a:spcPts val="0"/>
              </a:spcAft>
              <a:buSzPts val="1200"/>
              <a:buNone/>
              <a:defRPr sz="1200"/>
            </a:lvl9pPr>
          </a:lstStyle>
          <a:p/>
        </p:txBody>
      </p:sp>
      <p:sp>
        <p:nvSpPr>
          <p:cNvPr id="433" name="Google Shape;433;p43"/>
          <p:cNvSpPr txBox="1"/>
          <p:nvPr>
            <p:ph idx="15" type="subTitle"/>
          </p:nvPr>
        </p:nvSpPr>
        <p:spPr>
          <a:xfrm>
            <a:off x="5832225" y="2446050"/>
            <a:ext cx="3033600" cy="787800"/>
          </a:xfrm>
          <a:prstGeom prst="rect">
            <a:avLst/>
          </a:prstGeom>
        </p:spPr>
        <p:txBody>
          <a:bodyPr anchorCtr="0" anchor="ctr" bIns="91425" lIns="91425" spcFirstLastPara="1" rIns="91425" wrap="square" tIns="91425">
            <a:noAutofit/>
          </a:bodyPr>
          <a:lstStyle>
            <a:lvl1pPr lvl="0">
              <a:spcBef>
                <a:spcPts val="0"/>
              </a:spcBef>
              <a:spcAft>
                <a:spcPts val="0"/>
              </a:spcAft>
              <a:buSzPts val="1000"/>
              <a:buFont typeface="Space Grotesk"/>
              <a:buNone/>
              <a:defRPr b="1" sz="1000">
                <a:latin typeface="Space Grotesk"/>
                <a:ea typeface="Space Grotesk"/>
                <a:cs typeface="Space Grotesk"/>
                <a:sym typeface="Space Grotesk"/>
              </a:defRPr>
            </a:lvl1pPr>
            <a:lvl2pPr lvl="1">
              <a:spcBef>
                <a:spcPts val="0"/>
              </a:spcBef>
              <a:spcAft>
                <a:spcPts val="0"/>
              </a:spcAft>
              <a:buSzPts val="1000"/>
              <a:buFont typeface="Space Grotesk"/>
              <a:buNone/>
              <a:defRPr b="1" sz="1000">
                <a:latin typeface="Space Grotesk"/>
                <a:ea typeface="Space Grotesk"/>
                <a:cs typeface="Space Grotesk"/>
                <a:sym typeface="Space Grotesk"/>
              </a:defRPr>
            </a:lvl2pPr>
            <a:lvl3pPr lvl="2">
              <a:spcBef>
                <a:spcPts val="0"/>
              </a:spcBef>
              <a:spcAft>
                <a:spcPts val="0"/>
              </a:spcAft>
              <a:buSzPts val="1000"/>
              <a:buFont typeface="Space Grotesk"/>
              <a:buNone/>
              <a:defRPr b="1" sz="1000">
                <a:latin typeface="Space Grotesk"/>
                <a:ea typeface="Space Grotesk"/>
                <a:cs typeface="Space Grotesk"/>
                <a:sym typeface="Space Grotesk"/>
              </a:defRPr>
            </a:lvl3pPr>
            <a:lvl4pPr lvl="3">
              <a:spcBef>
                <a:spcPts val="0"/>
              </a:spcBef>
              <a:spcAft>
                <a:spcPts val="0"/>
              </a:spcAft>
              <a:buSzPts val="1000"/>
              <a:buFont typeface="Space Grotesk"/>
              <a:buNone/>
              <a:defRPr b="1" sz="1000">
                <a:latin typeface="Space Grotesk"/>
                <a:ea typeface="Space Grotesk"/>
                <a:cs typeface="Space Grotesk"/>
                <a:sym typeface="Space Grotesk"/>
              </a:defRPr>
            </a:lvl4pPr>
            <a:lvl5pPr lvl="4">
              <a:spcBef>
                <a:spcPts val="0"/>
              </a:spcBef>
              <a:spcAft>
                <a:spcPts val="0"/>
              </a:spcAft>
              <a:buSzPts val="1000"/>
              <a:buFont typeface="Space Grotesk"/>
              <a:buNone/>
              <a:defRPr b="1" sz="1000">
                <a:latin typeface="Space Grotesk"/>
                <a:ea typeface="Space Grotesk"/>
                <a:cs typeface="Space Grotesk"/>
                <a:sym typeface="Space Grotesk"/>
              </a:defRPr>
            </a:lvl5pPr>
            <a:lvl6pPr lvl="5">
              <a:spcBef>
                <a:spcPts val="0"/>
              </a:spcBef>
              <a:spcAft>
                <a:spcPts val="0"/>
              </a:spcAft>
              <a:buSzPts val="1000"/>
              <a:buFont typeface="Space Grotesk"/>
              <a:buNone/>
              <a:defRPr b="1" sz="1000">
                <a:latin typeface="Space Grotesk"/>
                <a:ea typeface="Space Grotesk"/>
                <a:cs typeface="Space Grotesk"/>
                <a:sym typeface="Space Grotesk"/>
              </a:defRPr>
            </a:lvl6pPr>
            <a:lvl7pPr lvl="6">
              <a:spcBef>
                <a:spcPts val="0"/>
              </a:spcBef>
              <a:spcAft>
                <a:spcPts val="0"/>
              </a:spcAft>
              <a:buSzPts val="1000"/>
              <a:buFont typeface="Space Grotesk"/>
              <a:buNone/>
              <a:defRPr b="1" sz="1000">
                <a:latin typeface="Space Grotesk"/>
                <a:ea typeface="Space Grotesk"/>
                <a:cs typeface="Space Grotesk"/>
                <a:sym typeface="Space Grotesk"/>
              </a:defRPr>
            </a:lvl7pPr>
            <a:lvl8pPr lvl="7">
              <a:spcBef>
                <a:spcPts val="0"/>
              </a:spcBef>
              <a:spcAft>
                <a:spcPts val="0"/>
              </a:spcAft>
              <a:buSzPts val="1000"/>
              <a:buFont typeface="Space Grotesk"/>
              <a:buNone/>
              <a:defRPr b="1" sz="1000">
                <a:latin typeface="Space Grotesk"/>
                <a:ea typeface="Space Grotesk"/>
                <a:cs typeface="Space Grotesk"/>
                <a:sym typeface="Space Grotesk"/>
              </a:defRPr>
            </a:lvl8pPr>
            <a:lvl9pPr lvl="8">
              <a:spcBef>
                <a:spcPts val="0"/>
              </a:spcBef>
              <a:spcAft>
                <a:spcPts val="0"/>
              </a:spcAft>
              <a:buSzPts val="1000"/>
              <a:buFont typeface="Space Grotesk"/>
              <a:buNone/>
              <a:defRPr b="1" sz="1000">
                <a:latin typeface="Space Grotesk"/>
                <a:ea typeface="Space Grotesk"/>
                <a:cs typeface="Space Grotesk"/>
                <a:sym typeface="Space Grotesk"/>
              </a:defRPr>
            </a:lvl9pPr>
          </a:lstStyle>
          <a:p/>
        </p:txBody>
      </p:sp>
      <p:sp>
        <p:nvSpPr>
          <p:cNvPr id="434" name="Google Shape;434;p43"/>
          <p:cNvSpPr txBox="1"/>
          <p:nvPr>
            <p:ph idx="16" type="subTitle"/>
          </p:nvPr>
        </p:nvSpPr>
        <p:spPr>
          <a:xfrm>
            <a:off x="4637292" y="2446050"/>
            <a:ext cx="1197000" cy="787800"/>
          </a:xfrm>
          <a:prstGeom prst="rect">
            <a:avLst/>
          </a:prstGeom>
        </p:spPr>
        <p:txBody>
          <a:bodyPr anchorCtr="0" anchor="ctr" bIns="91425" lIns="91425" spcFirstLastPara="1" rIns="91425" wrap="square" tIns="91425">
            <a:noAutofit/>
          </a:bodyPr>
          <a:lstStyle>
            <a:lvl1pPr lvl="0">
              <a:spcBef>
                <a:spcPts val="0"/>
              </a:spcBef>
              <a:spcAft>
                <a:spcPts val="0"/>
              </a:spcAft>
              <a:buSzPts val="1200"/>
              <a:buNone/>
              <a:defRPr sz="1200"/>
            </a:lvl1pPr>
            <a:lvl2pPr lvl="1">
              <a:spcBef>
                <a:spcPts val="0"/>
              </a:spcBef>
              <a:spcAft>
                <a:spcPts val="0"/>
              </a:spcAft>
              <a:buSzPts val="1200"/>
              <a:buNone/>
              <a:defRPr sz="1200"/>
            </a:lvl2pPr>
            <a:lvl3pPr lvl="2">
              <a:spcBef>
                <a:spcPts val="0"/>
              </a:spcBef>
              <a:spcAft>
                <a:spcPts val="0"/>
              </a:spcAft>
              <a:buSzPts val="1200"/>
              <a:buNone/>
              <a:defRPr sz="1200"/>
            </a:lvl3pPr>
            <a:lvl4pPr lvl="3">
              <a:spcBef>
                <a:spcPts val="0"/>
              </a:spcBef>
              <a:spcAft>
                <a:spcPts val="0"/>
              </a:spcAft>
              <a:buSzPts val="1200"/>
              <a:buNone/>
              <a:defRPr sz="1200"/>
            </a:lvl4pPr>
            <a:lvl5pPr lvl="4">
              <a:spcBef>
                <a:spcPts val="0"/>
              </a:spcBef>
              <a:spcAft>
                <a:spcPts val="0"/>
              </a:spcAft>
              <a:buSzPts val="1200"/>
              <a:buNone/>
              <a:defRPr sz="1200"/>
            </a:lvl5pPr>
            <a:lvl6pPr lvl="5">
              <a:spcBef>
                <a:spcPts val="0"/>
              </a:spcBef>
              <a:spcAft>
                <a:spcPts val="0"/>
              </a:spcAft>
              <a:buSzPts val="1200"/>
              <a:buNone/>
              <a:defRPr sz="1200"/>
            </a:lvl6pPr>
            <a:lvl7pPr lvl="6">
              <a:spcBef>
                <a:spcPts val="0"/>
              </a:spcBef>
              <a:spcAft>
                <a:spcPts val="0"/>
              </a:spcAft>
              <a:buSzPts val="1200"/>
              <a:buNone/>
              <a:defRPr sz="1200"/>
            </a:lvl7pPr>
            <a:lvl8pPr lvl="7">
              <a:spcBef>
                <a:spcPts val="0"/>
              </a:spcBef>
              <a:spcAft>
                <a:spcPts val="0"/>
              </a:spcAft>
              <a:buSzPts val="1200"/>
              <a:buNone/>
              <a:defRPr sz="1200"/>
            </a:lvl8pPr>
            <a:lvl9pPr lvl="8">
              <a:spcBef>
                <a:spcPts val="0"/>
              </a:spcBef>
              <a:spcAft>
                <a:spcPts val="0"/>
              </a:spcAft>
              <a:buSzPts val="1200"/>
              <a:buNone/>
              <a:defRPr sz="1200"/>
            </a:lvl9pPr>
          </a:lstStyle>
          <a:p/>
        </p:txBody>
      </p:sp>
      <p:sp>
        <p:nvSpPr>
          <p:cNvPr id="435" name="Google Shape;435;p43"/>
          <p:cNvSpPr txBox="1"/>
          <p:nvPr>
            <p:ph idx="17" type="subTitle"/>
          </p:nvPr>
        </p:nvSpPr>
        <p:spPr>
          <a:xfrm>
            <a:off x="5824250" y="3234225"/>
            <a:ext cx="3033600" cy="787800"/>
          </a:xfrm>
          <a:prstGeom prst="rect">
            <a:avLst/>
          </a:prstGeom>
        </p:spPr>
        <p:txBody>
          <a:bodyPr anchorCtr="0" anchor="ctr" bIns="91425" lIns="91425" spcFirstLastPara="1" rIns="91425" wrap="square" tIns="91425">
            <a:noAutofit/>
          </a:bodyPr>
          <a:lstStyle>
            <a:lvl1pPr lvl="0">
              <a:spcBef>
                <a:spcPts val="0"/>
              </a:spcBef>
              <a:spcAft>
                <a:spcPts val="0"/>
              </a:spcAft>
              <a:buSzPts val="1000"/>
              <a:buFont typeface="Space Grotesk"/>
              <a:buNone/>
              <a:defRPr b="1" sz="1000">
                <a:latin typeface="Space Grotesk"/>
                <a:ea typeface="Space Grotesk"/>
                <a:cs typeface="Space Grotesk"/>
                <a:sym typeface="Space Grotesk"/>
              </a:defRPr>
            </a:lvl1pPr>
            <a:lvl2pPr lvl="1">
              <a:spcBef>
                <a:spcPts val="0"/>
              </a:spcBef>
              <a:spcAft>
                <a:spcPts val="0"/>
              </a:spcAft>
              <a:buSzPts val="1000"/>
              <a:buFont typeface="Space Grotesk"/>
              <a:buNone/>
              <a:defRPr b="1" sz="1000">
                <a:latin typeface="Space Grotesk"/>
                <a:ea typeface="Space Grotesk"/>
                <a:cs typeface="Space Grotesk"/>
                <a:sym typeface="Space Grotesk"/>
              </a:defRPr>
            </a:lvl2pPr>
            <a:lvl3pPr lvl="2">
              <a:spcBef>
                <a:spcPts val="0"/>
              </a:spcBef>
              <a:spcAft>
                <a:spcPts val="0"/>
              </a:spcAft>
              <a:buSzPts val="1000"/>
              <a:buFont typeface="Space Grotesk"/>
              <a:buNone/>
              <a:defRPr b="1" sz="1000">
                <a:latin typeface="Space Grotesk"/>
                <a:ea typeface="Space Grotesk"/>
                <a:cs typeface="Space Grotesk"/>
                <a:sym typeface="Space Grotesk"/>
              </a:defRPr>
            </a:lvl3pPr>
            <a:lvl4pPr lvl="3">
              <a:spcBef>
                <a:spcPts val="0"/>
              </a:spcBef>
              <a:spcAft>
                <a:spcPts val="0"/>
              </a:spcAft>
              <a:buSzPts val="1000"/>
              <a:buFont typeface="Space Grotesk"/>
              <a:buNone/>
              <a:defRPr b="1" sz="1000">
                <a:latin typeface="Space Grotesk"/>
                <a:ea typeface="Space Grotesk"/>
                <a:cs typeface="Space Grotesk"/>
                <a:sym typeface="Space Grotesk"/>
              </a:defRPr>
            </a:lvl4pPr>
            <a:lvl5pPr lvl="4">
              <a:spcBef>
                <a:spcPts val="0"/>
              </a:spcBef>
              <a:spcAft>
                <a:spcPts val="0"/>
              </a:spcAft>
              <a:buSzPts val="1000"/>
              <a:buFont typeface="Space Grotesk"/>
              <a:buNone/>
              <a:defRPr b="1" sz="1000">
                <a:latin typeface="Space Grotesk"/>
                <a:ea typeface="Space Grotesk"/>
                <a:cs typeface="Space Grotesk"/>
                <a:sym typeface="Space Grotesk"/>
              </a:defRPr>
            </a:lvl5pPr>
            <a:lvl6pPr lvl="5">
              <a:spcBef>
                <a:spcPts val="0"/>
              </a:spcBef>
              <a:spcAft>
                <a:spcPts val="0"/>
              </a:spcAft>
              <a:buSzPts val="1000"/>
              <a:buFont typeface="Space Grotesk"/>
              <a:buNone/>
              <a:defRPr b="1" sz="1000">
                <a:latin typeface="Space Grotesk"/>
                <a:ea typeface="Space Grotesk"/>
                <a:cs typeface="Space Grotesk"/>
                <a:sym typeface="Space Grotesk"/>
              </a:defRPr>
            </a:lvl6pPr>
            <a:lvl7pPr lvl="6">
              <a:spcBef>
                <a:spcPts val="0"/>
              </a:spcBef>
              <a:spcAft>
                <a:spcPts val="0"/>
              </a:spcAft>
              <a:buSzPts val="1000"/>
              <a:buFont typeface="Space Grotesk"/>
              <a:buNone/>
              <a:defRPr b="1" sz="1000">
                <a:latin typeface="Space Grotesk"/>
                <a:ea typeface="Space Grotesk"/>
                <a:cs typeface="Space Grotesk"/>
                <a:sym typeface="Space Grotesk"/>
              </a:defRPr>
            </a:lvl7pPr>
            <a:lvl8pPr lvl="7">
              <a:spcBef>
                <a:spcPts val="0"/>
              </a:spcBef>
              <a:spcAft>
                <a:spcPts val="0"/>
              </a:spcAft>
              <a:buSzPts val="1000"/>
              <a:buFont typeface="Space Grotesk"/>
              <a:buNone/>
              <a:defRPr b="1" sz="1000">
                <a:latin typeface="Space Grotesk"/>
                <a:ea typeface="Space Grotesk"/>
                <a:cs typeface="Space Grotesk"/>
                <a:sym typeface="Space Grotesk"/>
              </a:defRPr>
            </a:lvl8pPr>
            <a:lvl9pPr lvl="8">
              <a:spcBef>
                <a:spcPts val="0"/>
              </a:spcBef>
              <a:spcAft>
                <a:spcPts val="0"/>
              </a:spcAft>
              <a:buSzPts val="1000"/>
              <a:buFont typeface="Space Grotesk"/>
              <a:buNone/>
              <a:defRPr b="1" sz="1000">
                <a:latin typeface="Space Grotesk"/>
                <a:ea typeface="Space Grotesk"/>
                <a:cs typeface="Space Grotesk"/>
                <a:sym typeface="Space Grotesk"/>
              </a:defRPr>
            </a:lvl9pPr>
          </a:lstStyle>
          <a:p/>
        </p:txBody>
      </p:sp>
      <p:sp>
        <p:nvSpPr>
          <p:cNvPr id="436" name="Google Shape;436;p43"/>
          <p:cNvSpPr txBox="1"/>
          <p:nvPr>
            <p:ph idx="18" type="subTitle"/>
          </p:nvPr>
        </p:nvSpPr>
        <p:spPr>
          <a:xfrm>
            <a:off x="4629330" y="3234225"/>
            <a:ext cx="1197000" cy="787800"/>
          </a:xfrm>
          <a:prstGeom prst="rect">
            <a:avLst/>
          </a:prstGeom>
        </p:spPr>
        <p:txBody>
          <a:bodyPr anchorCtr="0" anchor="ctr" bIns="91425" lIns="91425" spcFirstLastPara="1" rIns="91425" wrap="square" tIns="91425">
            <a:noAutofit/>
          </a:bodyPr>
          <a:lstStyle>
            <a:lvl1pPr lvl="0">
              <a:spcBef>
                <a:spcPts val="0"/>
              </a:spcBef>
              <a:spcAft>
                <a:spcPts val="0"/>
              </a:spcAft>
              <a:buSzPts val="1200"/>
              <a:buNone/>
              <a:defRPr sz="1200"/>
            </a:lvl1pPr>
            <a:lvl2pPr lvl="1">
              <a:spcBef>
                <a:spcPts val="0"/>
              </a:spcBef>
              <a:spcAft>
                <a:spcPts val="0"/>
              </a:spcAft>
              <a:buSzPts val="1200"/>
              <a:buNone/>
              <a:defRPr sz="1200"/>
            </a:lvl2pPr>
            <a:lvl3pPr lvl="2">
              <a:spcBef>
                <a:spcPts val="0"/>
              </a:spcBef>
              <a:spcAft>
                <a:spcPts val="0"/>
              </a:spcAft>
              <a:buSzPts val="1200"/>
              <a:buNone/>
              <a:defRPr sz="1200"/>
            </a:lvl3pPr>
            <a:lvl4pPr lvl="3">
              <a:spcBef>
                <a:spcPts val="0"/>
              </a:spcBef>
              <a:spcAft>
                <a:spcPts val="0"/>
              </a:spcAft>
              <a:buSzPts val="1200"/>
              <a:buNone/>
              <a:defRPr sz="1200"/>
            </a:lvl4pPr>
            <a:lvl5pPr lvl="4">
              <a:spcBef>
                <a:spcPts val="0"/>
              </a:spcBef>
              <a:spcAft>
                <a:spcPts val="0"/>
              </a:spcAft>
              <a:buSzPts val="1200"/>
              <a:buNone/>
              <a:defRPr sz="1200"/>
            </a:lvl5pPr>
            <a:lvl6pPr lvl="5">
              <a:spcBef>
                <a:spcPts val="0"/>
              </a:spcBef>
              <a:spcAft>
                <a:spcPts val="0"/>
              </a:spcAft>
              <a:buSzPts val="1200"/>
              <a:buNone/>
              <a:defRPr sz="1200"/>
            </a:lvl6pPr>
            <a:lvl7pPr lvl="6">
              <a:spcBef>
                <a:spcPts val="0"/>
              </a:spcBef>
              <a:spcAft>
                <a:spcPts val="0"/>
              </a:spcAft>
              <a:buSzPts val="1200"/>
              <a:buNone/>
              <a:defRPr sz="1200"/>
            </a:lvl7pPr>
            <a:lvl8pPr lvl="7">
              <a:spcBef>
                <a:spcPts val="0"/>
              </a:spcBef>
              <a:spcAft>
                <a:spcPts val="0"/>
              </a:spcAft>
              <a:buSzPts val="1200"/>
              <a:buNone/>
              <a:defRPr sz="1200"/>
            </a:lvl8pPr>
            <a:lvl9pPr lvl="8">
              <a:spcBef>
                <a:spcPts val="0"/>
              </a:spcBef>
              <a:spcAft>
                <a:spcPts val="0"/>
              </a:spcAft>
              <a:buSzPts val="1200"/>
              <a:buNone/>
              <a:defRPr sz="1200"/>
            </a:lvl9pPr>
          </a:lstStyle>
          <a:p/>
        </p:txBody>
      </p:sp>
      <p:sp>
        <p:nvSpPr>
          <p:cNvPr id="437" name="Google Shape;437;p43"/>
          <p:cNvSpPr txBox="1"/>
          <p:nvPr>
            <p:ph idx="19" type="subTitle"/>
          </p:nvPr>
        </p:nvSpPr>
        <p:spPr>
          <a:xfrm>
            <a:off x="5824250" y="4077025"/>
            <a:ext cx="3033600" cy="787800"/>
          </a:xfrm>
          <a:prstGeom prst="rect">
            <a:avLst/>
          </a:prstGeom>
        </p:spPr>
        <p:txBody>
          <a:bodyPr anchorCtr="0" anchor="ctr" bIns="91425" lIns="91425" spcFirstLastPara="1" rIns="91425" wrap="square" tIns="91425">
            <a:noAutofit/>
          </a:bodyPr>
          <a:lstStyle>
            <a:lvl1pPr lvl="0">
              <a:spcBef>
                <a:spcPts val="0"/>
              </a:spcBef>
              <a:spcAft>
                <a:spcPts val="0"/>
              </a:spcAft>
              <a:buSzPts val="1000"/>
              <a:buFont typeface="Space Grotesk"/>
              <a:buNone/>
              <a:defRPr b="1" sz="1000">
                <a:latin typeface="Space Grotesk"/>
                <a:ea typeface="Space Grotesk"/>
                <a:cs typeface="Space Grotesk"/>
                <a:sym typeface="Space Grotesk"/>
              </a:defRPr>
            </a:lvl1pPr>
            <a:lvl2pPr lvl="1">
              <a:spcBef>
                <a:spcPts val="0"/>
              </a:spcBef>
              <a:spcAft>
                <a:spcPts val="0"/>
              </a:spcAft>
              <a:buSzPts val="1000"/>
              <a:buFont typeface="Space Grotesk"/>
              <a:buNone/>
              <a:defRPr b="1" sz="1000">
                <a:latin typeface="Space Grotesk"/>
                <a:ea typeface="Space Grotesk"/>
                <a:cs typeface="Space Grotesk"/>
                <a:sym typeface="Space Grotesk"/>
              </a:defRPr>
            </a:lvl2pPr>
            <a:lvl3pPr lvl="2">
              <a:spcBef>
                <a:spcPts val="0"/>
              </a:spcBef>
              <a:spcAft>
                <a:spcPts val="0"/>
              </a:spcAft>
              <a:buSzPts val="1000"/>
              <a:buFont typeface="Space Grotesk"/>
              <a:buNone/>
              <a:defRPr b="1" sz="1000">
                <a:latin typeface="Space Grotesk"/>
                <a:ea typeface="Space Grotesk"/>
                <a:cs typeface="Space Grotesk"/>
                <a:sym typeface="Space Grotesk"/>
              </a:defRPr>
            </a:lvl3pPr>
            <a:lvl4pPr lvl="3">
              <a:spcBef>
                <a:spcPts val="0"/>
              </a:spcBef>
              <a:spcAft>
                <a:spcPts val="0"/>
              </a:spcAft>
              <a:buSzPts val="1000"/>
              <a:buFont typeface="Space Grotesk"/>
              <a:buNone/>
              <a:defRPr b="1" sz="1000">
                <a:latin typeface="Space Grotesk"/>
                <a:ea typeface="Space Grotesk"/>
                <a:cs typeface="Space Grotesk"/>
                <a:sym typeface="Space Grotesk"/>
              </a:defRPr>
            </a:lvl4pPr>
            <a:lvl5pPr lvl="4">
              <a:spcBef>
                <a:spcPts val="0"/>
              </a:spcBef>
              <a:spcAft>
                <a:spcPts val="0"/>
              </a:spcAft>
              <a:buSzPts val="1000"/>
              <a:buFont typeface="Space Grotesk"/>
              <a:buNone/>
              <a:defRPr b="1" sz="1000">
                <a:latin typeface="Space Grotesk"/>
                <a:ea typeface="Space Grotesk"/>
                <a:cs typeface="Space Grotesk"/>
                <a:sym typeface="Space Grotesk"/>
              </a:defRPr>
            </a:lvl5pPr>
            <a:lvl6pPr lvl="5">
              <a:spcBef>
                <a:spcPts val="0"/>
              </a:spcBef>
              <a:spcAft>
                <a:spcPts val="0"/>
              </a:spcAft>
              <a:buSzPts val="1000"/>
              <a:buFont typeface="Space Grotesk"/>
              <a:buNone/>
              <a:defRPr b="1" sz="1000">
                <a:latin typeface="Space Grotesk"/>
                <a:ea typeface="Space Grotesk"/>
                <a:cs typeface="Space Grotesk"/>
                <a:sym typeface="Space Grotesk"/>
              </a:defRPr>
            </a:lvl6pPr>
            <a:lvl7pPr lvl="6">
              <a:spcBef>
                <a:spcPts val="0"/>
              </a:spcBef>
              <a:spcAft>
                <a:spcPts val="0"/>
              </a:spcAft>
              <a:buSzPts val="1000"/>
              <a:buFont typeface="Space Grotesk"/>
              <a:buNone/>
              <a:defRPr b="1" sz="1000">
                <a:latin typeface="Space Grotesk"/>
                <a:ea typeface="Space Grotesk"/>
                <a:cs typeface="Space Grotesk"/>
                <a:sym typeface="Space Grotesk"/>
              </a:defRPr>
            </a:lvl7pPr>
            <a:lvl8pPr lvl="7">
              <a:spcBef>
                <a:spcPts val="0"/>
              </a:spcBef>
              <a:spcAft>
                <a:spcPts val="0"/>
              </a:spcAft>
              <a:buSzPts val="1000"/>
              <a:buFont typeface="Space Grotesk"/>
              <a:buNone/>
              <a:defRPr b="1" sz="1000">
                <a:latin typeface="Space Grotesk"/>
                <a:ea typeface="Space Grotesk"/>
                <a:cs typeface="Space Grotesk"/>
                <a:sym typeface="Space Grotesk"/>
              </a:defRPr>
            </a:lvl8pPr>
            <a:lvl9pPr lvl="8">
              <a:spcBef>
                <a:spcPts val="0"/>
              </a:spcBef>
              <a:spcAft>
                <a:spcPts val="0"/>
              </a:spcAft>
              <a:buSzPts val="1000"/>
              <a:buFont typeface="Space Grotesk"/>
              <a:buNone/>
              <a:defRPr b="1" sz="1000">
                <a:latin typeface="Space Grotesk"/>
                <a:ea typeface="Space Grotesk"/>
                <a:cs typeface="Space Grotesk"/>
                <a:sym typeface="Space Grotesk"/>
              </a:defRPr>
            </a:lvl9pPr>
          </a:lstStyle>
          <a:p/>
        </p:txBody>
      </p:sp>
      <p:sp>
        <p:nvSpPr>
          <p:cNvPr id="438" name="Google Shape;438;p43"/>
          <p:cNvSpPr txBox="1"/>
          <p:nvPr>
            <p:ph idx="20" type="subTitle"/>
          </p:nvPr>
        </p:nvSpPr>
        <p:spPr>
          <a:xfrm>
            <a:off x="4629330" y="4077025"/>
            <a:ext cx="1197000" cy="787800"/>
          </a:xfrm>
          <a:prstGeom prst="rect">
            <a:avLst/>
          </a:prstGeom>
        </p:spPr>
        <p:txBody>
          <a:bodyPr anchorCtr="0" anchor="ctr" bIns="91425" lIns="91425" spcFirstLastPara="1" rIns="91425" wrap="square" tIns="91425">
            <a:noAutofit/>
          </a:bodyPr>
          <a:lstStyle>
            <a:lvl1pPr lvl="0">
              <a:spcBef>
                <a:spcPts val="0"/>
              </a:spcBef>
              <a:spcAft>
                <a:spcPts val="0"/>
              </a:spcAft>
              <a:buSzPts val="1200"/>
              <a:buNone/>
              <a:defRPr sz="1200"/>
            </a:lvl1pPr>
            <a:lvl2pPr lvl="1">
              <a:spcBef>
                <a:spcPts val="0"/>
              </a:spcBef>
              <a:spcAft>
                <a:spcPts val="0"/>
              </a:spcAft>
              <a:buSzPts val="1200"/>
              <a:buNone/>
              <a:defRPr sz="1200"/>
            </a:lvl2pPr>
            <a:lvl3pPr lvl="2">
              <a:spcBef>
                <a:spcPts val="0"/>
              </a:spcBef>
              <a:spcAft>
                <a:spcPts val="0"/>
              </a:spcAft>
              <a:buSzPts val="1200"/>
              <a:buNone/>
              <a:defRPr sz="1200"/>
            </a:lvl3pPr>
            <a:lvl4pPr lvl="3">
              <a:spcBef>
                <a:spcPts val="0"/>
              </a:spcBef>
              <a:spcAft>
                <a:spcPts val="0"/>
              </a:spcAft>
              <a:buSzPts val="1200"/>
              <a:buNone/>
              <a:defRPr sz="1200"/>
            </a:lvl4pPr>
            <a:lvl5pPr lvl="4">
              <a:spcBef>
                <a:spcPts val="0"/>
              </a:spcBef>
              <a:spcAft>
                <a:spcPts val="0"/>
              </a:spcAft>
              <a:buSzPts val="1200"/>
              <a:buNone/>
              <a:defRPr sz="1200"/>
            </a:lvl5pPr>
            <a:lvl6pPr lvl="5">
              <a:spcBef>
                <a:spcPts val="0"/>
              </a:spcBef>
              <a:spcAft>
                <a:spcPts val="0"/>
              </a:spcAft>
              <a:buSzPts val="1200"/>
              <a:buNone/>
              <a:defRPr sz="1200"/>
            </a:lvl6pPr>
            <a:lvl7pPr lvl="6">
              <a:spcBef>
                <a:spcPts val="0"/>
              </a:spcBef>
              <a:spcAft>
                <a:spcPts val="0"/>
              </a:spcAft>
              <a:buSzPts val="1200"/>
              <a:buNone/>
              <a:defRPr sz="1200"/>
            </a:lvl7pPr>
            <a:lvl8pPr lvl="7">
              <a:spcBef>
                <a:spcPts val="0"/>
              </a:spcBef>
              <a:spcAft>
                <a:spcPts val="0"/>
              </a:spcAft>
              <a:buSzPts val="1200"/>
              <a:buNone/>
              <a:defRPr sz="1200"/>
            </a:lvl8pPr>
            <a:lvl9pPr lvl="8">
              <a:spcBef>
                <a:spcPts val="0"/>
              </a:spcBef>
              <a:spcAft>
                <a:spcPts val="0"/>
              </a:spcAft>
              <a:buSzPts val="1200"/>
              <a:buNone/>
              <a:defRPr sz="1200"/>
            </a:lvl9pPr>
          </a:lstStyle>
          <a:p/>
        </p:txBody>
      </p:sp>
      <p:sp>
        <p:nvSpPr>
          <p:cNvPr id="439" name="Google Shape;439;p4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oject Updates / Weekly">
  <p:cSld name="CUSTOM_16">
    <p:spTree>
      <p:nvGrpSpPr>
        <p:cNvPr id="440" name="Shape 440"/>
        <p:cNvGrpSpPr/>
        <p:nvPr/>
      </p:nvGrpSpPr>
      <p:grpSpPr>
        <a:xfrm>
          <a:off x="0" y="0"/>
          <a:ext cx="0" cy="0"/>
          <a:chOff x="0" y="0"/>
          <a:chExt cx="0" cy="0"/>
        </a:xfrm>
      </p:grpSpPr>
      <p:graphicFrame>
        <p:nvGraphicFramePr>
          <p:cNvPr id="441" name="Google Shape;441;p44"/>
          <p:cNvGraphicFramePr/>
          <p:nvPr/>
        </p:nvGraphicFramePr>
        <p:xfrm>
          <a:off x="226313" y="1420925"/>
          <a:ext cx="3000000" cy="3000000"/>
        </p:xfrm>
        <a:graphic>
          <a:graphicData uri="http://schemas.openxmlformats.org/drawingml/2006/table">
            <a:tbl>
              <a:tblPr>
                <a:noFill/>
                <a:tableStyleId>{023DEC9C-ECB6-468F-B446-90BCE04BCB2E}</a:tableStyleId>
              </a:tblPr>
              <a:tblGrid>
                <a:gridCol w="8691375"/>
              </a:tblGrid>
              <a:tr h="987150">
                <a:tc>
                  <a:txBody>
                    <a:bodyPr/>
                    <a:lstStyle/>
                    <a:p>
                      <a:pPr indent="0" lvl="0" marL="0" rtl="0" algn="l">
                        <a:spcBef>
                          <a:spcPts val="0"/>
                        </a:spcBef>
                        <a:spcAft>
                          <a:spcPts val="0"/>
                        </a:spcAft>
                        <a:buNone/>
                      </a:pPr>
                      <a:r>
                        <a:t/>
                      </a:r>
                      <a:endParaRPr/>
                    </a:p>
                  </a:txBody>
                  <a:tcPr marT="91425" marB="91425" marR="91425" marL="91425">
                    <a:lnL cap="flat" cmpd="sng" w="28575">
                      <a:solidFill>
                        <a:schemeClr val="dk1">
                          <a:alpha val="0"/>
                        </a:schemeClr>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graphicFrame>
        <p:nvGraphicFramePr>
          <p:cNvPr id="442" name="Google Shape;442;p44"/>
          <p:cNvGraphicFramePr/>
          <p:nvPr/>
        </p:nvGraphicFramePr>
        <p:xfrm>
          <a:off x="226300" y="2657563"/>
          <a:ext cx="3000000" cy="3000000"/>
        </p:xfrm>
        <a:graphic>
          <a:graphicData uri="http://schemas.openxmlformats.org/drawingml/2006/table">
            <a:tbl>
              <a:tblPr>
                <a:noFill/>
                <a:tableStyleId>{023DEC9C-ECB6-468F-B446-90BCE04BCB2E}</a:tableStyleId>
              </a:tblPr>
              <a:tblGrid>
                <a:gridCol w="8691375"/>
              </a:tblGrid>
              <a:tr h="987150">
                <a:tc>
                  <a:txBody>
                    <a:bodyPr/>
                    <a:lstStyle/>
                    <a:p>
                      <a:pPr indent="0" lvl="0" marL="0" rtl="0" algn="l">
                        <a:spcBef>
                          <a:spcPts val="0"/>
                        </a:spcBef>
                        <a:spcAft>
                          <a:spcPts val="0"/>
                        </a:spcAft>
                        <a:buNone/>
                      </a:pPr>
                      <a:r>
                        <a:t/>
                      </a:r>
                      <a:endParaRPr/>
                    </a:p>
                  </a:txBody>
                  <a:tcPr marT="91425" marB="91425" marR="91425" marL="91425">
                    <a:lnL cap="flat" cmpd="sng" w="28575">
                      <a:solidFill>
                        <a:schemeClr val="dk1">
                          <a:alpha val="0"/>
                        </a:schemeClr>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graphicFrame>
        <p:nvGraphicFramePr>
          <p:cNvPr id="443" name="Google Shape;443;p44"/>
          <p:cNvGraphicFramePr/>
          <p:nvPr/>
        </p:nvGraphicFramePr>
        <p:xfrm>
          <a:off x="226300" y="3894500"/>
          <a:ext cx="3000000" cy="3000000"/>
        </p:xfrm>
        <a:graphic>
          <a:graphicData uri="http://schemas.openxmlformats.org/drawingml/2006/table">
            <a:tbl>
              <a:tblPr>
                <a:noFill/>
                <a:tableStyleId>{023DEC9C-ECB6-468F-B446-90BCE04BCB2E}</a:tableStyleId>
              </a:tblPr>
              <a:tblGrid>
                <a:gridCol w="8691375"/>
              </a:tblGrid>
              <a:tr h="987150">
                <a:tc>
                  <a:txBody>
                    <a:bodyPr/>
                    <a:lstStyle/>
                    <a:p>
                      <a:pPr indent="0" lvl="0" marL="0" rtl="0" algn="l">
                        <a:spcBef>
                          <a:spcPts val="0"/>
                        </a:spcBef>
                        <a:spcAft>
                          <a:spcPts val="0"/>
                        </a:spcAft>
                        <a:buNone/>
                      </a:pPr>
                      <a:r>
                        <a:t/>
                      </a:r>
                      <a:endParaRPr/>
                    </a:p>
                  </a:txBody>
                  <a:tcPr marT="91425" marB="91425" marR="91425" marL="91425">
                    <a:lnL cap="flat" cmpd="sng" w="28575">
                      <a:solidFill>
                        <a:schemeClr val="dk1">
                          <a:alpha val="0"/>
                        </a:schemeClr>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
        <p:nvSpPr>
          <p:cNvPr id="444" name="Google Shape;444;p44"/>
          <p:cNvSpPr txBox="1"/>
          <p:nvPr>
            <p:ph type="title"/>
          </p:nvPr>
        </p:nvSpPr>
        <p:spPr>
          <a:xfrm>
            <a:off x="230900" y="457200"/>
            <a:ext cx="4406400" cy="562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3600"/>
              <a:buNone/>
              <a:defRPr/>
            </a:lvl1pPr>
            <a:lvl2pPr lvl="1">
              <a:spcBef>
                <a:spcPts val="0"/>
              </a:spcBef>
              <a:spcAft>
                <a:spcPts val="0"/>
              </a:spcAft>
              <a:buClr>
                <a:schemeClr val="dk1"/>
              </a:buClr>
              <a:buSzPts val="3600"/>
              <a:buNone/>
              <a:defRPr sz="3600"/>
            </a:lvl2pPr>
            <a:lvl3pPr lvl="2">
              <a:spcBef>
                <a:spcPts val="0"/>
              </a:spcBef>
              <a:spcAft>
                <a:spcPts val="0"/>
              </a:spcAft>
              <a:buClr>
                <a:schemeClr val="dk1"/>
              </a:buClr>
              <a:buSzPts val="3600"/>
              <a:buNone/>
              <a:defRPr sz="3600"/>
            </a:lvl3pPr>
            <a:lvl4pPr lvl="3">
              <a:spcBef>
                <a:spcPts val="0"/>
              </a:spcBef>
              <a:spcAft>
                <a:spcPts val="0"/>
              </a:spcAft>
              <a:buClr>
                <a:schemeClr val="dk1"/>
              </a:buClr>
              <a:buSzPts val="3600"/>
              <a:buNone/>
              <a:defRPr sz="3600"/>
            </a:lvl4pPr>
            <a:lvl5pPr lvl="4">
              <a:spcBef>
                <a:spcPts val="0"/>
              </a:spcBef>
              <a:spcAft>
                <a:spcPts val="0"/>
              </a:spcAft>
              <a:buClr>
                <a:schemeClr val="dk1"/>
              </a:buClr>
              <a:buSzPts val="3600"/>
              <a:buNone/>
              <a:defRPr sz="3600"/>
            </a:lvl5pPr>
            <a:lvl6pPr lvl="5">
              <a:spcBef>
                <a:spcPts val="0"/>
              </a:spcBef>
              <a:spcAft>
                <a:spcPts val="0"/>
              </a:spcAft>
              <a:buClr>
                <a:schemeClr val="dk1"/>
              </a:buClr>
              <a:buSzPts val="3600"/>
              <a:buNone/>
              <a:defRPr sz="3600"/>
            </a:lvl6pPr>
            <a:lvl7pPr lvl="6">
              <a:spcBef>
                <a:spcPts val="0"/>
              </a:spcBef>
              <a:spcAft>
                <a:spcPts val="0"/>
              </a:spcAft>
              <a:buClr>
                <a:schemeClr val="dk1"/>
              </a:buClr>
              <a:buSzPts val="3600"/>
              <a:buNone/>
              <a:defRPr sz="3600"/>
            </a:lvl7pPr>
            <a:lvl8pPr lvl="7">
              <a:spcBef>
                <a:spcPts val="0"/>
              </a:spcBef>
              <a:spcAft>
                <a:spcPts val="0"/>
              </a:spcAft>
              <a:buClr>
                <a:schemeClr val="dk1"/>
              </a:buClr>
              <a:buSzPts val="3600"/>
              <a:buNone/>
              <a:defRPr sz="3600"/>
            </a:lvl8pPr>
            <a:lvl9pPr lvl="8">
              <a:spcBef>
                <a:spcPts val="0"/>
              </a:spcBef>
              <a:spcAft>
                <a:spcPts val="0"/>
              </a:spcAft>
              <a:buClr>
                <a:schemeClr val="dk1"/>
              </a:buClr>
              <a:buSzPts val="3600"/>
              <a:buNone/>
              <a:defRPr sz="3600"/>
            </a:lvl9pPr>
          </a:lstStyle>
          <a:p/>
        </p:txBody>
      </p:sp>
      <p:sp>
        <p:nvSpPr>
          <p:cNvPr id="445" name="Google Shape;445;p44"/>
          <p:cNvSpPr txBox="1"/>
          <p:nvPr>
            <p:ph idx="1" type="subTitle"/>
          </p:nvPr>
        </p:nvSpPr>
        <p:spPr>
          <a:xfrm>
            <a:off x="230900" y="1420775"/>
            <a:ext cx="2140200" cy="9873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2400"/>
              <a:buNone/>
              <a:defRPr/>
            </a:lvl1pPr>
            <a:lvl2pPr lvl="1">
              <a:spcBef>
                <a:spcPts val="0"/>
              </a:spcBef>
              <a:spcAft>
                <a:spcPts val="0"/>
              </a:spcAft>
              <a:buClr>
                <a:schemeClr val="dk1"/>
              </a:buClr>
              <a:buSzPts val="2400"/>
              <a:buNone/>
              <a:defRPr/>
            </a:lvl2pPr>
            <a:lvl3pPr lvl="2">
              <a:spcBef>
                <a:spcPts val="0"/>
              </a:spcBef>
              <a:spcAft>
                <a:spcPts val="0"/>
              </a:spcAft>
              <a:buClr>
                <a:schemeClr val="dk1"/>
              </a:buClr>
              <a:buSzPts val="2400"/>
              <a:buNone/>
              <a:defRPr/>
            </a:lvl3pPr>
            <a:lvl4pPr lvl="3">
              <a:spcBef>
                <a:spcPts val="0"/>
              </a:spcBef>
              <a:spcAft>
                <a:spcPts val="0"/>
              </a:spcAft>
              <a:buClr>
                <a:schemeClr val="dk1"/>
              </a:buClr>
              <a:buSzPts val="2400"/>
              <a:buNone/>
              <a:defRPr/>
            </a:lvl4pPr>
            <a:lvl5pPr lvl="4">
              <a:spcBef>
                <a:spcPts val="0"/>
              </a:spcBef>
              <a:spcAft>
                <a:spcPts val="0"/>
              </a:spcAft>
              <a:buClr>
                <a:schemeClr val="dk1"/>
              </a:buClr>
              <a:buSzPts val="2400"/>
              <a:buNone/>
              <a:defRPr/>
            </a:lvl5pPr>
            <a:lvl6pPr lvl="5">
              <a:spcBef>
                <a:spcPts val="0"/>
              </a:spcBef>
              <a:spcAft>
                <a:spcPts val="0"/>
              </a:spcAft>
              <a:buClr>
                <a:schemeClr val="dk1"/>
              </a:buClr>
              <a:buSzPts val="2400"/>
              <a:buNone/>
              <a:defRPr/>
            </a:lvl6pPr>
            <a:lvl7pPr lvl="6">
              <a:spcBef>
                <a:spcPts val="0"/>
              </a:spcBef>
              <a:spcAft>
                <a:spcPts val="0"/>
              </a:spcAft>
              <a:buClr>
                <a:schemeClr val="dk1"/>
              </a:buClr>
              <a:buSzPts val="2400"/>
              <a:buNone/>
              <a:defRPr/>
            </a:lvl7pPr>
            <a:lvl8pPr lvl="7">
              <a:spcBef>
                <a:spcPts val="0"/>
              </a:spcBef>
              <a:spcAft>
                <a:spcPts val="0"/>
              </a:spcAft>
              <a:buClr>
                <a:schemeClr val="dk1"/>
              </a:buClr>
              <a:buSzPts val="2400"/>
              <a:buNone/>
              <a:defRPr/>
            </a:lvl8pPr>
            <a:lvl9pPr lvl="8">
              <a:spcBef>
                <a:spcPts val="0"/>
              </a:spcBef>
              <a:spcAft>
                <a:spcPts val="0"/>
              </a:spcAft>
              <a:buClr>
                <a:schemeClr val="dk1"/>
              </a:buClr>
              <a:buSzPts val="2400"/>
              <a:buNone/>
              <a:defRPr/>
            </a:lvl9pPr>
          </a:lstStyle>
          <a:p/>
        </p:txBody>
      </p:sp>
      <p:sp>
        <p:nvSpPr>
          <p:cNvPr id="446" name="Google Shape;446;p44"/>
          <p:cNvSpPr txBox="1"/>
          <p:nvPr>
            <p:ph idx="2" type="subTitle"/>
          </p:nvPr>
        </p:nvSpPr>
        <p:spPr>
          <a:xfrm>
            <a:off x="230900" y="2657638"/>
            <a:ext cx="2140200" cy="9873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2400"/>
              <a:buNone/>
              <a:defRPr/>
            </a:lvl1pPr>
            <a:lvl2pPr lvl="1">
              <a:spcBef>
                <a:spcPts val="0"/>
              </a:spcBef>
              <a:spcAft>
                <a:spcPts val="0"/>
              </a:spcAft>
              <a:buClr>
                <a:schemeClr val="dk1"/>
              </a:buClr>
              <a:buSzPts val="2400"/>
              <a:buNone/>
              <a:defRPr/>
            </a:lvl2pPr>
            <a:lvl3pPr lvl="2">
              <a:spcBef>
                <a:spcPts val="0"/>
              </a:spcBef>
              <a:spcAft>
                <a:spcPts val="0"/>
              </a:spcAft>
              <a:buClr>
                <a:schemeClr val="dk1"/>
              </a:buClr>
              <a:buSzPts val="2400"/>
              <a:buNone/>
              <a:defRPr/>
            </a:lvl3pPr>
            <a:lvl4pPr lvl="3">
              <a:spcBef>
                <a:spcPts val="0"/>
              </a:spcBef>
              <a:spcAft>
                <a:spcPts val="0"/>
              </a:spcAft>
              <a:buClr>
                <a:schemeClr val="dk1"/>
              </a:buClr>
              <a:buSzPts val="2400"/>
              <a:buNone/>
              <a:defRPr/>
            </a:lvl4pPr>
            <a:lvl5pPr lvl="4">
              <a:spcBef>
                <a:spcPts val="0"/>
              </a:spcBef>
              <a:spcAft>
                <a:spcPts val="0"/>
              </a:spcAft>
              <a:buClr>
                <a:schemeClr val="dk1"/>
              </a:buClr>
              <a:buSzPts val="2400"/>
              <a:buNone/>
              <a:defRPr/>
            </a:lvl5pPr>
            <a:lvl6pPr lvl="5">
              <a:spcBef>
                <a:spcPts val="0"/>
              </a:spcBef>
              <a:spcAft>
                <a:spcPts val="0"/>
              </a:spcAft>
              <a:buClr>
                <a:schemeClr val="dk1"/>
              </a:buClr>
              <a:buSzPts val="2400"/>
              <a:buNone/>
              <a:defRPr/>
            </a:lvl6pPr>
            <a:lvl7pPr lvl="6">
              <a:spcBef>
                <a:spcPts val="0"/>
              </a:spcBef>
              <a:spcAft>
                <a:spcPts val="0"/>
              </a:spcAft>
              <a:buClr>
                <a:schemeClr val="dk1"/>
              </a:buClr>
              <a:buSzPts val="2400"/>
              <a:buNone/>
              <a:defRPr/>
            </a:lvl7pPr>
            <a:lvl8pPr lvl="7">
              <a:spcBef>
                <a:spcPts val="0"/>
              </a:spcBef>
              <a:spcAft>
                <a:spcPts val="0"/>
              </a:spcAft>
              <a:buClr>
                <a:schemeClr val="dk1"/>
              </a:buClr>
              <a:buSzPts val="2400"/>
              <a:buNone/>
              <a:defRPr/>
            </a:lvl8pPr>
            <a:lvl9pPr lvl="8">
              <a:spcBef>
                <a:spcPts val="0"/>
              </a:spcBef>
              <a:spcAft>
                <a:spcPts val="0"/>
              </a:spcAft>
              <a:buClr>
                <a:schemeClr val="dk1"/>
              </a:buClr>
              <a:buSzPts val="2400"/>
              <a:buNone/>
              <a:defRPr/>
            </a:lvl9pPr>
          </a:lstStyle>
          <a:p/>
        </p:txBody>
      </p:sp>
      <p:sp>
        <p:nvSpPr>
          <p:cNvPr id="447" name="Google Shape;447;p44"/>
          <p:cNvSpPr txBox="1"/>
          <p:nvPr>
            <p:ph idx="3" type="subTitle"/>
          </p:nvPr>
        </p:nvSpPr>
        <p:spPr>
          <a:xfrm>
            <a:off x="230900" y="3894525"/>
            <a:ext cx="2140200" cy="9873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2400"/>
              <a:buNone/>
              <a:defRPr/>
            </a:lvl1pPr>
            <a:lvl2pPr lvl="1">
              <a:spcBef>
                <a:spcPts val="0"/>
              </a:spcBef>
              <a:spcAft>
                <a:spcPts val="0"/>
              </a:spcAft>
              <a:buClr>
                <a:schemeClr val="dk1"/>
              </a:buClr>
              <a:buSzPts val="2400"/>
              <a:buNone/>
              <a:defRPr/>
            </a:lvl2pPr>
            <a:lvl3pPr lvl="2">
              <a:spcBef>
                <a:spcPts val="0"/>
              </a:spcBef>
              <a:spcAft>
                <a:spcPts val="0"/>
              </a:spcAft>
              <a:buClr>
                <a:schemeClr val="dk1"/>
              </a:buClr>
              <a:buSzPts val="2400"/>
              <a:buNone/>
              <a:defRPr/>
            </a:lvl3pPr>
            <a:lvl4pPr lvl="3">
              <a:spcBef>
                <a:spcPts val="0"/>
              </a:spcBef>
              <a:spcAft>
                <a:spcPts val="0"/>
              </a:spcAft>
              <a:buClr>
                <a:schemeClr val="dk1"/>
              </a:buClr>
              <a:buSzPts val="2400"/>
              <a:buNone/>
              <a:defRPr/>
            </a:lvl4pPr>
            <a:lvl5pPr lvl="4">
              <a:spcBef>
                <a:spcPts val="0"/>
              </a:spcBef>
              <a:spcAft>
                <a:spcPts val="0"/>
              </a:spcAft>
              <a:buClr>
                <a:schemeClr val="dk1"/>
              </a:buClr>
              <a:buSzPts val="2400"/>
              <a:buNone/>
              <a:defRPr/>
            </a:lvl5pPr>
            <a:lvl6pPr lvl="5">
              <a:spcBef>
                <a:spcPts val="0"/>
              </a:spcBef>
              <a:spcAft>
                <a:spcPts val="0"/>
              </a:spcAft>
              <a:buClr>
                <a:schemeClr val="dk1"/>
              </a:buClr>
              <a:buSzPts val="2400"/>
              <a:buNone/>
              <a:defRPr/>
            </a:lvl6pPr>
            <a:lvl7pPr lvl="6">
              <a:spcBef>
                <a:spcPts val="0"/>
              </a:spcBef>
              <a:spcAft>
                <a:spcPts val="0"/>
              </a:spcAft>
              <a:buClr>
                <a:schemeClr val="dk1"/>
              </a:buClr>
              <a:buSzPts val="2400"/>
              <a:buNone/>
              <a:defRPr/>
            </a:lvl7pPr>
            <a:lvl8pPr lvl="7">
              <a:spcBef>
                <a:spcPts val="0"/>
              </a:spcBef>
              <a:spcAft>
                <a:spcPts val="0"/>
              </a:spcAft>
              <a:buClr>
                <a:schemeClr val="dk1"/>
              </a:buClr>
              <a:buSzPts val="2400"/>
              <a:buNone/>
              <a:defRPr/>
            </a:lvl8pPr>
            <a:lvl9pPr lvl="8">
              <a:spcBef>
                <a:spcPts val="0"/>
              </a:spcBef>
              <a:spcAft>
                <a:spcPts val="0"/>
              </a:spcAft>
              <a:buClr>
                <a:schemeClr val="dk1"/>
              </a:buClr>
              <a:buSzPts val="2400"/>
              <a:buNone/>
              <a:defRPr/>
            </a:lvl9pPr>
          </a:lstStyle>
          <a:p/>
        </p:txBody>
      </p:sp>
      <p:sp>
        <p:nvSpPr>
          <p:cNvPr id="448" name="Google Shape;448;p44"/>
          <p:cNvSpPr txBox="1"/>
          <p:nvPr>
            <p:ph idx="4" type="body"/>
          </p:nvPr>
        </p:nvSpPr>
        <p:spPr>
          <a:xfrm>
            <a:off x="3376187" y="1420975"/>
            <a:ext cx="5424900" cy="9870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chemeClr val="dk1"/>
              </a:buClr>
              <a:buSzPts val="1000"/>
              <a:buChar char="●"/>
              <a:defRPr sz="1000"/>
            </a:lvl1pPr>
            <a:lvl2pPr indent="-292100" lvl="1" marL="914400">
              <a:spcBef>
                <a:spcPts val="0"/>
              </a:spcBef>
              <a:spcAft>
                <a:spcPts val="0"/>
              </a:spcAft>
              <a:buClr>
                <a:schemeClr val="dk1"/>
              </a:buClr>
              <a:buSzPts val="1000"/>
              <a:buChar char="○"/>
              <a:defRPr sz="1000"/>
            </a:lvl2pPr>
            <a:lvl3pPr indent="-292100" lvl="2" marL="1371600">
              <a:spcBef>
                <a:spcPts val="0"/>
              </a:spcBef>
              <a:spcAft>
                <a:spcPts val="0"/>
              </a:spcAft>
              <a:buClr>
                <a:schemeClr val="dk1"/>
              </a:buClr>
              <a:buSzPts val="1000"/>
              <a:buChar char="■"/>
              <a:defRPr sz="1000"/>
            </a:lvl3pPr>
            <a:lvl4pPr indent="-292100" lvl="3" marL="1828800">
              <a:spcBef>
                <a:spcPts val="0"/>
              </a:spcBef>
              <a:spcAft>
                <a:spcPts val="0"/>
              </a:spcAft>
              <a:buClr>
                <a:schemeClr val="dk1"/>
              </a:buClr>
              <a:buSzPts val="1000"/>
              <a:buChar char="●"/>
              <a:defRPr sz="1000"/>
            </a:lvl4pPr>
            <a:lvl5pPr indent="-292100" lvl="4" marL="2286000">
              <a:spcBef>
                <a:spcPts val="0"/>
              </a:spcBef>
              <a:spcAft>
                <a:spcPts val="0"/>
              </a:spcAft>
              <a:buClr>
                <a:schemeClr val="dk1"/>
              </a:buClr>
              <a:buSzPts val="1000"/>
              <a:buChar char="○"/>
              <a:defRPr sz="1000"/>
            </a:lvl5pPr>
            <a:lvl6pPr indent="-292100" lvl="5" marL="2743200">
              <a:spcBef>
                <a:spcPts val="0"/>
              </a:spcBef>
              <a:spcAft>
                <a:spcPts val="0"/>
              </a:spcAft>
              <a:buClr>
                <a:schemeClr val="dk1"/>
              </a:buClr>
              <a:buSzPts val="1000"/>
              <a:buChar char="■"/>
              <a:defRPr sz="1000"/>
            </a:lvl6pPr>
            <a:lvl7pPr indent="-292100" lvl="6" marL="3200400">
              <a:spcBef>
                <a:spcPts val="0"/>
              </a:spcBef>
              <a:spcAft>
                <a:spcPts val="0"/>
              </a:spcAft>
              <a:buClr>
                <a:schemeClr val="dk1"/>
              </a:buClr>
              <a:buSzPts val="1000"/>
              <a:buChar char="●"/>
              <a:defRPr sz="1000"/>
            </a:lvl7pPr>
            <a:lvl8pPr indent="-292100" lvl="7" marL="3657600">
              <a:spcBef>
                <a:spcPts val="0"/>
              </a:spcBef>
              <a:spcAft>
                <a:spcPts val="0"/>
              </a:spcAft>
              <a:buClr>
                <a:schemeClr val="dk1"/>
              </a:buClr>
              <a:buSzPts val="1000"/>
              <a:buChar char="○"/>
              <a:defRPr sz="1000"/>
            </a:lvl8pPr>
            <a:lvl9pPr indent="-292100" lvl="8" marL="4114800">
              <a:spcBef>
                <a:spcPts val="0"/>
              </a:spcBef>
              <a:spcAft>
                <a:spcPts val="0"/>
              </a:spcAft>
              <a:buClr>
                <a:schemeClr val="dk1"/>
              </a:buClr>
              <a:buSzPts val="1000"/>
              <a:buChar char="■"/>
              <a:defRPr sz="1000"/>
            </a:lvl9pPr>
          </a:lstStyle>
          <a:p/>
        </p:txBody>
      </p:sp>
      <p:sp>
        <p:nvSpPr>
          <p:cNvPr id="449" name="Google Shape;449;p44"/>
          <p:cNvSpPr txBox="1"/>
          <p:nvPr>
            <p:ph idx="5" type="body"/>
          </p:nvPr>
        </p:nvSpPr>
        <p:spPr>
          <a:xfrm>
            <a:off x="3376187" y="2657788"/>
            <a:ext cx="5424900" cy="9870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chemeClr val="dk1"/>
              </a:buClr>
              <a:buSzPts val="1000"/>
              <a:buChar char="●"/>
              <a:defRPr sz="1000"/>
            </a:lvl1pPr>
            <a:lvl2pPr indent="-292100" lvl="1" marL="914400">
              <a:spcBef>
                <a:spcPts val="0"/>
              </a:spcBef>
              <a:spcAft>
                <a:spcPts val="0"/>
              </a:spcAft>
              <a:buClr>
                <a:schemeClr val="dk1"/>
              </a:buClr>
              <a:buSzPts val="1000"/>
              <a:buChar char="○"/>
              <a:defRPr sz="1000"/>
            </a:lvl2pPr>
            <a:lvl3pPr indent="-292100" lvl="2" marL="1371600">
              <a:spcBef>
                <a:spcPts val="0"/>
              </a:spcBef>
              <a:spcAft>
                <a:spcPts val="0"/>
              </a:spcAft>
              <a:buClr>
                <a:schemeClr val="dk1"/>
              </a:buClr>
              <a:buSzPts val="1000"/>
              <a:buChar char="■"/>
              <a:defRPr sz="1000"/>
            </a:lvl3pPr>
            <a:lvl4pPr indent="-292100" lvl="3" marL="1828800">
              <a:spcBef>
                <a:spcPts val="0"/>
              </a:spcBef>
              <a:spcAft>
                <a:spcPts val="0"/>
              </a:spcAft>
              <a:buClr>
                <a:schemeClr val="dk1"/>
              </a:buClr>
              <a:buSzPts val="1000"/>
              <a:buChar char="●"/>
              <a:defRPr sz="1000"/>
            </a:lvl4pPr>
            <a:lvl5pPr indent="-292100" lvl="4" marL="2286000">
              <a:spcBef>
                <a:spcPts val="0"/>
              </a:spcBef>
              <a:spcAft>
                <a:spcPts val="0"/>
              </a:spcAft>
              <a:buClr>
                <a:schemeClr val="dk1"/>
              </a:buClr>
              <a:buSzPts val="1000"/>
              <a:buChar char="○"/>
              <a:defRPr sz="1000"/>
            </a:lvl5pPr>
            <a:lvl6pPr indent="-292100" lvl="5" marL="2743200">
              <a:spcBef>
                <a:spcPts val="0"/>
              </a:spcBef>
              <a:spcAft>
                <a:spcPts val="0"/>
              </a:spcAft>
              <a:buClr>
                <a:schemeClr val="dk1"/>
              </a:buClr>
              <a:buSzPts val="1000"/>
              <a:buChar char="■"/>
              <a:defRPr sz="1000"/>
            </a:lvl6pPr>
            <a:lvl7pPr indent="-292100" lvl="6" marL="3200400">
              <a:spcBef>
                <a:spcPts val="0"/>
              </a:spcBef>
              <a:spcAft>
                <a:spcPts val="0"/>
              </a:spcAft>
              <a:buClr>
                <a:schemeClr val="dk1"/>
              </a:buClr>
              <a:buSzPts val="1000"/>
              <a:buChar char="●"/>
              <a:defRPr sz="1000"/>
            </a:lvl7pPr>
            <a:lvl8pPr indent="-292100" lvl="7" marL="3657600">
              <a:spcBef>
                <a:spcPts val="0"/>
              </a:spcBef>
              <a:spcAft>
                <a:spcPts val="0"/>
              </a:spcAft>
              <a:buClr>
                <a:schemeClr val="dk1"/>
              </a:buClr>
              <a:buSzPts val="1000"/>
              <a:buChar char="○"/>
              <a:defRPr sz="1000"/>
            </a:lvl8pPr>
            <a:lvl9pPr indent="-292100" lvl="8" marL="4114800">
              <a:spcBef>
                <a:spcPts val="0"/>
              </a:spcBef>
              <a:spcAft>
                <a:spcPts val="0"/>
              </a:spcAft>
              <a:buClr>
                <a:schemeClr val="dk1"/>
              </a:buClr>
              <a:buSzPts val="1000"/>
              <a:buChar char="■"/>
              <a:defRPr sz="1000"/>
            </a:lvl9pPr>
          </a:lstStyle>
          <a:p/>
        </p:txBody>
      </p:sp>
      <p:sp>
        <p:nvSpPr>
          <p:cNvPr id="450" name="Google Shape;450;p44"/>
          <p:cNvSpPr txBox="1"/>
          <p:nvPr>
            <p:ph idx="6" type="body"/>
          </p:nvPr>
        </p:nvSpPr>
        <p:spPr>
          <a:xfrm>
            <a:off x="3375950" y="3894525"/>
            <a:ext cx="5424900" cy="9870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chemeClr val="dk1"/>
              </a:buClr>
              <a:buSzPts val="1000"/>
              <a:buChar char="●"/>
              <a:defRPr sz="1000"/>
            </a:lvl1pPr>
            <a:lvl2pPr indent="-292100" lvl="1" marL="914400">
              <a:spcBef>
                <a:spcPts val="0"/>
              </a:spcBef>
              <a:spcAft>
                <a:spcPts val="0"/>
              </a:spcAft>
              <a:buClr>
                <a:schemeClr val="dk1"/>
              </a:buClr>
              <a:buSzPts val="1000"/>
              <a:buChar char="○"/>
              <a:defRPr sz="1000"/>
            </a:lvl2pPr>
            <a:lvl3pPr indent="-292100" lvl="2" marL="1371600">
              <a:spcBef>
                <a:spcPts val="0"/>
              </a:spcBef>
              <a:spcAft>
                <a:spcPts val="0"/>
              </a:spcAft>
              <a:buClr>
                <a:schemeClr val="dk1"/>
              </a:buClr>
              <a:buSzPts val="1000"/>
              <a:buChar char="■"/>
              <a:defRPr sz="1000"/>
            </a:lvl3pPr>
            <a:lvl4pPr indent="-292100" lvl="3" marL="1828800">
              <a:spcBef>
                <a:spcPts val="0"/>
              </a:spcBef>
              <a:spcAft>
                <a:spcPts val="0"/>
              </a:spcAft>
              <a:buClr>
                <a:schemeClr val="dk1"/>
              </a:buClr>
              <a:buSzPts val="1000"/>
              <a:buChar char="●"/>
              <a:defRPr sz="1000"/>
            </a:lvl4pPr>
            <a:lvl5pPr indent="-292100" lvl="4" marL="2286000">
              <a:spcBef>
                <a:spcPts val="0"/>
              </a:spcBef>
              <a:spcAft>
                <a:spcPts val="0"/>
              </a:spcAft>
              <a:buClr>
                <a:schemeClr val="dk1"/>
              </a:buClr>
              <a:buSzPts val="1000"/>
              <a:buChar char="○"/>
              <a:defRPr sz="1000"/>
            </a:lvl5pPr>
            <a:lvl6pPr indent="-292100" lvl="5" marL="2743200">
              <a:spcBef>
                <a:spcPts val="0"/>
              </a:spcBef>
              <a:spcAft>
                <a:spcPts val="0"/>
              </a:spcAft>
              <a:buClr>
                <a:schemeClr val="dk1"/>
              </a:buClr>
              <a:buSzPts val="1000"/>
              <a:buChar char="■"/>
              <a:defRPr sz="1000"/>
            </a:lvl6pPr>
            <a:lvl7pPr indent="-292100" lvl="6" marL="3200400">
              <a:spcBef>
                <a:spcPts val="0"/>
              </a:spcBef>
              <a:spcAft>
                <a:spcPts val="0"/>
              </a:spcAft>
              <a:buClr>
                <a:schemeClr val="dk1"/>
              </a:buClr>
              <a:buSzPts val="1000"/>
              <a:buChar char="●"/>
              <a:defRPr sz="1000"/>
            </a:lvl7pPr>
            <a:lvl8pPr indent="-292100" lvl="7" marL="3657600">
              <a:spcBef>
                <a:spcPts val="0"/>
              </a:spcBef>
              <a:spcAft>
                <a:spcPts val="0"/>
              </a:spcAft>
              <a:buClr>
                <a:schemeClr val="dk1"/>
              </a:buClr>
              <a:buSzPts val="1000"/>
              <a:buChar char="○"/>
              <a:defRPr sz="1000"/>
            </a:lvl8pPr>
            <a:lvl9pPr indent="-292100" lvl="8" marL="4114800">
              <a:spcBef>
                <a:spcPts val="0"/>
              </a:spcBef>
              <a:spcAft>
                <a:spcPts val="0"/>
              </a:spcAft>
              <a:buClr>
                <a:schemeClr val="dk1"/>
              </a:buClr>
              <a:buSzPts val="1000"/>
              <a:buChar char="■"/>
              <a:defRPr sz="1000"/>
            </a:lvl9pPr>
          </a:lstStyle>
          <a:p/>
        </p:txBody>
      </p:sp>
      <p:sp>
        <p:nvSpPr>
          <p:cNvPr id="451" name="Google Shape;451;p44"/>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oduct Release">
  <p:cSld name="CUSTOM_13">
    <p:bg>
      <p:bgPr>
        <a:solidFill>
          <a:schemeClr val="dk1"/>
        </a:solidFill>
      </p:bgPr>
    </p:bg>
    <p:spTree>
      <p:nvGrpSpPr>
        <p:cNvPr id="452" name="Shape 452"/>
        <p:cNvGrpSpPr/>
        <p:nvPr/>
      </p:nvGrpSpPr>
      <p:grpSpPr>
        <a:xfrm>
          <a:off x="0" y="0"/>
          <a:ext cx="0" cy="0"/>
          <a:chOff x="0" y="0"/>
          <a:chExt cx="0" cy="0"/>
        </a:xfrm>
      </p:grpSpPr>
      <p:sp>
        <p:nvSpPr>
          <p:cNvPr id="453" name="Google Shape;453;p45"/>
          <p:cNvSpPr txBox="1"/>
          <p:nvPr>
            <p:ph type="title"/>
          </p:nvPr>
        </p:nvSpPr>
        <p:spPr>
          <a:xfrm>
            <a:off x="230900" y="457200"/>
            <a:ext cx="4998300" cy="726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3600"/>
              <a:buNone/>
              <a:defRPr>
                <a:solidFill>
                  <a:schemeClr val="dk2"/>
                </a:solidFill>
              </a:defRPr>
            </a:lvl1pPr>
            <a:lvl2pPr lvl="1">
              <a:spcBef>
                <a:spcPts val="0"/>
              </a:spcBef>
              <a:spcAft>
                <a:spcPts val="0"/>
              </a:spcAft>
              <a:buClr>
                <a:schemeClr val="dk2"/>
              </a:buClr>
              <a:buSzPts val="3600"/>
              <a:buNone/>
              <a:defRPr sz="3600">
                <a:solidFill>
                  <a:schemeClr val="dk2"/>
                </a:solidFill>
              </a:defRPr>
            </a:lvl2pPr>
            <a:lvl3pPr lvl="2">
              <a:spcBef>
                <a:spcPts val="0"/>
              </a:spcBef>
              <a:spcAft>
                <a:spcPts val="0"/>
              </a:spcAft>
              <a:buClr>
                <a:schemeClr val="dk2"/>
              </a:buClr>
              <a:buSzPts val="3600"/>
              <a:buNone/>
              <a:defRPr sz="3600">
                <a:solidFill>
                  <a:schemeClr val="dk2"/>
                </a:solidFill>
              </a:defRPr>
            </a:lvl3pPr>
            <a:lvl4pPr lvl="3">
              <a:spcBef>
                <a:spcPts val="0"/>
              </a:spcBef>
              <a:spcAft>
                <a:spcPts val="0"/>
              </a:spcAft>
              <a:buClr>
                <a:schemeClr val="dk2"/>
              </a:buClr>
              <a:buSzPts val="3600"/>
              <a:buNone/>
              <a:defRPr sz="3600">
                <a:solidFill>
                  <a:schemeClr val="dk2"/>
                </a:solidFill>
              </a:defRPr>
            </a:lvl4pPr>
            <a:lvl5pPr lvl="4">
              <a:spcBef>
                <a:spcPts val="0"/>
              </a:spcBef>
              <a:spcAft>
                <a:spcPts val="0"/>
              </a:spcAft>
              <a:buClr>
                <a:schemeClr val="dk2"/>
              </a:buClr>
              <a:buSzPts val="3600"/>
              <a:buNone/>
              <a:defRPr sz="3600">
                <a:solidFill>
                  <a:schemeClr val="dk2"/>
                </a:solidFill>
              </a:defRPr>
            </a:lvl5pPr>
            <a:lvl6pPr lvl="5">
              <a:spcBef>
                <a:spcPts val="0"/>
              </a:spcBef>
              <a:spcAft>
                <a:spcPts val="0"/>
              </a:spcAft>
              <a:buClr>
                <a:schemeClr val="dk2"/>
              </a:buClr>
              <a:buSzPts val="3600"/>
              <a:buNone/>
              <a:defRPr sz="3600">
                <a:solidFill>
                  <a:schemeClr val="dk2"/>
                </a:solidFill>
              </a:defRPr>
            </a:lvl6pPr>
            <a:lvl7pPr lvl="6">
              <a:spcBef>
                <a:spcPts val="0"/>
              </a:spcBef>
              <a:spcAft>
                <a:spcPts val="0"/>
              </a:spcAft>
              <a:buClr>
                <a:schemeClr val="dk2"/>
              </a:buClr>
              <a:buSzPts val="3600"/>
              <a:buNone/>
              <a:defRPr sz="3600">
                <a:solidFill>
                  <a:schemeClr val="dk2"/>
                </a:solidFill>
              </a:defRPr>
            </a:lvl7pPr>
            <a:lvl8pPr lvl="7">
              <a:spcBef>
                <a:spcPts val="0"/>
              </a:spcBef>
              <a:spcAft>
                <a:spcPts val="0"/>
              </a:spcAft>
              <a:buClr>
                <a:schemeClr val="dk2"/>
              </a:buClr>
              <a:buSzPts val="3600"/>
              <a:buNone/>
              <a:defRPr sz="3600">
                <a:solidFill>
                  <a:schemeClr val="dk2"/>
                </a:solidFill>
              </a:defRPr>
            </a:lvl8pPr>
            <a:lvl9pPr lvl="8">
              <a:spcBef>
                <a:spcPts val="0"/>
              </a:spcBef>
              <a:spcAft>
                <a:spcPts val="0"/>
              </a:spcAft>
              <a:buClr>
                <a:schemeClr val="dk2"/>
              </a:buClr>
              <a:buSzPts val="3600"/>
              <a:buNone/>
              <a:defRPr sz="3600">
                <a:solidFill>
                  <a:schemeClr val="dk2"/>
                </a:solidFill>
              </a:defRPr>
            </a:lvl9pPr>
          </a:lstStyle>
          <a:p/>
        </p:txBody>
      </p:sp>
      <p:sp>
        <p:nvSpPr>
          <p:cNvPr id="454" name="Google Shape;454;p45"/>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hape Appendix">
  <p:cSld name="CUSTOM_11">
    <p:spTree>
      <p:nvGrpSpPr>
        <p:cNvPr id="455" name="Shape 455"/>
        <p:cNvGrpSpPr/>
        <p:nvPr/>
      </p:nvGrpSpPr>
      <p:grpSpPr>
        <a:xfrm>
          <a:off x="0" y="0"/>
          <a:ext cx="0" cy="0"/>
          <a:chOff x="0" y="0"/>
          <a:chExt cx="0" cy="0"/>
        </a:xfrm>
      </p:grpSpPr>
      <p:sp>
        <p:nvSpPr>
          <p:cNvPr id="456" name="Google Shape;456;p46"/>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_4">
    <p:spTree>
      <p:nvGrpSpPr>
        <p:cNvPr id="457" name="Shape 457"/>
        <p:cNvGrpSpPr/>
        <p:nvPr/>
      </p:nvGrpSpPr>
      <p:grpSpPr>
        <a:xfrm>
          <a:off x="0" y="0"/>
          <a:ext cx="0" cy="0"/>
          <a:chOff x="0" y="0"/>
          <a:chExt cx="0" cy="0"/>
        </a:xfrm>
      </p:grpSpPr>
      <p:sp>
        <p:nvSpPr>
          <p:cNvPr id="458" name="Google Shape;458;p47"/>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459" name="Google Shape;459;p47"/>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
        <p:nvSpPr>
          <p:cNvPr id="460" name="Google Shape;460;p4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_HEADER_1">
    <p:spTree>
      <p:nvGrpSpPr>
        <p:cNvPr id="461" name="Shape 461"/>
        <p:cNvGrpSpPr/>
        <p:nvPr/>
      </p:nvGrpSpPr>
      <p:grpSpPr>
        <a:xfrm>
          <a:off x="0" y="0"/>
          <a:ext cx="0" cy="0"/>
          <a:chOff x="0" y="0"/>
          <a:chExt cx="0" cy="0"/>
        </a:xfrm>
      </p:grpSpPr>
      <p:sp>
        <p:nvSpPr>
          <p:cNvPr id="462" name="Google Shape;462;p48"/>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463" name="Google Shape;463;p4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_AND_BODY_1">
    <p:spTree>
      <p:nvGrpSpPr>
        <p:cNvPr id="464" name="Shape 464"/>
        <p:cNvGrpSpPr/>
        <p:nvPr/>
      </p:nvGrpSpPr>
      <p:grpSpPr>
        <a:xfrm>
          <a:off x="0" y="0"/>
          <a:ext cx="0" cy="0"/>
          <a:chOff x="0" y="0"/>
          <a:chExt cx="0" cy="0"/>
        </a:xfrm>
      </p:grpSpPr>
      <p:sp>
        <p:nvSpPr>
          <p:cNvPr id="465" name="Google Shape;465;p4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p:txBody>
      </p:sp>
      <p:sp>
        <p:nvSpPr>
          <p:cNvPr id="466" name="Google Shape;466;p49"/>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67" name="Google Shape;467;p4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_AND_TWO_COLUMNS_1">
    <p:spTree>
      <p:nvGrpSpPr>
        <p:cNvPr id="468" name="Shape 468"/>
        <p:cNvGrpSpPr/>
        <p:nvPr/>
      </p:nvGrpSpPr>
      <p:grpSpPr>
        <a:xfrm>
          <a:off x="0" y="0"/>
          <a:ext cx="0" cy="0"/>
          <a:chOff x="0" y="0"/>
          <a:chExt cx="0" cy="0"/>
        </a:xfrm>
      </p:grpSpPr>
      <p:sp>
        <p:nvSpPr>
          <p:cNvPr id="469" name="Google Shape;469;p5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p:txBody>
      </p:sp>
      <p:sp>
        <p:nvSpPr>
          <p:cNvPr id="470" name="Google Shape;470;p50"/>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71" name="Google Shape;471;p50"/>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72" name="Google Shape;472;p5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_ONLY_1">
    <p:spTree>
      <p:nvGrpSpPr>
        <p:cNvPr id="473" name="Shape 473"/>
        <p:cNvGrpSpPr/>
        <p:nvPr/>
      </p:nvGrpSpPr>
      <p:grpSpPr>
        <a:xfrm>
          <a:off x="0" y="0"/>
          <a:ext cx="0" cy="0"/>
          <a:chOff x="0" y="0"/>
          <a:chExt cx="0" cy="0"/>
        </a:xfrm>
      </p:grpSpPr>
      <p:sp>
        <p:nvSpPr>
          <p:cNvPr id="474" name="Google Shape;474;p5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p:txBody>
      </p:sp>
      <p:sp>
        <p:nvSpPr>
          <p:cNvPr id="475" name="Google Shape;475;p5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_1">
    <p:spTree>
      <p:nvGrpSpPr>
        <p:cNvPr id="476" name="Shape 476"/>
        <p:cNvGrpSpPr/>
        <p:nvPr/>
      </p:nvGrpSpPr>
      <p:grpSpPr>
        <a:xfrm>
          <a:off x="0" y="0"/>
          <a:ext cx="0" cy="0"/>
          <a:chOff x="0" y="0"/>
          <a:chExt cx="0" cy="0"/>
        </a:xfrm>
      </p:grpSpPr>
      <p:sp>
        <p:nvSpPr>
          <p:cNvPr id="477" name="Google Shape;477;p52"/>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78" name="Google Shape;478;p52"/>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79" name="Google Shape;479;p5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_1">
    <p:spTree>
      <p:nvGrpSpPr>
        <p:cNvPr id="480" name="Shape 480"/>
        <p:cNvGrpSpPr/>
        <p:nvPr/>
      </p:nvGrpSpPr>
      <p:grpSpPr>
        <a:xfrm>
          <a:off x="0" y="0"/>
          <a:ext cx="0" cy="0"/>
          <a:chOff x="0" y="0"/>
          <a:chExt cx="0" cy="0"/>
        </a:xfrm>
      </p:grpSpPr>
      <p:sp>
        <p:nvSpPr>
          <p:cNvPr id="481" name="Google Shape;481;p53"/>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p:txBody>
      </p:sp>
      <p:sp>
        <p:nvSpPr>
          <p:cNvPr id="482" name="Google Shape;482;p5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_1">
    <p:spTree>
      <p:nvGrpSpPr>
        <p:cNvPr id="483" name="Shape 483"/>
        <p:cNvGrpSpPr/>
        <p:nvPr/>
      </p:nvGrpSpPr>
      <p:grpSpPr>
        <a:xfrm>
          <a:off x="0" y="0"/>
          <a:ext cx="0" cy="0"/>
          <a:chOff x="0" y="0"/>
          <a:chExt cx="0" cy="0"/>
        </a:xfrm>
      </p:grpSpPr>
      <p:sp>
        <p:nvSpPr>
          <p:cNvPr id="484" name="Google Shape;484;p54"/>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54"/>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86" name="Google Shape;486;p54"/>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487" name="Google Shape;487;p54"/>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04800" lvl="0" marL="457200">
              <a:spcBef>
                <a:spcPts val="0"/>
              </a:spcBef>
              <a:spcAft>
                <a:spcPts val="0"/>
              </a:spcAft>
              <a:buClr>
                <a:schemeClr val="dk2"/>
              </a:buClr>
              <a:buSzPts val="1200"/>
              <a:buChar char="●"/>
              <a:defRPr>
                <a:solidFill>
                  <a:schemeClr val="dk2"/>
                </a:solidFill>
              </a:defRPr>
            </a:lvl1pPr>
            <a:lvl2pPr indent="-304800" lvl="1" marL="914400">
              <a:spcBef>
                <a:spcPts val="0"/>
              </a:spcBef>
              <a:spcAft>
                <a:spcPts val="0"/>
              </a:spcAft>
              <a:buClr>
                <a:schemeClr val="dk2"/>
              </a:buClr>
              <a:buSzPts val="1200"/>
              <a:buChar char="○"/>
              <a:defRPr>
                <a:solidFill>
                  <a:schemeClr val="dk2"/>
                </a:solidFill>
              </a:defRPr>
            </a:lvl2pPr>
            <a:lvl3pPr indent="-304800" lvl="2" marL="1371600">
              <a:spcBef>
                <a:spcPts val="0"/>
              </a:spcBef>
              <a:spcAft>
                <a:spcPts val="0"/>
              </a:spcAft>
              <a:buClr>
                <a:schemeClr val="dk2"/>
              </a:buClr>
              <a:buSzPts val="1200"/>
              <a:buChar char="■"/>
              <a:defRPr>
                <a:solidFill>
                  <a:schemeClr val="dk2"/>
                </a:solidFill>
              </a:defRPr>
            </a:lvl3pPr>
            <a:lvl4pPr indent="-304800" lvl="3" marL="1828800">
              <a:spcBef>
                <a:spcPts val="0"/>
              </a:spcBef>
              <a:spcAft>
                <a:spcPts val="0"/>
              </a:spcAft>
              <a:buClr>
                <a:schemeClr val="dk2"/>
              </a:buClr>
              <a:buSzPts val="1200"/>
              <a:buChar char="●"/>
              <a:defRPr>
                <a:solidFill>
                  <a:schemeClr val="dk2"/>
                </a:solidFill>
              </a:defRPr>
            </a:lvl4pPr>
            <a:lvl5pPr indent="-304800" lvl="4" marL="2286000">
              <a:spcBef>
                <a:spcPts val="0"/>
              </a:spcBef>
              <a:spcAft>
                <a:spcPts val="0"/>
              </a:spcAft>
              <a:buClr>
                <a:schemeClr val="dk2"/>
              </a:buClr>
              <a:buSzPts val="1200"/>
              <a:buChar char="○"/>
              <a:defRPr>
                <a:solidFill>
                  <a:schemeClr val="dk2"/>
                </a:solidFill>
              </a:defRPr>
            </a:lvl5pPr>
            <a:lvl6pPr indent="-304800" lvl="5" marL="2743200">
              <a:spcBef>
                <a:spcPts val="0"/>
              </a:spcBef>
              <a:spcAft>
                <a:spcPts val="0"/>
              </a:spcAft>
              <a:buClr>
                <a:schemeClr val="dk2"/>
              </a:buClr>
              <a:buSzPts val="1200"/>
              <a:buChar char="■"/>
              <a:defRPr>
                <a:solidFill>
                  <a:schemeClr val="dk2"/>
                </a:solidFill>
              </a:defRPr>
            </a:lvl6pPr>
            <a:lvl7pPr indent="-304800" lvl="6" marL="3200400">
              <a:spcBef>
                <a:spcPts val="0"/>
              </a:spcBef>
              <a:spcAft>
                <a:spcPts val="0"/>
              </a:spcAft>
              <a:buClr>
                <a:schemeClr val="dk2"/>
              </a:buClr>
              <a:buSzPts val="1200"/>
              <a:buChar char="●"/>
              <a:defRPr>
                <a:solidFill>
                  <a:schemeClr val="dk2"/>
                </a:solidFill>
              </a:defRPr>
            </a:lvl7pPr>
            <a:lvl8pPr indent="-304800" lvl="7" marL="3657600">
              <a:spcBef>
                <a:spcPts val="0"/>
              </a:spcBef>
              <a:spcAft>
                <a:spcPts val="0"/>
              </a:spcAft>
              <a:buClr>
                <a:schemeClr val="dk2"/>
              </a:buClr>
              <a:buSzPts val="1200"/>
              <a:buChar char="○"/>
              <a:defRPr>
                <a:solidFill>
                  <a:schemeClr val="dk2"/>
                </a:solidFill>
              </a:defRPr>
            </a:lvl8pPr>
            <a:lvl9pPr indent="-304800" lvl="8" marL="4114800">
              <a:spcBef>
                <a:spcPts val="0"/>
              </a:spcBef>
              <a:spcAft>
                <a:spcPts val="0"/>
              </a:spcAft>
              <a:buClr>
                <a:schemeClr val="dk2"/>
              </a:buClr>
              <a:buSzPts val="1200"/>
              <a:buChar char="■"/>
              <a:defRPr>
                <a:solidFill>
                  <a:schemeClr val="dk2"/>
                </a:solidFill>
              </a:defRPr>
            </a:lvl9pPr>
          </a:lstStyle>
          <a:p/>
        </p:txBody>
      </p:sp>
      <p:sp>
        <p:nvSpPr>
          <p:cNvPr id="488" name="Google Shape;488;p5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_1">
    <p:spTree>
      <p:nvGrpSpPr>
        <p:cNvPr id="489" name="Shape 489"/>
        <p:cNvGrpSpPr/>
        <p:nvPr/>
      </p:nvGrpSpPr>
      <p:grpSpPr>
        <a:xfrm>
          <a:off x="0" y="0"/>
          <a:ext cx="0" cy="0"/>
          <a:chOff x="0" y="0"/>
          <a:chExt cx="0" cy="0"/>
        </a:xfrm>
      </p:grpSpPr>
      <p:sp>
        <p:nvSpPr>
          <p:cNvPr id="490" name="Google Shape;490;p55"/>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200"/>
              <a:buNone/>
              <a:defRPr/>
            </a:lvl1pPr>
          </a:lstStyle>
          <a:p/>
        </p:txBody>
      </p:sp>
      <p:sp>
        <p:nvSpPr>
          <p:cNvPr id="491" name="Google Shape;491;p5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_1">
    <p:spTree>
      <p:nvGrpSpPr>
        <p:cNvPr id="492" name="Shape 492"/>
        <p:cNvGrpSpPr/>
        <p:nvPr/>
      </p:nvGrpSpPr>
      <p:grpSpPr>
        <a:xfrm>
          <a:off x="0" y="0"/>
          <a:ext cx="0" cy="0"/>
          <a:chOff x="0" y="0"/>
          <a:chExt cx="0" cy="0"/>
        </a:xfrm>
      </p:grpSpPr>
      <p:sp>
        <p:nvSpPr>
          <p:cNvPr id="493" name="Google Shape;493;p56"/>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94" name="Google Shape;494;p56"/>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04800" lvl="0" marL="457200" algn="ctr">
              <a:spcBef>
                <a:spcPts val="0"/>
              </a:spcBef>
              <a:spcAft>
                <a:spcPts val="0"/>
              </a:spcAft>
              <a:buSzPts val="1200"/>
              <a:buChar char="●"/>
              <a:defRPr/>
            </a:lvl1pPr>
            <a:lvl2pPr indent="-304800" lvl="1" marL="914400" algn="ctr">
              <a:spcBef>
                <a:spcPts val="0"/>
              </a:spcBef>
              <a:spcAft>
                <a:spcPts val="0"/>
              </a:spcAft>
              <a:buSzPts val="1200"/>
              <a:buChar char="○"/>
              <a:defRPr/>
            </a:lvl2pPr>
            <a:lvl3pPr indent="-304800" lvl="2" marL="1371600" algn="ctr">
              <a:spcBef>
                <a:spcPts val="0"/>
              </a:spcBef>
              <a:spcAft>
                <a:spcPts val="0"/>
              </a:spcAft>
              <a:buSzPts val="1200"/>
              <a:buChar char="■"/>
              <a:defRPr/>
            </a:lvl3pPr>
            <a:lvl4pPr indent="-304800" lvl="3" marL="1828800" algn="ctr">
              <a:spcBef>
                <a:spcPts val="0"/>
              </a:spcBef>
              <a:spcAft>
                <a:spcPts val="0"/>
              </a:spcAft>
              <a:buSzPts val="1200"/>
              <a:buChar char="●"/>
              <a:defRPr/>
            </a:lvl4pPr>
            <a:lvl5pPr indent="-304800" lvl="4" marL="2286000" algn="ctr">
              <a:spcBef>
                <a:spcPts val="0"/>
              </a:spcBef>
              <a:spcAft>
                <a:spcPts val="0"/>
              </a:spcAft>
              <a:buSzPts val="1200"/>
              <a:buChar char="○"/>
              <a:defRPr/>
            </a:lvl5pPr>
            <a:lvl6pPr indent="-304800" lvl="5" marL="2743200" algn="ctr">
              <a:spcBef>
                <a:spcPts val="0"/>
              </a:spcBef>
              <a:spcAft>
                <a:spcPts val="0"/>
              </a:spcAft>
              <a:buSzPts val="1200"/>
              <a:buChar char="■"/>
              <a:defRPr/>
            </a:lvl6pPr>
            <a:lvl7pPr indent="-304800" lvl="6" marL="3200400" algn="ctr">
              <a:spcBef>
                <a:spcPts val="0"/>
              </a:spcBef>
              <a:spcAft>
                <a:spcPts val="0"/>
              </a:spcAft>
              <a:buSzPts val="1200"/>
              <a:buChar char="●"/>
              <a:defRPr/>
            </a:lvl7pPr>
            <a:lvl8pPr indent="-304800" lvl="7" marL="3657600" algn="ctr">
              <a:spcBef>
                <a:spcPts val="0"/>
              </a:spcBef>
              <a:spcAft>
                <a:spcPts val="0"/>
              </a:spcAft>
              <a:buSzPts val="1200"/>
              <a:buChar char="○"/>
              <a:defRPr/>
            </a:lvl8pPr>
            <a:lvl9pPr indent="-304800" lvl="8" marL="4114800" algn="ctr">
              <a:spcBef>
                <a:spcPts val="0"/>
              </a:spcBef>
              <a:spcAft>
                <a:spcPts val="0"/>
              </a:spcAft>
              <a:buSzPts val="1200"/>
              <a:buChar char="■"/>
              <a:defRPr/>
            </a:lvl9pPr>
          </a:lstStyle>
          <a:p/>
        </p:txBody>
      </p:sp>
      <p:sp>
        <p:nvSpPr>
          <p:cNvPr id="495" name="Google Shape;495;p5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_1">
    <p:spTree>
      <p:nvGrpSpPr>
        <p:cNvPr id="496" name="Shape 496"/>
        <p:cNvGrpSpPr/>
        <p:nvPr/>
      </p:nvGrpSpPr>
      <p:grpSpPr>
        <a:xfrm>
          <a:off x="0" y="0"/>
          <a:ext cx="0" cy="0"/>
          <a:chOff x="0" y="0"/>
          <a:chExt cx="0" cy="0"/>
        </a:xfrm>
      </p:grpSpPr>
      <p:sp>
        <p:nvSpPr>
          <p:cNvPr id="497" name="Google Shape;497;p5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CUSTOM_7_1">
    <p:spTree>
      <p:nvGrpSpPr>
        <p:cNvPr id="498" name="Shape 498"/>
        <p:cNvGrpSpPr/>
        <p:nvPr/>
      </p:nvGrpSpPr>
      <p:grpSpPr>
        <a:xfrm>
          <a:off x="0" y="0"/>
          <a:ext cx="0" cy="0"/>
          <a:chOff x="0" y="0"/>
          <a:chExt cx="0" cy="0"/>
        </a:xfrm>
      </p:grpSpPr>
      <p:sp>
        <p:nvSpPr>
          <p:cNvPr id="499" name="Google Shape;499;p58"/>
          <p:cNvSpPr txBox="1"/>
          <p:nvPr>
            <p:ph type="title"/>
          </p:nvPr>
        </p:nvSpPr>
        <p:spPr>
          <a:xfrm>
            <a:off x="677325" y="1832775"/>
            <a:ext cx="3217200" cy="14841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p:txBody>
      </p:sp>
      <p:sp>
        <p:nvSpPr>
          <p:cNvPr id="500" name="Google Shape;500;p5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501" name="Google Shape;501;p58"/>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02" name="Google Shape;502;p58"/>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03" name="Google Shape;503;p58"/>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04" name="Google Shape;504;p58"/>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05" name="Google Shape;505;p58"/>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06" name="Google Shape;506;p58"/>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CUSTOM_8_1">
    <p:spTree>
      <p:nvGrpSpPr>
        <p:cNvPr id="507" name="Shape 507"/>
        <p:cNvGrpSpPr/>
        <p:nvPr/>
      </p:nvGrpSpPr>
      <p:grpSpPr>
        <a:xfrm>
          <a:off x="0" y="0"/>
          <a:ext cx="0" cy="0"/>
          <a:chOff x="0" y="0"/>
          <a:chExt cx="0" cy="0"/>
        </a:xfrm>
      </p:grpSpPr>
      <p:sp>
        <p:nvSpPr>
          <p:cNvPr id="508" name="Google Shape;508;p5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p:txBody>
      </p:sp>
      <p:sp>
        <p:nvSpPr>
          <p:cNvPr id="509" name="Google Shape;509;p59"/>
          <p:cNvSpPr txBox="1"/>
          <p:nvPr>
            <p:ph idx="1" type="body"/>
          </p:nvPr>
        </p:nvSpPr>
        <p:spPr>
          <a:xfrm>
            <a:off x="311700" y="1152475"/>
            <a:ext cx="44739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510" name="Google Shape;510;p59"/>
          <p:cNvSpPr/>
          <p:nvPr>
            <p:ph idx="2" type="pic"/>
          </p:nvPr>
        </p:nvSpPr>
        <p:spPr>
          <a:xfrm>
            <a:off x="4992024" y="1152775"/>
            <a:ext cx="3840300" cy="3416400"/>
          </a:xfrm>
          <a:prstGeom prst="rect">
            <a:avLst/>
          </a:prstGeom>
          <a:noFill/>
          <a:ln>
            <a:noFill/>
          </a:ln>
        </p:spPr>
      </p:sp>
      <p:sp>
        <p:nvSpPr>
          <p:cNvPr id="511" name="Google Shape;511;p5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CUSTOM_1_1">
    <p:spTree>
      <p:nvGrpSpPr>
        <p:cNvPr id="512" name="Shape 512"/>
        <p:cNvGrpSpPr/>
        <p:nvPr/>
      </p:nvGrpSpPr>
      <p:grpSpPr>
        <a:xfrm>
          <a:off x="0" y="0"/>
          <a:ext cx="0" cy="0"/>
          <a:chOff x="0" y="0"/>
          <a:chExt cx="0" cy="0"/>
        </a:xfrm>
      </p:grpSpPr>
      <p:sp>
        <p:nvSpPr>
          <p:cNvPr id="513" name="Google Shape;513;p6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514" name="Google Shape;514;p60"/>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15" name="Google Shape;515;p60"/>
          <p:cNvSpPr txBox="1"/>
          <p:nvPr>
            <p:ph idx="1" type="body"/>
          </p:nvPr>
        </p:nvSpPr>
        <p:spPr>
          <a:xfrm>
            <a:off x="483150" y="2237788"/>
            <a:ext cx="36198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516" name="Google Shape;516;p60"/>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517" name="Google Shape;517;p60"/>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18" name="Google Shape;518;p60"/>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CUSTOM_2_2">
    <p:spTree>
      <p:nvGrpSpPr>
        <p:cNvPr id="519" name="Shape 519"/>
        <p:cNvGrpSpPr/>
        <p:nvPr/>
      </p:nvGrpSpPr>
      <p:grpSpPr>
        <a:xfrm>
          <a:off x="0" y="0"/>
          <a:ext cx="0" cy="0"/>
          <a:chOff x="0" y="0"/>
          <a:chExt cx="0" cy="0"/>
        </a:xfrm>
      </p:grpSpPr>
      <p:sp>
        <p:nvSpPr>
          <p:cNvPr id="520" name="Google Shape;520;p6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521" name="Google Shape;521;p61"/>
          <p:cNvSpPr txBox="1"/>
          <p:nvPr>
            <p:ph idx="1" type="body"/>
          </p:nvPr>
        </p:nvSpPr>
        <p:spPr>
          <a:xfrm>
            <a:off x="48317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522" name="Google Shape;522;p61"/>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523" name="Google Shape;523;p61"/>
          <p:cNvSpPr txBox="1"/>
          <p:nvPr>
            <p:ph idx="3"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524" name="Google Shape;524;p61"/>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25" name="Google Shape;525;p61"/>
          <p:cNvSpPr txBox="1"/>
          <p:nvPr>
            <p:ph idx="4"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26" name="Google Shape;526;p61"/>
          <p:cNvSpPr txBox="1"/>
          <p:nvPr>
            <p:ph idx="5"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27" name="Google Shape;527;p61"/>
          <p:cNvSpPr txBox="1"/>
          <p:nvPr>
            <p:ph idx="6"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CUSTOM_3_1_1">
    <p:spTree>
      <p:nvGrpSpPr>
        <p:cNvPr id="528" name="Shape 528"/>
        <p:cNvGrpSpPr/>
        <p:nvPr/>
      </p:nvGrpSpPr>
      <p:grpSpPr>
        <a:xfrm>
          <a:off x="0" y="0"/>
          <a:ext cx="0" cy="0"/>
          <a:chOff x="0" y="0"/>
          <a:chExt cx="0" cy="0"/>
        </a:xfrm>
      </p:grpSpPr>
      <p:sp>
        <p:nvSpPr>
          <p:cNvPr id="529" name="Google Shape;529;p6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530" name="Google Shape;530;p62"/>
          <p:cNvSpPr txBox="1"/>
          <p:nvPr>
            <p:ph idx="1" type="body"/>
          </p:nvPr>
        </p:nvSpPr>
        <p:spPr>
          <a:xfrm>
            <a:off x="366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531" name="Google Shape;531;p62"/>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532" name="Google Shape;532;p62"/>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533" name="Google Shape;533;p62"/>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534" name="Google Shape;534;p62"/>
          <p:cNvSpPr txBox="1"/>
          <p:nvPr>
            <p:ph type="title"/>
          </p:nvPr>
        </p:nvSpPr>
        <p:spPr>
          <a:xfrm>
            <a:off x="366750"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35" name="Google Shape;535;p62"/>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36" name="Google Shape;536;p62"/>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37" name="Google Shape;537;p62"/>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38" name="Google Shape;538;p62"/>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_ONLY_1_1">
    <p:spTree>
      <p:nvGrpSpPr>
        <p:cNvPr id="539" name="Shape 539"/>
        <p:cNvGrpSpPr/>
        <p:nvPr/>
      </p:nvGrpSpPr>
      <p:grpSpPr>
        <a:xfrm>
          <a:off x="0" y="0"/>
          <a:ext cx="0" cy="0"/>
          <a:chOff x="0" y="0"/>
          <a:chExt cx="0" cy="0"/>
        </a:xfrm>
      </p:grpSpPr>
      <p:sp>
        <p:nvSpPr>
          <p:cNvPr id="540" name="Google Shape;540;p6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p:txBody>
      </p:sp>
      <p:sp>
        <p:nvSpPr>
          <p:cNvPr id="541" name="Google Shape;541;p6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542" name="Google Shape;542;p63"/>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CUSTOM_4_1">
    <p:spTree>
      <p:nvGrpSpPr>
        <p:cNvPr id="543" name="Shape 543"/>
        <p:cNvGrpSpPr/>
        <p:nvPr/>
      </p:nvGrpSpPr>
      <p:grpSpPr>
        <a:xfrm>
          <a:off x="0" y="0"/>
          <a:ext cx="0" cy="0"/>
          <a:chOff x="0" y="0"/>
          <a:chExt cx="0" cy="0"/>
        </a:xfrm>
      </p:grpSpPr>
      <p:sp>
        <p:nvSpPr>
          <p:cNvPr id="544" name="Google Shape;544;p64"/>
          <p:cNvSpPr txBox="1"/>
          <p:nvPr>
            <p:ph idx="1" type="body"/>
          </p:nvPr>
        </p:nvSpPr>
        <p:spPr>
          <a:xfrm>
            <a:off x="311700"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545" name="Google Shape;545;p64"/>
          <p:cNvSpPr/>
          <p:nvPr>
            <p:ph idx="2" type="pic"/>
          </p:nvPr>
        </p:nvSpPr>
        <p:spPr>
          <a:xfrm>
            <a:off x="4804825" y="1133300"/>
            <a:ext cx="4027500" cy="2392800"/>
          </a:xfrm>
          <a:prstGeom prst="rect">
            <a:avLst/>
          </a:prstGeom>
          <a:noFill/>
          <a:ln>
            <a:noFill/>
          </a:ln>
        </p:spPr>
      </p:sp>
      <p:sp>
        <p:nvSpPr>
          <p:cNvPr id="546" name="Google Shape;546;p64"/>
          <p:cNvSpPr/>
          <p:nvPr>
            <p:ph idx="3" type="pic"/>
          </p:nvPr>
        </p:nvSpPr>
        <p:spPr>
          <a:xfrm>
            <a:off x="311725" y="1133300"/>
            <a:ext cx="4027500" cy="2392800"/>
          </a:xfrm>
          <a:prstGeom prst="rect">
            <a:avLst/>
          </a:prstGeom>
          <a:noFill/>
          <a:ln>
            <a:noFill/>
          </a:ln>
        </p:spPr>
      </p:sp>
      <p:sp>
        <p:nvSpPr>
          <p:cNvPr id="547" name="Google Shape;547;p64"/>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548" name="Google Shape;548;p6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549" name="Google Shape;549;p6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p:txBody>
      </p:sp>
      <p:sp>
        <p:nvSpPr>
          <p:cNvPr id="550" name="Google Shape;550;p64"/>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551" name="Google Shape;551;p64"/>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CUSTOM_4_1_1">
    <p:spTree>
      <p:nvGrpSpPr>
        <p:cNvPr id="552" name="Shape 552"/>
        <p:cNvGrpSpPr/>
        <p:nvPr/>
      </p:nvGrpSpPr>
      <p:grpSpPr>
        <a:xfrm>
          <a:off x="0" y="0"/>
          <a:ext cx="0" cy="0"/>
          <a:chOff x="0" y="0"/>
          <a:chExt cx="0" cy="0"/>
        </a:xfrm>
      </p:grpSpPr>
      <p:sp>
        <p:nvSpPr>
          <p:cNvPr id="553" name="Google Shape;553;p65"/>
          <p:cNvSpPr txBox="1"/>
          <p:nvPr>
            <p:ph idx="1" type="body"/>
          </p:nvPr>
        </p:nvSpPr>
        <p:spPr>
          <a:xfrm>
            <a:off x="31170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554" name="Google Shape;554;p65"/>
          <p:cNvSpPr/>
          <p:nvPr>
            <p:ph idx="2" type="pic"/>
          </p:nvPr>
        </p:nvSpPr>
        <p:spPr>
          <a:xfrm>
            <a:off x="6205225" y="1128325"/>
            <a:ext cx="2627100" cy="2273100"/>
          </a:xfrm>
          <a:prstGeom prst="rect">
            <a:avLst/>
          </a:prstGeom>
          <a:noFill/>
          <a:ln>
            <a:noFill/>
          </a:ln>
        </p:spPr>
      </p:sp>
      <p:sp>
        <p:nvSpPr>
          <p:cNvPr id="555" name="Google Shape;555;p65"/>
          <p:cNvSpPr/>
          <p:nvPr>
            <p:ph idx="3" type="pic"/>
          </p:nvPr>
        </p:nvSpPr>
        <p:spPr>
          <a:xfrm>
            <a:off x="311725" y="1128325"/>
            <a:ext cx="2627100" cy="2273100"/>
          </a:xfrm>
          <a:prstGeom prst="rect">
            <a:avLst/>
          </a:prstGeom>
          <a:noFill/>
          <a:ln>
            <a:noFill/>
          </a:ln>
        </p:spPr>
      </p:sp>
      <p:sp>
        <p:nvSpPr>
          <p:cNvPr id="556" name="Google Shape;556;p65"/>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557" name="Google Shape;557;p65"/>
          <p:cNvSpPr/>
          <p:nvPr>
            <p:ph idx="5" type="pic"/>
          </p:nvPr>
        </p:nvSpPr>
        <p:spPr>
          <a:xfrm>
            <a:off x="3255250" y="1128325"/>
            <a:ext cx="2627100" cy="2273100"/>
          </a:xfrm>
          <a:prstGeom prst="rect">
            <a:avLst/>
          </a:prstGeom>
          <a:noFill/>
          <a:ln>
            <a:noFill/>
          </a:ln>
        </p:spPr>
      </p:sp>
      <p:sp>
        <p:nvSpPr>
          <p:cNvPr id="558" name="Google Shape;558;p65"/>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559" name="Google Shape;559;p6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560" name="Google Shape;560;p6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p:txBody>
      </p:sp>
      <p:sp>
        <p:nvSpPr>
          <p:cNvPr id="561" name="Google Shape;561;p65"/>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562" name="Google Shape;562;p65"/>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563" name="Google Shape;563;p65"/>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CUSTOM_5_1">
    <p:spTree>
      <p:nvGrpSpPr>
        <p:cNvPr id="564" name="Shape 564"/>
        <p:cNvGrpSpPr/>
        <p:nvPr/>
      </p:nvGrpSpPr>
      <p:grpSpPr>
        <a:xfrm>
          <a:off x="0" y="0"/>
          <a:ext cx="0" cy="0"/>
          <a:chOff x="0" y="0"/>
          <a:chExt cx="0" cy="0"/>
        </a:xfrm>
      </p:grpSpPr>
      <p:sp>
        <p:nvSpPr>
          <p:cNvPr id="565" name="Google Shape;565;p66"/>
          <p:cNvSpPr/>
          <p:nvPr>
            <p:ph idx="2" type="pic"/>
          </p:nvPr>
        </p:nvSpPr>
        <p:spPr>
          <a:xfrm>
            <a:off x="311700" y="445025"/>
            <a:ext cx="8520600" cy="4218300"/>
          </a:xfrm>
          <a:prstGeom prst="rect">
            <a:avLst/>
          </a:prstGeom>
          <a:noFill/>
          <a:ln>
            <a:noFill/>
          </a:ln>
        </p:spPr>
      </p:sp>
      <p:sp>
        <p:nvSpPr>
          <p:cNvPr id="566" name="Google Shape;566;p6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CUSTOM_6_1">
    <p:spTree>
      <p:nvGrpSpPr>
        <p:cNvPr id="567" name="Shape 567"/>
        <p:cNvGrpSpPr/>
        <p:nvPr/>
      </p:nvGrpSpPr>
      <p:grpSpPr>
        <a:xfrm>
          <a:off x="0" y="0"/>
          <a:ext cx="0" cy="0"/>
          <a:chOff x="0" y="0"/>
          <a:chExt cx="0" cy="0"/>
        </a:xfrm>
      </p:grpSpPr>
      <p:sp>
        <p:nvSpPr>
          <p:cNvPr id="568" name="Google Shape;568;p6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569" name="Google Shape;569;p67"/>
          <p:cNvSpPr/>
          <p:nvPr>
            <p:ph idx="2" type="pic"/>
          </p:nvPr>
        </p:nvSpPr>
        <p:spPr>
          <a:xfrm>
            <a:off x="3389600" y="118913"/>
            <a:ext cx="1643700" cy="1535100"/>
          </a:xfrm>
          <a:prstGeom prst="rect">
            <a:avLst/>
          </a:prstGeom>
          <a:noFill/>
          <a:ln>
            <a:noFill/>
          </a:ln>
        </p:spPr>
      </p:sp>
      <p:sp>
        <p:nvSpPr>
          <p:cNvPr id="570" name="Google Shape;570;p67"/>
          <p:cNvSpPr/>
          <p:nvPr>
            <p:ph idx="3" type="pic"/>
          </p:nvPr>
        </p:nvSpPr>
        <p:spPr>
          <a:xfrm>
            <a:off x="5195935" y="118913"/>
            <a:ext cx="1643700" cy="1535100"/>
          </a:xfrm>
          <a:prstGeom prst="rect">
            <a:avLst/>
          </a:prstGeom>
          <a:noFill/>
          <a:ln>
            <a:noFill/>
          </a:ln>
        </p:spPr>
      </p:sp>
      <p:sp>
        <p:nvSpPr>
          <p:cNvPr id="571" name="Google Shape;571;p67"/>
          <p:cNvSpPr/>
          <p:nvPr>
            <p:ph idx="4" type="pic"/>
          </p:nvPr>
        </p:nvSpPr>
        <p:spPr>
          <a:xfrm>
            <a:off x="7002270" y="118913"/>
            <a:ext cx="1643700" cy="1535100"/>
          </a:xfrm>
          <a:prstGeom prst="rect">
            <a:avLst/>
          </a:prstGeom>
          <a:noFill/>
          <a:ln>
            <a:noFill/>
          </a:ln>
        </p:spPr>
      </p:sp>
      <p:sp>
        <p:nvSpPr>
          <p:cNvPr id="572" name="Google Shape;572;p67"/>
          <p:cNvSpPr/>
          <p:nvPr>
            <p:ph idx="5" type="pic"/>
          </p:nvPr>
        </p:nvSpPr>
        <p:spPr>
          <a:xfrm>
            <a:off x="3389588" y="1804212"/>
            <a:ext cx="1643700" cy="1535100"/>
          </a:xfrm>
          <a:prstGeom prst="rect">
            <a:avLst/>
          </a:prstGeom>
          <a:noFill/>
          <a:ln>
            <a:noFill/>
          </a:ln>
        </p:spPr>
      </p:sp>
      <p:sp>
        <p:nvSpPr>
          <p:cNvPr id="573" name="Google Shape;573;p67"/>
          <p:cNvSpPr/>
          <p:nvPr>
            <p:ph idx="6" type="pic"/>
          </p:nvPr>
        </p:nvSpPr>
        <p:spPr>
          <a:xfrm>
            <a:off x="5195922" y="1804212"/>
            <a:ext cx="1643700" cy="1535100"/>
          </a:xfrm>
          <a:prstGeom prst="rect">
            <a:avLst/>
          </a:prstGeom>
          <a:noFill/>
          <a:ln>
            <a:noFill/>
          </a:ln>
        </p:spPr>
      </p:sp>
      <p:sp>
        <p:nvSpPr>
          <p:cNvPr id="574" name="Google Shape;574;p67"/>
          <p:cNvSpPr/>
          <p:nvPr>
            <p:ph idx="7" type="pic"/>
          </p:nvPr>
        </p:nvSpPr>
        <p:spPr>
          <a:xfrm>
            <a:off x="7002257" y="1804212"/>
            <a:ext cx="1643700" cy="1535100"/>
          </a:xfrm>
          <a:prstGeom prst="rect">
            <a:avLst/>
          </a:prstGeom>
          <a:noFill/>
          <a:ln>
            <a:noFill/>
          </a:ln>
        </p:spPr>
      </p:sp>
      <p:sp>
        <p:nvSpPr>
          <p:cNvPr id="575" name="Google Shape;575;p67"/>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36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p:txBody>
      </p:sp>
      <p:sp>
        <p:nvSpPr>
          <p:cNvPr id="576" name="Google Shape;576;p67"/>
          <p:cNvSpPr/>
          <p:nvPr>
            <p:ph idx="8" type="pic"/>
          </p:nvPr>
        </p:nvSpPr>
        <p:spPr>
          <a:xfrm>
            <a:off x="3389588" y="3489487"/>
            <a:ext cx="1643700" cy="1535100"/>
          </a:xfrm>
          <a:prstGeom prst="rect">
            <a:avLst/>
          </a:prstGeom>
          <a:noFill/>
          <a:ln>
            <a:noFill/>
          </a:ln>
        </p:spPr>
      </p:sp>
      <p:sp>
        <p:nvSpPr>
          <p:cNvPr id="577" name="Google Shape;577;p67"/>
          <p:cNvSpPr/>
          <p:nvPr>
            <p:ph idx="9" type="pic"/>
          </p:nvPr>
        </p:nvSpPr>
        <p:spPr>
          <a:xfrm>
            <a:off x="5195922" y="3489487"/>
            <a:ext cx="1643700" cy="1535100"/>
          </a:xfrm>
          <a:prstGeom prst="rect">
            <a:avLst/>
          </a:prstGeom>
          <a:noFill/>
          <a:ln>
            <a:noFill/>
          </a:ln>
        </p:spPr>
      </p:sp>
      <p:sp>
        <p:nvSpPr>
          <p:cNvPr id="578" name="Google Shape;578;p67"/>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51.xml"/><Relationship Id="rId42" Type="http://schemas.openxmlformats.org/officeDocument/2006/relationships/slideLayout" Target="../slideLayouts/slideLayout53.xml"/><Relationship Id="rId41" Type="http://schemas.openxmlformats.org/officeDocument/2006/relationships/slideLayout" Target="../slideLayouts/slideLayout52.xml"/><Relationship Id="rId44" Type="http://schemas.openxmlformats.org/officeDocument/2006/relationships/slideLayout" Target="../slideLayouts/slideLayout55.xml"/><Relationship Id="rId43" Type="http://schemas.openxmlformats.org/officeDocument/2006/relationships/slideLayout" Target="../slideLayouts/slideLayout54.xml"/><Relationship Id="rId46" Type="http://schemas.openxmlformats.org/officeDocument/2006/relationships/slideLayout" Target="../slideLayouts/slideLayout57.xml"/><Relationship Id="rId45" Type="http://schemas.openxmlformats.org/officeDocument/2006/relationships/slideLayout" Target="../slideLayouts/slideLayout56.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48" Type="http://schemas.openxmlformats.org/officeDocument/2006/relationships/slideLayout" Target="../slideLayouts/slideLayout59.xml"/><Relationship Id="rId47" Type="http://schemas.openxmlformats.org/officeDocument/2006/relationships/slideLayout" Target="../slideLayouts/slideLayout58.xml"/><Relationship Id="rId49" Type="http://schemas.openxmlformats.org/officeDocument/2006/relationships/slideLayout" Target="../slideLayouts/slideLayout6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31" Type="http://schemas.openxmlformats.org/officeDocument/2006/relationships/slideLayout" Target="../slideLayouts/slideLayout42.xml"/><Relationship Id="rId30" Type="http://schemas.openxmlformats.org/officeDocument/2006/relationships/slideLayout" Target="../slideLayouts/slideLayout41.xml"/><Relationship Id="rId33" Type="http://schemas.openxmlformats.org/officeDocument/2006/relationships/slideLayout" Target="../slideLayouts/slideLayout44.xml"/><Relationship Id="rId32" Type="http://schemas.openxmlformats.org/officeDocument/2006/relationships/slideLayout" Target="../slideLayouts/slideLayout43.xml"/><Relationship Id="rId35" Type="http://schemas.openxmlformats.org/officeDocument/2006/relationships/slideLayout" Target="../slideLayouts/slideLayout46.xml"/><Relationship Id="rId34" Type="http://schemas.openxmlformats.org/officeDocument/2006/relationships/slideLayout" Target="../slideLayouts/slideLayout45.xml"/><Relationship Id="rId37" Type="http://schemas.openxmlformats.org/officeDocument/2006/relationships/slideLayout" Target="../slideLayouts/slideLayout48.xml"/><Relationship Id="rId36" Type="http://schemas.openxmlformats.org/officeDocument/2006/relationships/slideLayout" Target="../slideLayouts/slideLayout47.xml"/><Relationship Id="rId39" Type="http://schemas.openxmlformats.org/officeDocument/2006/relationships/slideLayout" Target="../slideLayouts/slideLayout50.xml"/><Relationship Id="rId38" Type="http://schemas.openxmlformats.org/officeDocument/2006/relationships/slideLayout" Target="../slideLayouts/slideLayout49.xml"/><Relationship Id="rId20" Type="http://schemas.openxmlformats.org/officeDocument/2006/relationships/slideLayout" Target="../slideLayouts/slideLayout31.xml"/><Relationship Id="rId22" Type="http://schemas.openxmlformats.org/officeDocument/2006/relationships/slideLayout" Target="../slideLayouts/slideLayout33.xml"/><Relationship Id="rId21" Type="http://schemas.openxmlformats.org/officeDocument/2006/relationships/slideLayout" Target="../slideLayouts/slideLayout32.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29" Type="http://schemas.openxmlformats.org/officeDocument/2006/relationships/slideLayout" Target="../slideLayouts/slideLayout40.xml"/><Relationship Id="rId51" Type="http://schemas.openxmlformats.org/officeDocument/2006/relationships/slideLayout" Target="../slideLayouts/slideLayout62.xml"/><Relationship Id="rId50" Type="http://schemas.openxmlformats.org/officeDocument/2006/relationships/slideLayout" Target="../slideLayouts/slideLayout61.xml"/><Relationship Id="rId53" Type="http://schemas.openxmlformats.org/officeDocument/2006/relationships/slideLayout" Target="../slideLayouts/slideLayout64.xml"/><Relationship Id="rId52" Type="http://schemas.openxmlformats.org/officeDocument/2006/relationships/slideLayout" Target="../slideLayouts/slideLayout63.xml"/><Relationship Id="rId11" Type="http://schemas.openxmlformats.org/officeDocument/2006/relationships/slideLayout" Target="../slideLayouts/slideLayout22.xml"/><Relationship Id="rId55" Type="http://schemas.openxmlformats.org/officeDocument/2006/relationships/theme" Target="../theme/theme1.xml"/><Relationship Id="rId10" Type="http://schemas.openxmlformats.org/officeDocument/2006/relationships/slideLayout" Target="../slideLayouts/slideLayout21.xml"/><Relationship Id="rId54" Type="http://schemas.openxmlformats.org/officeDocument/2006/relationships/slideLayout" Target="../slideLayouts/slideLayout65.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2"/>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228600" y="457200"/>
            <a:ext cx="5120700" cy="13071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600"/>
              <a:buFont typeface="Space Grotesk"/>
              <a:buNone/>
              <a:defRPr b="1" sz="3600">
                <a:solidFill>
                  <a:schemeClr val="dk1"/>
                </a:solidFill>
                <a:latin typeface="Space Grotesk"/>
                <a:ea typeface="Space Grotesk"/>
                <a:cs typeface="Space Grotesk"/>
                <a:sym typeface="Space Grotesk"/>
              </a:defRPr>
            </a:lvl1pPr>
            <a:lvl2pPr lvl="1">
              <a:spcBef>
                <a:spcPts val="0"/>
              </a:spcBef>
              <a:spcAft>
                <a:spcPts val="0"/>
              </a:spcAft>
              <a:buClr>
                <a:schemeClr val="dk1"/>
              </a:buClr>
              <a:buSzPts val="4800"/>
              <a:buFont typeface="Space Grotesk"/>
              <a:buNone/>
              <a:defRPr b="1" sz="4800">
                <a:solidFill>
                  <a:schemeClr val="dk1"/>
                </a:solidFill>
                <a:latin typeface="Space Grotesk"/>
                <a:ea typeface="Space Grotesk"/>
                <a:cs typeface="Space Grotesk"/>
                <a:sym typeface="Space Grotesk"/>
              </a:defRPr>
            </a:lvl2pPr>
            <a:lvl3pPr lvl="2">
              <a:spcBef>
                <a:spcPts val="0"/>
              </a:spcBef>
              <a:spcAft>
                <a:spcPts val="0"/>
              </a:spcAft>
              <a:buClr>
                <a:schemeClr val="dk1"/>
              </a:buClr>
              <a:buSzPts val="4800"/>
              <a:buFont typeface="Space Grotesk"/>
              <a:buNone/>
              <a:defRPr b="1" sz="4800">
                <a:solidFill>
                  <a:schemeClr val="dk1"/>
                </a:solidFill>
                <a:latin typeface="Space Grotesk"/>
                <a:ea typeface="Space Grotesk"/>
                <a:cs typeface="Space Grotesk"/>
                <a:sym typeface="Space Grotesk"/>
              </a:defRPr>
            </a:lvl3pPr>
            <a:lvl4pPr lvl="3">
              <a:spcBef>
                <a:spcPts val="0"/>
              </a:spcBef>
              <a:spcAft>
                <a:spcPts val="0"/>
              </a:spcAft>
              <a:buClr>
                <a:schemeClr val="dk1"/>
              </a:buClr>
              <a:buSzPts val="4800"/>
              <a:buFont typeface="Space Grotesk"/>
              <a:buNone/>
              <a:defRPr b="1" sz="4800">
                <a:solidFill>
                  <a:schemeClr val="dk1"/>
                </a:solidFill>
                <a:latin typeface="Space Grotesk"/>
                <a:ea typeface="Space Grotesk"/>
                <a:cs typeface="Space Grotesk"/>
                <a:sym typeface="Space Grotesk"/>
              </a:defRPr>
            </a:lvl4pPr>
            <a:lvl5pPr lvl="4">
              <a:spcBef>
                <a:spcPts val="0"/>
              </a:spcBef>
              <a:spcAft>
                <a:spcPts val="0"/>
              </a:spcAft>
              <a:buClr>
                <a:schemeClr val="dk1"/>
              </a:buClr>
              <a:buSzPts val="4800"/>
              <a:buFont typeface="Space Grotesk"/>
              <a:buNone/>
              <a:defRPr b="1" sz="4800">
                <a:solidFill>
                  <a:schemeClr val="dk1"/>
                </a:solidFill>
                <a:latin typeface="Space Grotesk"/>
                <a:ea typeface="Space Grotesk"/>
                <a:cs typeface="Space Grotesk"/>
                <a:sym typeface="Space Grotesk"/>
              </a:defRPr>
            </a:lvl5pPr>
            <a:lvl6pPr lvl="5">
              <a:spcBef>
                <a:spcPts val="0"/>
              </a:spcBef>
              <a:spcAft>
                <a:spcPts val="0"/>
              </a:spcAft>
              <a:buClr>
                <a:schemeClr val="dk1"/>
              </a:buClr>
              <a:buSzPts val="4800"/>
              <a:buFont typeface="Space Grotesk"/>
              <a:buNone/>
              <a:defRPr b="1" sz="4800">
                <a:solidFill>
                  <a:schemeClr val="dk1"/>
                </a:solidFill>
                <a:latin typeface="Space Grotesk"/>
                <a:ea typeface="Space Grotesk"/>
                <a:cs typeface="Space Grotesk"/>
                <a:sym typeface="Space Grotesk"/>
              </a:defRPr>
            </a:lvl6pPr>
            <a:lvl7pPr lvl="6">
              <a:spcBef>
                <a:spcPts val="0"/>
              </a:spcBef>
              <a:spcAft>
                <a:spcPts val="0"/>
              </a:spcAft>
              <a:buClr>
                <a:schemeClr val="dk1"/>
              </a:buClr>
              <a:buSzPts val="4800"/>
              <a:buFont typeface="Space Grotesk"/>
              <a:buNone/>
              <a:defRPr b="1" sz="4800">
                <a:solidFill>
                  <a:schemeClr val="dk1"/>
                </a:solidFill>
                <a:latin typeface="Space Grotesk"/>
                <a:ea typeface="Space Grotesk"/>
                <a:cs typeface="Space Grotesk"/>
                <a:sym typeface="Space Grotesk"/>
              </a:defRPr>
            </a:lvl7pPr>
            <a:lvl8pPr lvl="7">
              <a:spcBef>
                <a:spcPts val="0"/>
              </a:spcBef>
              <a:spcAft>
                <a:spcPts val="0"/>
              </a:spcAft>
              <a:buClr>
                <a:schemeClr val="dk1"/>
              </a:buClr>
              <a:buSzPts val="4800"/>
              <a:buFont typeface="Space Grotesk"/>
              <a:buNone/>
              <a:defRPr b="1" sz="4800">
                <a:solidFill>
                  <a:schemeClr val="dk1"/>
                </a:solidFill>
                <a:latin typeface="Space Grotesk"/>
                <a:ea typeface="Space Grotesk"/>
                <a:cs typeface="Space Grotesk"/>
                <a:sym typeface="Space Grotesk"/>
              </a:defRPr>
            </a:lvl8pPr>
            <a:lvl9pPr lvl="8">
              <a:spcBef>
                <a:spcPts val="0"/>
              </a:spcBef>
              <a:spcAft>
                <a:spcPts val="0"/>
              </a:spcAft>
              <a:buClr>
                <a:schemeClr val="dk1"/>
              </a:buClr>
              <a:buSzPts val="4800"/>
              <a:buFont typeface="Space Grotesk"/>
              <a:buNone/>
              <a:defRPr b="1" sz="4800">
                <a:solidFill>
                  <a:schemeClr val="dk1"/>
                </a:solidFill>
                <a:latin typeface="Space Grotesk"/>
                <a:ea typeface="Space Grotesk"/>
                <a:cs typeface="Space Grotesk"/>
                <a:sym typeface="Space Grotesk"/>
              </a:defRPr>
            </a:lvl9pPr>
          </a:lstStyle>
          <a:p/>
        </p:txBody>
      </p:sp>
      <p:sp>
        <p:nvSpPr>
          <p:cNvPr id="52" name="Google Shape;52;p13"/>
          <p:cNvSpPr txBox="1"/>
          <p:nvPr>
            <p:ph idx="1" type="body"/>
          </p:nvPr>
        </p:nvSpPr>
        <p:spPr>
          <a:xfrm>
            <a:off x="228600" y="3180525"/>
            <a:ext cx="8686800" cy="1739400"/>
          </a:xfrm>
          <a:prstGeom prst="rect">
            <a:avLst/>
          </a:prstGeom>
          <a:noFill/>
          <a:ln>
            <a:noFill/>
          </a:ln>
        </p:spPr>
        <p:txBody>
          <a:bodyPr anchorCtr="0" anchor="t" bIns="91425" lIns="91425" spcFirstLastPara="1" rIns="91425" wrap="square" tIns="91425">
            <a:noAutofit/>
          </a:bodyPr>
          <a:lstStyle>
            <a:lvl1pPr indent="-304800" lvl="0" marL="457200">
              <a:spcBef>
                <a:spcPts val="0"/>
              </a:spcBef>
              <a:spcAft>
                <a:spcPts val="0"/>
              </a:spcAft>
              <a:buClr>
                <a:schemeClr val="dk1"/>
              </a:buClr>
              <a:buSzPts val="1200"/>
              <a:buFont typeface="Space Grotesk"/>
              <a:buChar char="●"/>
              <a:defRPr sz="1200">
                <a:solidFill>
                  <a:schemeClr val="dk1"/>
                </a:solidFill>
                <a:latin typeface="Space Grotesk"/>
                <a:ea typeface="Space Grotesk"/>
                <a:cs typeface="Space Grotesk"/>
                <a:sym typeface="Space Grotesk"/>
              </a:defRPr>
            </a:lvl1pPr>
            <a:lvl2pPr indent="-304800" lvl="1" marL="914400">
              <a:spcBef>
                <a:spcPts val="0"/>
              </a:spcBef>
              <a:spcAft>
                <a:spcPts val="0"/>
              </a:spcAft>
              <a:buClr>
                <a:schemeClr val="dk1"/>
              </a:buClr>
              <a:buSzPts val="1200"/>
              <a:buFont typeface="Space Grotesk"/>
              <a:buChar char="○"/>
              <a:defRPr sz="1200">
                <a:solidFill>
                  <a:schemeClr val="dk1"/>
                </a:solidFill>
                <a:latin typeface="Space Grotesk"/>
                <a:ea typeface="Space Grotesk"/>
                <a:cs typeface="Space Grotesk"/>
                <a:sym typeface="Space Grotesk"/>
              </a:defRPr>
            </a:lvl2pPr>
            <a:lvl3pPr indent="-304800" lvl="2" marL="1371600">
              <a:spcBef>
                <a:spcPts val="0"/>
              </a:spcBef>
              <a:spcAft>
                <a:spcPts val="0"/>
              </a:spcAft>
              <a:buClr>
                <a:schemeClr val="dk1"/>
              </a:buClr>
              <a:buSzPts val="1200"/>
              <a:buFont typeface="Space Grotesk"/>
              <a:buChar char="■"/>
              <a:defRPr sz="1200">
                <a:solidFill>
                  <a:schemeClr val="dk1"/>
                </a:solidFill>
                <a:latin typeface="Space Grotesk"/>
                <a:ea typeface="Space Grotesk"/>
                <a:cs typeface="Space Grotesk"/>
                <a:sym typeface="Space Grotesk"/>
              </a:defRPr>
            </a:lvl3pPr>
            <a:lvl4pPr indent="-304800" lvl="3" marL="1828800">
              <a:spcBef>
                <a:spcPts val="0"/>
              </a:spcBef>
              <a:spcAft>
                <a:spcPts val="0"/>
              </a:spcAft>
              <a:buClr>
                <a:schemeClr val="dk1"/>
              </a:buClr>
              <a:buSzPts val="1200"/>
              <a:buFont typeface="Space Grotesk"/>
              <a:buChar char="●"/>
              <a:defRPr sz="1200">
                <a:solidFill>
                  <a:schemeClr val="dk1"/>
                </a:solidFill>
                <a:latin typeface="Space Grotesk"/>
                <a:ea typeface="Space Grotesk"/>
                <a:cs typeface="Space Grotesk"/>
                <a:sym typeface="Space Grotesk"/>
              </a:defRPr>
            </a:lvl4pPr>
            <a:lvl5pPr indent="-304800" lvl="4" marL="2286000">
              <a:spcBef>
                <a:spcPts val="0"/>
              </a:spcBef>
              <a:spcAft>
                <a:spcPts val="0"/>
              </a:spcAft>
              <a:buClr>
                <a:schemeClr val="dk1"/>
              </a:buClr>
              <a:buSzPts val="1200"/>
              <a:buFont typeface="Space Grotesk"/>
              <a:buChar char="○"/>
              <a:defRPr sz="1200">
                <a:solidFill>
                  <a:schemeClr val="dk1"/>
                </a:solidFill>
                <a:latin typeface="Space Grotesk"/>
                <a:ea typeface="Space Grotesk"/>
                <a:cs typeface="Space Grotesk"/>
                <a:sym typeface="Space Grotesk"/>
              </a:defRPr>
            </a:lvl5pPr>
            <a:lvl6pPr indent="-304800" lvl="5" marL="2743200">
              <a:spcBef>
                <a:spcPts val="0"/>
              </a:spcBef>
              <a:spcAft>
                <a:spcPts val="0"/>
              </a:spcAft>
              <a:buClr>
                <a:schemeClr val="dk1"/>
              </a:buClr>
              <a:buSzPts val="1200"/>
              <a:buFont typeface="Space Grotesk"/>
              <a:buChar char="■"/>
              <a:defRPr sz="1200">
                <a:solidFill>
                  <a:schemeClr val="dk1"/>
                </a:solidFill>
                <a:latin typeface="Space Grotesk"/>
                <a:ea typeface="Space Grotesk"/>
                <a:cs typeface="Space Grotesk"/>
                <a:sym typeface="Space Grotesk"/>
              </a:defRPr>
            </a:lvl6pPr>
            <a:lvl7pPr indent="-304800" lvl="6" marL="3200400">
              <a:spcBef>
                <a:spcPts val="0"/>
              </a:spcBef>
              <a:spcAft>
                <a:spcPts val="0"/>
              </a:spcAft>
              <a:buClr>
                <a:schemeClr val="dk1"/>
              </a:buClr>
              <a:buSzPts val="1200"/>
              <a:buFont typeface="Space Grotesk"/>
              <a:buChar char="●"/>
              <a:defRPr sz="1200">
                <a:solidFill>
                  <a:schemeClr val="dk1"/>
                </a:solidFill>
                <a:latin typeface="Space Grotesk"/>
                <a:ea typeface="Space Grotesk"/>
                <a:cs typeface="Space Grotesk"/>
                <a:sym typeface="Space Grotesk"/>
              </a:defRPr>
            </a:lvl7pPr>
            <a:lvl8pPr indent="-304800" lvl="7" marL="3657600">
              <a:spcBef>
                <a:spcPts val="0"/>
              </a:spcBef>
              <a:spcAft>
                <a:spcPts val="0"/>
              </a:spcAft>
              <a:buClr>
                <a:schemeClr val="dk1"/>
              </a:buClr>
              <a:buSzPts val="1200"/>
              <a:buFont typeface="Space Grotesk"/>
              <a:buChar char="○"/>
              <a:defRPr sz="1200">
                <a:solidFill>
                  <a:schemeClr val="dk1"/>
                </a:solidFill>
                <a:latin typeface="Space Grotesk"/>
                <a:ea typeface="Space Grotesk"/>
                <a:cs typeface="Space Grotesk"/>
                <a:sym typeface="Space Grotesk"/>
              </a:defRPr>
            </a:lvl8pPr>
            <a:lvl9pPr indent="-304800" lvl="8" marL="4114800">
              <a:spcBef>
                <a:spcPts val="0"/>
              </a:spcBef>
              <a:spcAft>
                <a:spcPts val="0"/>
              </a:spcAft>
              <a:buClr>
                <a:schemeClr val="dk1"/>
              </a:buClr>
              <a:buSzPts val="1200"/>
              <a:buFont typeface="Space Grotesk"/>
              <a:buChar char="■"/>
              <a:defRPr sz="1200">
                <a:solidFill>
                  <a:schemeClr val="dk1"/>
                </a:solidFill>
                <a:latin typeface="Space Grotesk"/>
                <a:ea typeface="Space Grotesk"/>
                <a:cs typeface="Space Grotesk"/>
                <a:sym typeface="Space Grotesk"/>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 id="2147483693" r:id="rId35"/>
    <p:sldLayoutId id="2147483694" r:id="rId36"/>
    <p:sldLayoutId id="2147483695" r:id="rId37"/>
    <p:sldLayoutId id="2147483696" r:id="rId38"/>
    <p:sldLayoutId id="2147483697" r:id="rId39"/>
    <p:sldLayoutId id="2147483698" r:id="rId40"/>
    <p:sldLayoutId id="2147483699" r:id="rId41"/>
    <p:sldLayoutId id="2147483700" r:id="rId42"/>
    <p:sldLayoutId id="2147483701" r:id="rId43"/>
    <p:sldLayoutId id="2147483702" r:id="rId44"/>
    <p:sldLayoutId id="2147483703" r:id="rId45"/>
    <p:sldLayoutId id="2147483704" r:id="rId46"/>
    <p:sldLayoutId id="2147483705" r:id="rId47"/>
    <p:sldLayoutId id="2147483706" r:id="rId48"/>
    <p:sldLayoutId id="2147483707" r:id="rId49"/>
    <p:sldLayoutId id="2147483708" r:id="rId50"/>
    <p:sldLayoutId id="2147483709" r:id="rId51"/>
    <p:sldLayoutId id="2147483710" r:id="rId52"/>
    <p:sldLayoutId id="2147483711" r:id="rId53"/>
    <p:sldLayoutId id="2147483712" r:id="rId5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3099">
          <p15:clr>
            <a:srgbClr val="E46962"/>
          </p15:clr>
        </p15:guide>
        <p15:guide id="2" pos="3744">
          <p15:clr>
            <a:srgbClr val="E46962"/>
          </p15:clr>
        </p15:guide>
        <p15:guide id="3" pos="144">
          <p15:clr>
            <a:srgbClr val="E46962"/>
          </p15:clr>
        </p15:guide>
        <p15:guide id="4" pos="216">
          <p15:clr>
            <a:srgbClr val="E46962"/>
          </p15:clr>
        </p15:guide>
        <p15:guide id="5" pos="593">
          <p15:clr>
            <a:srgbClr val="E46962"/>
          </p15:clr>
        </p15:guide>
        <p15:guide id="6" pos="669">
          <p15:clr>
            <a:srgbClr val="E46962"/>
          </p15:clr>
        </p15:guide>
        <p15:guide id="7" pos="1044">
          <p15:clr>
            <a:srgbClr val="E46962"/>
          </p15:clr>
        </p15:guide>
        <p15:guide id="8" pos="1119">
          <p15:clr>
            <a:srgbClr val="E46962"/>
          </p15:clr>
        </p15:guide>
        <p15:guide id="9" pos="1494">
          <p15:clr>
            <a:srgbClr val="E46962"/>
          </p15:clr>
        </p15:guide>
        <p15:guide id="10" pos="1569">
          <p15:clr>
            <a:srgbClr val="E46962"/>
          </p15:clr>
        </p15:guide>
        <p15:guide id="11" pos="1944">
          <p15:clr>
            <a:srgbClr val="E46962"/>
          </p15:clr>
        </p15:guide>
        <p15:guide id="12" pos="2019">
          <p15:clr>
            <a:srgbClr val="E46962"/>
          </p15:clr>
        </p15:guide>
        <p15:guide id="13" pos="2394">
          <p15:clr>
            <a:srgbClr val="E46962"/>
          </p15:clr>
        </p15:guide>
        <p15:guide id="14" pos="2469">
          <p15:clr>
            <a:srgbClr val="E46962"/>
          </p15:clr>
        </p15:guide>
        <p15:guide id="15" pos="2844">
          <p15:clr>
            <a:srgbClr val="E46962"/>
          </p15:clr>
        </p15:guide>
        <p15:guide id="16" pos="2919">
          <p15:clr>
            <a:srgbClr val="E46962"/>
          </p15:clr>
        </p15:guide>
        <p15:guide id="17" pos="3294">
          <p15:clr>
            <a:srgbClr val="E46962"/>
          </p15:clr>
        </p15:guide>
        <p15:guide id="18" pos="3370">
          <p15:clr>
            <a:srgbClr val="E46962"/>
          </p15:clr>
        </p15:guide>
        <p15:guide id="19" pos="3816">
          <p15:clr>
            <a:srgbClr val="E46962"/>
          </p15:clr>
        </p15:guide>
        <p15:guide id="20" pos="4194">
          <p15:clr>
            <a:srgbClr val="E46962"/>
          </p15:clr>
        </p15:guide>
        <p15:guide id="21" pos="4270">
          <p15:clr>
            <a:srgbClr val="E46962"/>
          </p15:clr>
        </p15:guide>
        <p15:guide id="22" pos="4644">
          <p15:clr>
            <a:srgbClr val="E46962"/>
          </p15:clr>
        </p15:guide>
        <p15:guide id="23" pos="4720">
          <p15:clr>
            <a:srgbClr val="E46962"/>
          </p15:clr>
        </p15:guide>
        <p15:guide id="24" pos="5094">
          <p15:clr>
            <a:srgbClr val="E46962"/>
          </p15:clr>
        </p15:guide>
        <p15:guide id="25" pos="5170">
          <p15:clr>
            <a:srgbClr val="E46962"/>
          </p15:clr>
        </p15:guide>
        <p15:guide id="26" pos="5544">
          <p15:clr>
            <a:srgbClr val="E46962"/>
          </p15:clr>
        </p15:guide>
        <p15:guide id="27" pos="5616">
          <p15:clr>
            <a:srgbClr val="E46962"/>
          </p15:clr>
        </p15:guide>
        <p15:guide id="28" orient="horz" pos="141">
          <p15:clr>
            <a:srgbClr val="E46962"/>
          </p15:clr>
        </p15:guide>
        <p15:guide id="29" orient="horz" pos="288">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7.xml"/><Relationship Id="rId3" Type="http://schemas.openxmlformats.org/officeDocument/2006/relationships/image" Target="../media/image5.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1.xml"/><Relationship Id="rId3" Type="http://schemas.openxmlformats.org/officeDocument/2006/relationships/hyperlink" Target="https://www.invasivespeciesinfo.gov/subject/human-health-impacts#:~:text=Invasive%20species%20can%20negatively%20impact,2013" TargetMode="External"/><Relationship Id="rId4" Type="http://schemas.openxmlformats.org/officeDocument/2006/relationships/hyperlink" Target="https://www.kaggle.com/competitions/invasive-species-monitoring/data"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2.xml"/><Relationship Id="rId3" Type="http://schemas.openxmlformats.org/officeDocument/2006/relationships/image" Target="../media/image2.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582" name="Shape 582"/>
        <p:cNvGrpSpPr/>
        <p:nvPr/>
      </p:nvGrpSpPr>
      <p:grpSpPr>
        <a:xfrm>
          <a:off x="0" y="0"/>
          <a:ext cx="0" cy="0"/>
          <a:chOff x="0" y="0"/>
          <a:chExt cx="0" cy="0"/>
        </a:xfrm>
      </p:grpSpPr>
      <p:pic>
        <p:nvPicPr>
          <p:cNvPr descr="Forest dense with evergreen trees." id="583" name="Google Shape;583;p68"/>
          <p:cNvPicPr preferRelativeResize="0"/>
          <p:nvPr>
            <p:ph idx="2" type="pic"/>
          </p:nvPr>
        </p:nvPicPr>
        <p:blipFill rotWithShape="1">
          <a:blip r:embed="rId3">
            <a:alphaModFix/>
          </a:blip>
          <a:srcRect b="7527" l="0" r="0" t="7518"/>
          <a:stretch/>
        </p:blipFill>
        <p:spPr>
          <a:xfrm>
            <a:off x="0" y="0"/>
            <a:ext cx="9144003" cy="5143501"/>
          </a:xfrm>
          <a:prstGeom prst="rect">
            <a:avLst/>
          </a:prstGeom>
        </p:spPr>
      </p:pic>
      <p:sp>
        <p:nvSpPr>
          <p:cNvPr id="584" name="Google Shape;584;p68"/>
          <p:cNvSpPr txBox="1"/>
          <p:nvPr>
            <p:ph type="title"/>
          </p:nvPr>
        </p:nvSpPr>
        <p:spPr>
          <a:xfrm>
            <a:off x="285750" y="1639500"/>
            <a:ext cx="8572500" cy="186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Invasive Species Detection</a:t>
            </a:r>
            <a:endParaRPr/>
          </a:p>
          <a:p>
            <a:pPr indent="0" lvl="0" marL="0" rtl="0" algn="l">
              <a:spcBef>
                <a:spcPts val="0"/>
              </a:spcBef>
              <a:spcAft>
                <a:spcPts val="0"/>
              </a:spcAft>
              <a:buNone/>
            </a:pPr>
            <a:r>
              <a:t/>
            </a:r>
            <a:endParaRPr/>
          </a:p>
        </p:txBody>
      </p:sp>
      <p:sp>
        <p:nvSpPr>
          <p:cNvPr id="585" name="Google Shape;585;p68"/>
          <p:cNvSpPr txBox="1"/>
          <p:nvPr>
            <p:ph idx="1" type="subTitle"/>
          </p:nvPr>
        </p:nvSpPr>
        <p:spPr>
          <a:xfrm>
            <a:off x="342750" y="3820125"/>
            <a:ext cx="3041700" cy="55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Olivia Gette, </a:t>
            </a:r>
            <a:endParaRPr/>
          </a:p>
          <a:p>
            <a:pPr indent="0" lvl="0" marL="0" rtl="0" algn="l">
              <a:spcBef>
                <a:spcPts val="0"/>
              </a:spcBef>
              <a:spcAft>
                <a:spcPts val="0"/>
              </a:spcAft>
              <a:buNone/>
            </a:pPr>
            <a:r>
              <a:rPr lang="en"/>
              <a:t>Erica Zhu, </a:t>
            </a:r>
            <a:endParaRPr/>
          </a:p>
          <a:p>
            <a:pPr indent="0" lvl="0" marL="0" rtl="0" algn="l">
              <a:spcBef>
                <a:spcPts val="0"/>
              </a:spcBef>
              <a:spcAft>
                <a:spcPts val="0"/>
              </a:spcAft>
              <a:buNone/>
            </a:pPr>
            <a:r>
              <a:rPr lang="en"/>
              <a:t>Zoe Mazurkiewicz</a:t>
            </a:r>
            <a:endParaRPr/>
          </a:p>
        </p:txBody>
      </p:sp>
      <p:cxnSp>
        <p:nvCxnSpPr>
          <p:cNvPr id="586" name="Google Shape;586;p68"/>
          <p:cNvCxnSpPr/>
          <p:nvPr/>
        </p:nvCxnSpPr>
        <p:spPr>
          <a:xfrm>
            <a:off x="342750" y="1282588"/>
            <a:ext cx="8458500" cy="0"/>
          </a:xfrm>
          <a:prstGeom prst="straightConnector1">
            <a:avLst/>
          </a:prstGeom>
          <a:noFill/>
          <a:ln cap="flat" cmpd="sng" w="28575">
            <a:solidFill>
              <a:schemeClr val="dk1"/>
            </a:solidFill>
            <a:prstDash val="solid"/>
            <a:round/>
            <a:headEnd len="med" w="med" type="none"/>
            <a:tailEnd len="med" w="med" type="none"/>
          </a:ln>
        </p:spPr>
      </p:cxnSp>
      <p:cxnSp>
        <p:nvCxnSpPr>
          <p:cNvPr id="587" name="Google Shape;587;p68"/>
          <p:cNvCxnSpPr/>
          <p:nvPr/>
        </p:nvCxnSpPr>
        <p:spPr>
          <a:xfrm>
            <a:off x="342750" y="3860913"/>
            <a:ext cx="8458500" cy="0"/>
          </a:xfrm>
          <a:prstGeom prst="straightConnector1">
            <a:avLst/>
          </a:prstGeom>
          <a:noFill/>
          <a:ln cap="flat" cmpd="sng" w="76200">
            <a:solidFill>
              <a:schemeClr val="dk1"/>
            </a:solidFill>
            <a:prstDash val="solid"/>
            <a:round/>
            <a:headEnd len="med" w="med" type="none"/>
            <a:tailEnd len="med" w="med" type="none"/>
          </a:ln>
        </p:spPr>
      </p:cxnSp>
      <p:sp>
        <p:nvSpPr>
          <p:cNvPr id="588" name="Google Shape;588;p68"/>
          <p:cNvSpPr txBox="1"/>
          <p:nvPr>
            <p:ph idx="1" type="subTitle"/>
          </p:nvPr>
        </p:nvSpPr>
        <p:spPr>
          <a:xfrm>
            <a:off x="3920125" y="3860900"/>
            <a:ext cx="4881000" cy="5532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
              <a:t>EET4501 Applied Machine Learning</a:t>
            </a:r>
            <a:endParaRPr/>
          </a:p>
          <a:p>
            <a:pPr indent="0" lvl="0" marL="0" rtl="0" algn="r">
              <a:spcBef>
                <a:spcPts val="0"/>
              </a:spcBef>
              <a:spcAft>
                <a:spcPts val="0"/>
              </a:spcAft>
              <a:buNone/>
            </a:pPr>
            <a:r>
              <a:rPr lang="en"/>
              <a:t>Dr. Amna Mazen</a:t>
            </a:r>
            <a:endParaRPr/>
          </a:p>
          <a:p>
            <a:pPr indent="0" lvl="0" marL="0" rtl="0" algn="r">
              <a:spcBef>
                <a:spcPts val="0"/>
              </a:spcBef>
              <a:spcAft>
                <a:spcPts val="0"/>
              </a:spcAft>
              <a:buNone/>
            </a:pPr>
            <a:r>
              <a:rPr lang="en"/>
              <a:t>Wednesday, April 16, 2025</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92" name="Shape 592"/>
        <p:cNvGrpSpPr/>
        <p:nvPr/>
      </p:nvGrpSpPr>
      <p:grpSpPr>
        <a:xfrm>
          <a:off x="0" y="0"/>
          <a:ext cx="0" cy="0"/>
          <a:chOff x="0" y="0"/>
          <a:chExt cx="0" cy="0"/>
        </a:xfrm>
      </p:grpSpPr>
      <p:sp>
        <p:nvSpPr>
          <p:cNvPr id="593" name="Google Shape;593;p69"/>
          <p:cNvSpPr txBox="1"/>
          <p:nvPr>
            <p:ph idx="5" type="title"/>
          </p:nvPr>
        </p:nvSpPr>
        <p:spPr>
          <a:xfrm>
            <a:off x="6241550" y="2431250"/>
            <a:ext cx="2502300" cy="45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accent1"/>
              </a:buClr>
              <a:buSzPts val="1100"/>
              <a:buFont typeface="Arial"/>
              <a:buNone/>
            </a:pPr>
            <a:r>
              <a:rPr lang="en"/>
              <a:t>Target Output</a:t>
            </a:r>
            <a:endParaRPr/>
          </a:p>
        </p:txBody>
      </p:sp>
      <p:sp>
        <p:nvSpPr>
          <p:cNvPr id="594" name="Google Shape;594;p69"/>
          <p:cNvSpPr txBox="1"/>
          <p:nvPr>
            <p:ph idx="1" type="body"/>
          </p:nvPr>
        </p:nvSpPr>
        <p:spPr>
          <a:xfrm>
            <a:off x="428475" y="2862950"/>
            <a:ext cx="2456400" cy="800700"/>
          </a:xfrm>
          <a:prstGeom prst="rect">
            <a:avLst/>
          </a:prstGeom>
        </p:spPr>
        <p:txBody>
          <a:bodyPr anchorCtr="0" anchor="b" bIns="91425" lIns="91425" spcFirstLastPara="1" rIns="91425" wrap="square" tIns="91425">
            <a:noAutofit/>
          </a:bodyPr>
          <a:lstStyle/>
          <a:p>
            <a:pPr indent="0" lvl="0" marL="0" rtl="0" algn="l">
              <a:lnSpc>
                <a:spcPct val="115000"/>
              </a:lnSpc>
              <a:spcBef>
                <a:spcPts val="0"/>
              </a:spcBef>
              <a:spcAft>
                <a:spcPts val="0"/>
              </a:spcAft>
              <a:buNone/>
            </a:pPr>
            <a:r>
              <a:rPr lang="en" sz="1300"/>
              <a:t>How accurately can invasive plants be identified by using machine learning?</a:t>
            </a:r>
            <a:endParaRPr sz="1300"/>
          </a:p>
        </p:txBody>
      </p:sp>
      <p:sp>
        <p:nvSpPr>
          <p:cNvPr id="595" name="Google Shape;595;p69"/>
          <p:cNvSpPr txBox="1"/>
          <p:nvPr>
            <p:ph type="title"/>
          </p:nvPr>
        </p:nvSpPr>
        <p:spPr>
          <a:xfrm>
            <a:off x="230900" y="304800"/>
            <a:ext cx="5118300" cy="562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Project Objective</a:t>
            </a:r>
            <a:endParaRPr/>
          </a:p>
        </p:txBody>
      </p:sp>
      <p:sp>
        <p:nvSpPr>
          <p:cNvPr id="596" name="Google Shape;596;p69"/>
          <p:cNvSpPr txBox="1"/>
          <p:nvPr>
            <p:ph idx="2" type="body"/>
          </p:nvPr>
        </p:nvSpPr>
        <p:spPr>
          <a:xfrm>
            <a:off x="6384425" y="2888450"/>
            <a:ext cx="2456400" cy="1240500"/>
          </a:xfrm>
          <a:prstGeom prst="rect">
            <a:avLst/>
          </a:prstGeom>
        </p:spPr>
        <p:txBody>
          <a:bodyPr anchorCtr="0" anchor="b" bIns="91425" lIns="91425" spcFirstLastPara="1" rIns="91425" wrap="square" tIns="91425">
            <a:noAutofit/>
          </a:bodyPr>
          <a:lstStyle/>
          <a:p>
            <a:pPr indent="0" lvl="0" marL="0" rtl="0" algn="l">
              <a:lnSpc>
                <a:spcPct val="115000"/>
              </a:lnSpc>
              <a:spcBef>
                <a:spcPts val="0"/>
              </a:spcBef>
              <a:spcAft>
                <a:spcPts val="0"/>
              </a:spcAft>
              <a:buClr>
                <a:schemeClr val="accent1"/>
              </a:buClr>
              <a:buSzPts val="1100"/>
              <a:buNone/>
            </a:pPr>
            <a:r>
              <a:rPr lang="en" sz="1300"/>
              <a:t>Having one specific model that will accurately determine which plant species are invasive versus non-invasive. </a:t>
            </a:r>
            <a:endParaRPr sz="1300"/>
          </a:p>
        </p:txBody>
      </p:sp>
      <p:sp>
        <p:nvSpPr>
          <p:cNvPr id="597" name="Google Shape;597;p69"/>
          <p:cNvSpPr txBox="1"/>
          <p:nvPr>
            <p:ph idx="4" type="title"/>
          </p:nvPr>
        </p:nvSpPr>
        <p:spPr>
          <a:xfrm>
            <a:off x="333350" y="2431250"/>
            <a:ext cx="2502300" cy="45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Statement</a:t>
            </a:r>
            <a:endParaRPr/>
          </a:p>
        </p:txBody>
      </p:sp>
      <p:sp>
        <p:nvSpPr>
          <p:cNvPr id="598" name="Google Shape;598;p69"/>
          <p:cNvSpPr txBox="1"/>
          <p:nvPr>
            <p:ph idx="1" type="body"/>
          </p:nvPr>
        </p:nvSpPr>
        <p:spPr>
          <a:xfrm>
            <a:off x="3346500" y="2888450"/>
            <a:ext cx="2456400" cy="2031600"/>
          </a:xfrm>
          <a:prstGeom prst="rect">
            <a:avLst/>
          </a:prstGeom>
        </p:spPr>
        <p:txBody>
          <a:bodyPr anchorCtr="0" anchor="b" bIns="91425" lIns="91425" spcFirstLastPara="1" rIns="91425" wrap="square" tIns="91425">
            <a:noAutofit/>
          </a:bodyPr>
          <a:lstStyle/>
          <a:p>
            <a:pPr indent="0" lvl="0" marL="0" rtl="0" algn="l">
              <a:lnSpc>
                <a:spcPct val="115000"/>
              </a:lnSpc>
              <a:spcBef>
                <a:spcPts val="0"/>
              </a:spcBef>
              <a:spcAft>
                <a:spcPts val="0"/>
              </a:spcAft>
              <a:buClr>
                <a:schemeClr val="accent1"/>
              </a:buClr>
              <a:buSzPts val="1100"/>
              <a:buNone/>
            </a:pPr>
            <a:r>
              <a:rPr lang="en"/>
              <a:t>As climate change continues to degrade our planet, invasive species are spreading more rapidly, taking out the native species in the area. This can harm natural habitats all over the world, decreasing biodiversity and affecting the economy and human health[1].</a:t>
            </a:r>
            <a:endParaRPr/>
          </a:p>
        </p:txBody>
      </p:sp>
      <p:sp>
        <p:nvSpPr>
          <p:cNvPr id="599" name="Google Shape;599;p69"/>
          <p:cNvSpPr txBox="1"/>
          <p:nvPr>
            <p:ph idx="4" type="title"/>
          </p:nvPr>
        </p:nvSpPr>
        <p:spPr>
          <a:xfrm>
            <a:off x="3383500" y="2431250"/>
            <a:ext cx="2502300" cy="562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Importance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3" name="Shape 603"/>
        <p:cNvGrpSpPr/>
        <p:nvPr/>
      </p:nvGrpSpPr>
      <p:grpSpPr>
        <a:xfrm>
          <a:off x="0" y="0"/>
          <a:ext cx="0" cy="0"/>
          <a:chOff x="0" y="0"/>
          <a:chExt cx="0" cy="0"/>
        </a:xfrm>
      </p:grpSpPr>
      <p:sp>
        <p:nvSpPr>
          <p:cNvPr id="604" name="Google Shape;604;p70"/>
          <p:cNvSpPr/>
          <p:nvPr/>
        </p:nvSpPr>
        <p:spPr>
          <a:xfrm>
            <a:off x="120050" y="122650"/>
            <a:ext cx="1396200" cy="3915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ace Grotesk"/>
              <a:ea typeface="Space Grotesk"/>
              <a:cs typeface="Space Grotesk"/>
              <a:sym typeface="Space Grotesk"/>
            </a:endParaRPr>
          </a:p>
        </p:txBody>
      </p:sp>
      <p:sp>
        <p:nvSpPr>
          <p:cNvPr id="605" name="Google Shape;605;p70"/>
          <p:cNvSpPr/>
          <p:nvPr/>
        </p:nvSpPr>
        <p:spPr>
          <a:xfrm>
            <a:off x="7478150" y="3257550"/>
            <a:ext cx="595800" cy="14802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09213F"/>
              </a:solidFill>
            </a:endParaRPr>
          </a:p>
        </p:txBody>
      </p:sp>
      <p:sp>
        <p:nvSpPr>
          <p:cNvPr id="606" name="Google Shape;606;p70"/>
          <p:cNvSpPr txBox="1"/>
          <p:nvPr>
            <p:ph type="title"/>
          </p:nvPr>
        </p:nvSpPr>
        <p:spPr>
          <a:xfrm>
            <a:off x="349175" y="265650"/>
            <a:ext cx="5712900" cy="562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Dataset Description</a:t>
            </a:r>
            <a:endParaRPr/>
          </a:p>
        </p:txBody>
      </p:sp>
      <p:sp>
        <p:nvSpPr>
          <p:cNvPr id="607" name="Google Shape;607;p70"/>
          <p:cNvSpPr txBox="1"/>
          <p:nvPr/>
        </p:nvSpPr>
        <p:spPr>
          <a:xfrm>
            <a:off x="8214138" y="4737750"/>
            <a:ext cx="8064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dk2"/>
                </a:solidFill>
                <a:latin typeface="Crimson Pro SemiBold"/>
                <a:ea typeface="Crimson Pro SemiBold"/>
                <a:cs typeface="Crimson Pro SemiBold"/>
                <a:sym typeface="Crimson Pro SemiBold"/>
              </a:rPr>
              <a:t>Invasive</a:t>
            </a:r>
            <a:endParaRPr sz="1200">
              <a:solidFill>
                <a:schemeClr val="dk2"/>
              </a:solidFill>
              <a:latin typeface="Crimson Pro SemiBold"/>
              <a:ea typeface="Crimson Pro SemiBold"/>
              <a:cs typeface="Crimson Pro SemiBold"/>
              <a:sym typeface="Crimson Pro SemiBold"/>
            </a:endParaRPr>
          </a:p>
        </p:txBody>
      </p:sp>
      <p:sp>
        <p:nvSpPr>
          <p:cNvPr id="608" name="Google Shape;608;p70"/>
          <p:cNvSpPr txBox="1"/>
          <p:nvPr/>
        </p:nvSpPr>
        <p:spPr>
          <a:xfrm>
            <a:off x="7354850" y="2854875"/>
            <a:ext cx="842400" cy="562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dk2"/>
                </a:solidFill>
                <a:latin typeface="Crimson Pro SemiBold"/>
                <a:ea typeface="Crimson Pro SemiBold"/>
                <a:cs typeface="Crimson Pro SemiBold"/>
                <a:sym typeface="Crimson Pro SemiBold"/>
              </a:rPr>
              <a:t>847</a:t>
            </a:r>
            <a:endParaRPr sz="1200">
              <a:solidFill>
                <a:schemeClr val="dk2"/>
              </a:solidFill>
              <a:latin typeface="Crimson Pro SemiBold"/>
              <a:ea typeface="Crimson Pro SemiBold"/>
              <a:cs typeface="Crimson Pro SemiBold"/>
              <a:sym typeface="Crimson Pro SemiBold"/>
            </a:endParaRPr>
          </a:p>
        </p:txBody>
      </p:sp>
      <p:sp>
        <p:nvSpPr>
          <p:cNvPr id="609" name="Google Shape;609;p70"/>
          <p:cNvSpPr txBox="1"/>
          <p:nvPr/>
        </p:nvSpPr>
        <p:spPr>
          <a:xfrm>
            <a:off x="8196150" y="1105850"/>
            <a:ext cx="842400" cy="573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accent1"/>
              </a:buClr>
              <a:buSzPts val="1100"/>
              <a:buFont typeface="Arial"/>
              <a:buNone/>
            </a:pPr>
            <a:r>
              <a:rPr lang="en" sz="1200">
                <a:solidFill>
                  <a:schemeClr val="dk2"/>
                </a:solidFill>
                <a:latin typeface="Crimson Pro SemiBold"/>
                <a:ea typeface="Crimson Pro SemiBold"/>
                <a:cs typeface="Crimson Pro SemiBold"/>
                <a:sym typeface="Crimson Pro SemiBold"/>
              </a:rPr>
              <a:t>1448</a:t>
            </a:r>
            <a:endParaRPr sz="1200">
              <a:solidFill>
                <a:schemeClr val="dk2"/>
              </a:solidFill>
              <a:latin typeface="Crimson Pro SemiBold"/>
              <a:ea typeface="Crimson Pro SemiBold"/>
              <a:cs typeface="Crimson Pro SemiBold"/>
              <a:sym typeface="Crimson Pro SemiBold"/>
            </a:endParaRPr>
          </a:p>
        </p:txBody>
      </p:sp>
      <p:sp>
        <p:nvSpPr>
          <p:cNvPr id="610" name="Google Shape;610;p70"/>
          <p:cNvSpPr/>
          <p:nvPr/>
        </p:nvSpPr>
        <p:spPr>
          <a:xfrm>
            <a:off x="8319450" y="1534725"/>
            <a:ext cx="595800" cy="32031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09213F"/>
              </a:solidFill>
            </a:endParaRPr>
          </a:p>
        </p:txBody>
      </p:sp>
      <p:sp>
        <p:nvSpPr>
          <p:cNvPr id="611" name="Google Shape;611;p70"/>
          <p:cNvSpPr txBox="1"/>
          <p:nvPr/>
        </p:nvSpPr>
        <p:spPr>
          <a:xfrm>
            <a:off x="512475" y="1145675"/>
            <a:ext cx="6681000" cy="368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Space Grotesk"/>
                <a:ea typeface="Space Grotesk"/>
                <a:cs typeface="Space Grotesk"/>
                <a:sym typeface="Space Grotesk"/>
              </a:rPr>
              <a:t>The dataset that we are using comes from Kaggle[2]. There are a total of 2295 images in this dataset, which is considerably small. Each image contains an image of a Brazilian plant and is either labeled as invasive or non-invasive.</a:t>
            </a:r>
            <a:endParaRPr>
              <a:solidFill>
                <a:schemeClr val="lt1"/>
              </a:solidFill>
              <a:latin typeface="Space Grotesk"/>
              <a:ea typeface="Space Grotesk"/>
              <a:cs typeface="Space Grotesk"/>
              <a:sym typeface="Space Grotesk"/>
            </a:endParaRPr>
          </a:p>
          <a:p>
            <a:pPr indent="0" lvl="0" marL="0" rtl="0" algn="l">
              <a:spcBef>
                <a:spcPts val="0"/>
              </a:spcBef>
              <a:spcAft>
                <a:spcPts val="0"/>
              </a:spcAft>
              <a:buNone/>
            </a:pPr>
            <a:r>
              <a:t/>
            </a:r>
            <a:endParaRPr>
              <a:solidFill>
                <a:schemeClr val="lt1"/>
              </a:solidFill>
              <a:latin typeface="Space Grotesk"/>
              <a:ea typeface="Space Grotesk"/>
              <a:cs typeface="Space Grotesk"/>
              <a:sym typeface="Space Grotesk"/>
            </a:endParaRPr>
          </a:p>
          <a:p>
            <a:pPr indent="0" lvl="0" marL="0" rtl="0" algn="l">
              <a:spcBef>
                <a:spcPts val="0"/>
              </a:spcBef>
              <a:spcAft>
                <a:spcPts val="0"/>
              </a:spcAft>
              <a:buNone/>
            </a:pPr>
            <a:r>
              <a:rPr lang="en">
                <a:solidFill>
                  <a:schemeClr val="lt1"/>
                </a:solidFill>
                <a:latin typeface="Space Grotesk"/>
                <a:ea typeface="Space Grotesk"/>
                <a:cs typeface="Space Grotesk"/>
                <a:sym typeface="Space Grotesk"/>
              </a:rPr>
              <a:t>Initially, the data was split weirdly: the training set contained all of the images, then the testing set uses about 67% of the images in the testing set. So there were no unique images for the testing set. This was concerning because testing requires data that it has never seen before, so this might cause the algorithm to have incorrect accuracy and recall. </a:t>
            </a:r>
            <a:endParaRPr>
              <a:solidFill>
                <a:schemeClr val="lt1"/>
              </a:solidFill>
              <a:latin typeface="Space Grotesk"/>
              <a:ea typeface="Space Grotesk"/>
              <a:cs typeface="Space Grotesk"/>
              <a:sym typeface="Space Grotesk"/>
            </a:endParaRPr>
          </a:p>
          <a:p>
            <a:pPr indent="0" lvl="0" marL="0" rtl="0" algn="l">
              <a:spcBef>
                <a:spcPts val="0"/>
              </a:spcBef>
              <a:spcAft>
                <a:spcPts val="0"/>
              </a:spcAft>
              <a:buNone/>
            </a:pPr>
            <a:r>
              <a:t/>
            </a:r>
            <a:endParaRPr>
              <a:solidFill>
                <a:schemeClr val="lt1"/>
              </a:solidFill>
              <a:latin typeface="Space Grotesk"/>
              <a:ea typeface="Space Grotesk"/>
              <a:cs typeface="Space Grotesk"/>
              <a:sym typeface="Space Grotesk"/>
            </a:endParaRPr>
          </a:p>
          <a:p>
            <a:pPr indent="0" lvl="0" marL="0" rtl="0" algn="l">
              <a:spcBef>
                <a:spcPts val="0"/>
              </a:spcBef>
              <a:spcAft>
                <a:spcPts val="0"/>
              </a:spcAft>
              <a:buNone/>
            </a:pPr>
            <a:r>
              <a:rPr lang="en">
                <a:solidFill>
                  <a:schemeClr val="lt1"/>
                </a:solidFill>
                <a:latin typeface="Space Grotesk"/>
                <a:ea typeface="Space Grotesk"/>
                <a:cs typeface="Space Grotesk"/>
                <a:sym typeface="Space Grotesk"/>
              </a:rPr>
              <a:t>The training set of images are also weighted heavily towards invasive. When training, we added weights to non-invasive class of the dataset to obtain better accuracy and recall for the non-invasive class. </a:t>
            </a:r>
            <a:endParaRPr>
              <a:solidFill>
                <a:schemeClr val="lt1"/>
              </a:solidFill>
              <a:latin typeface="Space Grotesk"/>
              <a:ea typeface="Space Grotesk"/>
              <a:cs typeface="Space Grotesk"/>
              <a:sym typeface="Space Grotesk"/>
            </a:endParaRPr>
          </a:p>
        </p:txBody>
      </p:sp>
      <p:sp>
        <p:nvSpPr>
          <p:cNvPr id="612" name="Google Shape;612;p70"/>
          <p:cNvSpPr txBox="1"/>
          <p:nvPr/>
        </p:nvSpPr>
        <p:spPr>
          <a:xfrm>
            <a:off x="7311188" y="4737750"/>
            <a:ext cx="9297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2"/>
                </a:solidFill>
                <a:latin typeface="Crimson Pro SemiBold"/>
                <a:ea typeface="Crimson Pro SemiBold"/>
                <a:cs typeface="Crimson Pro SemiBold"/>
                <a:sym typeface="Crimson Pro SemiBold"/>
              </a:rPr>
              <a:t>Non-Invasive</a:t>
            </a:r>
            <a:endParaRPr sz="1000">
              <a:solidFill>
                <a:schemeClr val="dk2"/>
              </a:solidFill>
              <a:latin typeface="Crimson Pro SemiBold"/>
              <a:ea typeface="Crimson Pro SemiBold"/>
              <a:cs typeface="Crimson Pro SemiBold"/>
              <a:sym typeface="Crimson Pro SemiBo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16" name="Shape 616"/>
        <p:cNvGrpSpPr/>
        <p:nvPr/>
      </p:nvGrpSpPr>
      <p:grpSpPr>
        <a:xfrm>
          <a:off x="0" y="0"/>
          <a:ext cx="0" cy="0"/>
          <a:chOff x="0" y="0"/>
          <a:chExt cx="0" cy="0"/>
        </a:xfrm>
      </p:grpSpPr>
      <p:sp>
        <p:nvSpPr>
          <p:cNvPr id="617" name="Google Shape;617;p71"/>
          <p:cNvSpPr txBox="1"/>
          <p:nvPr/>
        </p:nvSpPr>
        <p:spPr>
          <a:xfrm>
            <a:off x="149725" y="284500"/>
            <a:ext cx="8812200" cy="73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600">
                <a:solidFill>
                  <a:schemeClr val="dk1"/>
                </a:solidFill>
                <a:latin typeface="Space Grotesk"/>
                <a:ea typeface="Space Grotesk"/>
                <a:cs typeface="Space Grotesk"/>
                <a:sym typeface="Space Grotesk"/>
              </a:rPr>
              <a:t>Dataset Preparation &amp; Preprocessing</a:t>
            </a:r>
            <a:endParaRPr b="1" sz="3600">
              <a:solidFill>
                <a:schemeClr val="dk1"/>
              </a:solidFill>
              <a:latin typeface="Space Grotesk"/>
              <a:ea typeface="Space Grotesk"/>
              <a:cs typeface="Space Grotesk"/>
              <a:sym typeface="Space Grotesk"/>
            </a:endParaRPr>
          </a:p>
        </p:txBody>
      </p:sp>
      <p:sp>
        <p:nvSpPr>
          <p:cNvPr id="618" name="Google Shape;618;p71"/>
          <p:cNvSpPr txBox="1"/>
          <p:nvPr/>
        </p:nvSpPr>
        <p:spPr>
          <a:xfrm>
            <a:off x="512475" y="1145675"/>
            <a:ext cx="8038800" cy="3689400"/>
          </a:xfrm>
          <a:prstGeom prst="rect">
            <a:avLst/>
          </a:prstGeom>
          <a:noFill/>
          <a:ln>
            <a:noFill/>
          </a:ln>
        </p:spPr>
        <p:txBody>
          <a:bodyPr anchorCtr="0" anchor="t" bIns="91425" lIns="91425" spcFirstLastPara="1" rIns="91425" wrap="square" tIns="91425">
            <a:noAutofit/>
          </a:bodyPr>
          <a:lstStyle/>
          <a:p>
            <a:pPr indent="-330200" lvl="0" marL="457200" rtl="0" algn="l">
              <a:spcBef>
                <a:spcPts val="0"/>
              </a:spcBef>
              <a:spcAft>
                <a:spcPts val="0"/>
              </a:spcAft>
              <a:buClr>
                <a:schemeClr val="dk1"/>
              </a:buClr>
              <a:buSzPts val="1600"/>
              <a:buFont typeface="Space Grotesk"/>
              <a:buChar char="●"/>
            </a:pPr>
            <a:r>
              <a:rPr lang="en" sz="1600">
                <a:solidFill>
                  <a:schemeClr val="dk1"/>
                </a:solidFill>
                <a:latin typeface="Space Grotesk"/>
                <a:ea typeface="Space Grotesk"/>
                <a:cs typeface="Space Grotesk"/>
                <a:sym typeface="Space Grotesk"/>
              </a:rPr>
              <a:t>The dataset was uploaded directly from Kaggle instead of mounting our drive. </a:t>
            </a:r>
            <a:endParaRPr sz="1600">
              <a:solidFill>
                <a:schemeClr val="dk1"/>
              </a:solidFill>
              <a:latin typeface="Space Grotesk"/>
              <a:ea typeface="Space Grotesk"/>
              <a:cs typeface="Space Grotesk"/>
              <a:sym typeface="Space Grotesk"/>
            </a:endParaRPr>
          </a:p>
          <a:p>
            <a:pPr indent="-330200" lvl="0" marL="457200" rtl="0" algn="l">
              <a:spcBef>
                <a:spcPts val="0"/>
              </a:spcBef>
              <a:spcAft>
                <a:spcPts val="0"/>
              </a:spcAft>
              <a:buClr>
                <a:schemeClr val="dk1"/>
              </a:buClr>
              <a:buSzPts val="1600"/>
              <a:buFont typeface="Space Grotesk"/>
              <a:buChar char="●"/>
            </a:pPr>
            <a:r>
              <a:rPr lang="en" sz="1600">
                <a:solidFill>
                  <a:schemeClr val="dk1"/>
                </a:solidFill>
                <a:latin typeface="Space Grotesk"/>
                <a:ea typeface="Space Grotesk"/>
                <a:cs typeface="Space Grotesk"/>
                <a:sym typeface="Space Grotesk"/>
              </a:rPr>
              <a:t>Uploaded only the training folder, which had all 2295 images in it</a:t>
            </a:r>
            <a:endParaRPr sz="1600">
              <a:solidFill>
                <a:schemeClr val="dk1"/>
              </a:solidFill>
              <a:latin typeface="Space Grotesk"/>
              <a:ea typeface="Space Grotesk"/>
              <a:cs typeface="Space Grotesk"/>
              <a:sym typeface="Space Grotesk"/>
            </a:endParaRPr>
          </a:p>
          <a:p>
            <a:pPr indent="-330200" lvl="0" marL="457200" rtl="0" algn="l">
              <a:spcBef>
                <a:spcPts val="0"/>
              </a:spcBef>
              <a:spcAft>
                <a:spcPts val="0"/>
              </a:spcAft>
              <a:buClr>
                <a:schemeClr val="dk1"/>
              </a:buClr>
              <a:buSzPts val="1600"/>
              <a:buFont typeface="Space Grotesk"/>
              <a:buChar char="●"/>
            </a:pPr>
            <a:r>
              <a:rPr lang="en" sz="1600">
                <a:solidFill>
                  <a:schemeClr val="dk1"/>
                </a:solidFill>
                <a:latin typeface="Space Grotesk"/>
                <a:ea typeface="Space Grotesk"/>
                <a:cs typeface="Space Grotesk"/>
                <a:sym typeface="Space Grotesk"/>
              </a:rPr>
              <a:t>Loaded the labels</a:t>
            </a:r>
            <a:endParaRPr sz="1600">
              <a:solidFill>
                <a:schemeClr val="dk1"/>
              </a:solidFill>
              <a:latin typeface="Space Grotesk"/>
              <a:ea typeface="Space Grotesk"/>
              <a:cs typeface="Space Grotesk"/>
              <a:sym typeface="Space Grotesk"/>
            </a:endParaRPr>
          </a:p>
          <a:p>
            <a:pPr indent="-330200" lvl="0" marL="457200" rtl="0" algn="l">
              <a:spcBef>
                <a:spcPts val="0"/>
              </a:spcBef>
              <a:spcAft>
                <a:spcPts val="0"/>
              </a:spcAft>
              <a:buClr>
                <a:schemeClr val="dk1"/>
              </a:buClr>
              <a:buSzPts val="1600"/>
              <a:buFont typeface="Space Grotesk"/>
              <a:buChar char="●"/>
            </a:pPr>
            <a:r>
              <a:rPr lang="en" sz="1600">
                <a:solidFill>
                  <a:schemeClr val="dk1"/>
                </a:solidFill>
                <a:latin typeface="Space Grotesk"/>
                <a:ea typeface="Space Grotesk"/>
                <a:cs typeface="Space Grotesk"/>
                <a:sym typeface="Space Grotesk"/>
              </a:rPr>
              <a:t>Checked how many images were invasive vs. noninvasive</a:t>
            </a:r>
            <a:endParaRPr sz="1600">
              <a:solidFill>
                <a:schemeClr val="dk1"/>
              </a:solidFill>
              <a:latin typeface="Space Grotesk"/>
              <a:ea typeface="Space Grotesk"/>
              <a:cs typeface="Space Grotesk"/>
              <a:sym typeface="Space Grotesk"/>
            </a:endParaRPr>
          </a:p>
          <a:p>
            <a:pPr indent="-330200" lvl="0" marL="457200" rtl="0" algn="l">
              <a:spcBef>
                <a:spcPts val="0"/>
              </a:spcBef>
              <a:spcAft>
                <a:spcPts val="0"/>
              </a:spcAft>
              <a:buClr>
                <a:schemeClr val="dk1"/>
              </a:buClr>
              <a:buSzPts val="1600"/>
              <a:buFont typeface="Space Grotesk"/>
              <a:buChar char="●"/>
            </a:pPr>
            <a:r>
              <a:rPr lang="en" sz="1600">
                <a:solidFill>
                  <a:schemeClr val="dk1"/>
                </a:solidFill>
                <a:latin typeface="Space Grotesk"/>
                <a:ea typeface="Space Grotesk"/>
                <a:cs typeface="Space Grotesk"/>
                <a:sym typeface="Space Grotesk"/>
              </a:rPr>
              <a:t>Split the data into 80% training and 20% testing (set seed 42 for reproducibility)</a:t>
            </a:r>
            <a:endParaRPr sz="1600">
              <a:solidFill>
                <a:schemeClr val="dk1"/>
              </a:solidFill>
              <a:latin typeface="Space Grotesk"/>
              <a:ea typeface="Space Grotesk"/>
              <a:cs typeface="Space Grotesk"/>
              <a:sym typeface="Space Grotesk"/>
            </a:endParaRPr>
          </a:p>
          <a:p>
            <a:pPr indent="-330200" lvl="0" marL="457200" rtl="0" algn="l">
              <a:spcBef>
                <a:spcPts val="0"/>
              </a:spcBef>
              <a:spcAft>
                <a:spcPts val="0"/>
              </a:spcAft>
              <a:buClr>
                <a:schemeClr val="dk1"/>
              </a:buClr>
              <a:buSzPts val="1600"/>
              <a:buFont typeface="Space Grotesk"/>
              <a:buChar char="●"/>
            </a:pPr>
            <a:r>
              <a:rPr lang="en" sz="1600">
                <a:solidFill>
                  <a:schemeClr val="dk1"/>
                </a:solidFill>
                <a:latin typeface="Space Grotesk"/>
                <a:ea typeface="Space Grotesk"/>
                <a:cs typeface="Space Grotesk"/>
                <a:sym typeface="Space Grotesk"/>
              </a:rPr>
              <a:t>Split train data set into 80% training and 20% validation (set seed 42)</a:t>
            </a:r>
            <a:endParaRPr sz="1600">
              <a:solidFill>
                <a:schemeClr val="dk1"/>
              </a:solidFill>
              <a:latin typeface="Space Grotesk"/>
              <a:ea typeface="Space Grotesk"/>
              <a:cs typeface="Space Grotesk"/>
              <a:sym typeface="Space Grotesk"/>
            </a:endParaRPr>
          </a:p>
          <a:p>
            <a:pPr indent="-330200" lvl="0" marL="457200" rtl="0" algn="l">
              <a:spcBef>
                <a:spcPts val="0"/>
              </a:spcBef>
              <a:spcAft>
                <a:spcPts val="0"/>
              </a:spcAft>
              <a:buClr>
                <a:schemeClr val="dk1"/>
              </a:buClr>
              <a:buSzPts val="1600"/>
              <a:buFont typeface="Space Grotesk"/>
              <a:buChar char="●"/>
            </a:pPr>
            <a:r>
              <a:rPr lang="en" sz="1600">
                <a:solidFill>
                  <a:schemeClr val="dk1"/>
                </a:solidFill>
                <a:latin typeface="Space Grotesk"/>
                <a:ea typeface="Space Grotesk"/>
                <a:cs typeface="Space Grotesk"/>
                <a:sym typeface="Space Grotesk"/>
              </a:rPr>
              <a:t>No augmentation was done on the validation and test data</a:t>
            </a:r>
            <a:endParaRPr sz="1600">
              <a:solidFill>
                <a:schemeClr val="dk1"/>
              </a:solidFill>
              <a:latin typeface="Space Grotesk"/>
              <a:ea typeface="Space Grotesk"/>
              <a:cs typeface="Space Grotesk"/>
              <a:sym typeface="Space Grotesk"/>
            </a:endParaRPr>
          </a:p>
          <a:p>
            <a:pPr indent="-330200" lvl="0" marL="457200" rtl="0" algn="l">
              <a:spcBef>
                <a:spcPts val="0"/>
              </a:spcBef>
              <a:spcAft>
                <a:spcPts val="0"/>
              </a:spcAft>
              <a:buClr>
                <a:schemeClr val="dk1"/>
              </a:buClr>
              <a:buSzPts val="1600"/>
              <a:buFont typeface="Space Grotesk"/>
              <a:buChar char="●"/>
            </a:pPr>
            <a:r>
              <a:rPr lang="en" sz="1600">
                <a:solidFill>
                  <a:schemeClr val="dk1"/>
                </a:solidFill>
                <a:latin typeface="Space Grotesk"/>
                <a:ea typeface="Space Grotesk"/>
                <a:cs typeface="Space Grotesk"/>
                <a:sym typeface="Space Grotesk"/>
              </a:rPr>
              <a:t>To obtain more variability in images, augmentation was done on training data</a:t>
            </a:r>
            <a:endParaRPr sz="1600">
              <a:solidFill>
                <a:schemeClr val="dk1"/>
              </a:solidFill>
              <a:latin typeface="Space Grotesk"/>
              <a:ea typeface="Space Grotesk"/>
              <a:cs typeface="Space Grotesk"/>
              <a:sym typeface="Space Grotesk"/>
            </a:endParaRPr>
          </a:p>
          <a:p>
            <a:pPr indent="-330200" lvl="0" marL="457200" rtl="0" algn="l">
              <a:spcBef>
                <a:spcPts val="0"/>
              </a:spcBef>
              <a:spcAft>
                <a:spcPts val="0"/>
              </a:spcAft>
              <a:buClr>
                <a:schemeClr val="dk1"/>
              </a:buClr>
              <a:buSzPts val="1600"/>
              <a:buFont typeface="Space Grotesk"/>
              <a:buChar char="●"/>
            </a:pPr>
            <a:r>
              <a:rPr lang="en" sz="1600">
                <a:solidFill>
                  <a:schemeClr val="dk1"/>
                </a:solidFill>
                <a:latin typeface="Space Grotesk"/>
                <a:ea typeface="Space Grotesk"/>
                <a:cs typeface="Space Grotesk"/>
                <a:sym typeface="Space Grotesk"/>
              </a:rPr>
              <a:t>Class weights were computed since we had a low number of images for non-invasive</a:t>
            </a:r>
            <a:endParaRPr sz="1600">
              <a:solidFill>
                <a:schemeClr val="dk1"/>
              </a:solidFill>
              <a:latin typeface="Space Grotesk"/>
              <a:ea typeface="Space Grotesk"/>
              <a:cs typeface="Space Grotesk"/>
              <a:sym typeface="Space Grotesk"/>
            </a:endParaRPr>
          </a:p>
          <a:p>
            <a:pPr indent="0" lvl="0" marL="457200" rtl="0" algn="l">
              <a:spcBef>
                <a:spcPts val="0"/>
              </a:spcBef>
              <a:spcAft>
                <a:spcPts val="0"/>
              </a:spcAft>
              <a:buNone/>
            </a:pPr>
            <a:r>
              <a:t/>
            </a:r>
            <a:endParaRPr sz="1500">
              <a:solidFill>
                <a:schemeClr val="dk1"/>
              </a:solidFill>
              <a:latin typeface="Space Grotesk"/>
              <a:ea typeface="Space Grotesk"/>
              <a:cs typeface="Space Grotesk"/>
              <a:sym typeface="Space Grotesk"/>
            </a:endParaRPr>
          </a:p>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622" name="Shape 622"/>
        <p:cNvGrpSpPr/>
        <p:nvPr/>
      </p:nvGrpSpPr>
      <p:grpSpPr>
        <a:xfrm>
          <a:off x="0" y="0"/>
          <a:ext cx="0" cy="0"/>
          <a:chOff x="0" y="0"/>
          <a:chExt cx="0" cy="0"/>
        </a:xfrm>
      </p:grpSpPr>
      <p:sp>
        <p:nvSpPr>
          <p:cNvPr id="623" name="Google Shape;623;p72"/>
          <p:cNvSpPr txBox="1"/>
          <p:nvPr>
            <p:ph type="title"/>
          </p:nvPr>
        </p:nvSpPr>
        <p:spPr>
          <a:xfrm>
            <a:off x="230900" y="304800"/>
            <a:ext cx="6950400" cy="7389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lt1"/>
                </a:solidFill>
              </a:rPr>
              <a:t>Algorithms Tested</a:t>
            </a:r>
            <a:endParaRPr>
              <a:solidFill>
                <a:schemeClr val="lt1"/>
              </a:solidFill>
            </a:endParaRPr>
          </a:p>
        </p:txBody>
      </p:sp>
      <p:sp>
        <p:nvSpPr>
          <p:cNvPr id="624" name="Google Shape;624;p72"/>
          <p:cNvSpPr txBox="1"/>
          <p:nvPr>
            <p:ph idx="4294967295" type="body"/>
          </p:nvPr>
        </p:nvSpPr>
        <p:spPr>
          <a:xfrm>
            <a:off x="311700" y="1152475"/>
            <a:ext cx="8520600" cy="3990900"/>
          </a:xfrm>
          <a:prstGeom prst="rect">
            <a:avLst/>
          </a:prstGeom>
        </p:spPr>
        <p:txBody>
          <a:bodyPr anchorCtr="0" anchor="t" bIns="91425" lIns="91425" spcFirstLastPara="1" rIns="91425" wrap="square" tIns="91425">
            <a:noAutofit/>
          </a:bodyPr>
          <a:lstStyle/>
          <a:p>
            <a:pPr indent="-355600" lvl="0" marL="457200" rtl="0" algn="l">
              <a:spcBef>
                <a:spcPts val="0"/>
              </a:spcBef>
              <a:spcAft>
                <a:spcPts val="0"/>
              </a:spcAft>
              <a:buClr>
                <a:schemeClr val="lt1"/>
              </a:buClr>
              <a:buSzPts val="2000"/>
              <a:buChar char="●"/>
            </a:pPr>
            <a:r>
              <a:rPr lang="en" sz="2000">
                <a:solidFill>
                  <a:schemeClr val="lt1"/>
                </a:solidFill>
              </a:rPr>
              <a:t>Machine Learning Models Applied (all CNN models)</a:t>
            </a:r>
            <a:endParaRPr sz="2000">
              <a:solidFill>
                <a:schemeClr val="lt1"/>
              </a:solidFill>
            </a:endParaRPr>
          </a:p>
          <a:p>
            <a:pPr indent="-323850" lvl="1" marL="914400" rtl="0" algn="l">
              <a:spcBef>
                <a:spcPts val="0"/>
              </a:spcBef>
              <a:spcAft>
                <a:spcPts val="0"/>
              </a:spcAft>
              <a:buClr>
                <a:schemeClr val="lt1"/>
              </a:buClr>
              <a:buSzPts val="1500"/>
              <a:buChar char="○"/>
            </a:pPr>
            <a:r>
              <a:rPr lang="en" sz="1500">
                <a:solidFill>
                  <a:schemeClr val="lt1"/>
                </a:solidFill>
              </a:rPr>
              <a:t>InceptionV3</a:t>
            </a:r>
            <a:endParaRPr sz="1500">
              <a:solidFill>
                <a:schemeClr val="lt1"/>
              </a:solidFill>
            </a:endParaRPr>
          </a:p>
          <a:p>
            <a:pPr indent="-323850" lvl="1" marL="914400" rtl="0" algn="l">
              <a:spcBef>
                <a:spcPts val="0"/>
              </a:spcBef>
              <a:spcAft>
                <a:spcPts val="0"/>
              </a:spcAft>
              <a:buClr>
                <a:schemeClr val="lt1"/>
              </a:buClr>
              <a:buSzPts val="1500"/>
              <a:buChar char="○"/>
            </a:pPr>
            <a:r>
              <a:rPr lang="en" sz="1500">
                <a:solidFill>
                  <a:schemeClr val="lt1"/>
                </a:solidFill>
              </a:rPr>
              <a:t>VGG16</a:t>
            </a:r>
            <a:endParaRPr sz="1500">
              <a:solidFill>
                <a:schemeClr val="lt1"/>
              </a:solidFill>
            </a:endParaRPr>
          </a:p>
          <a:p>
            <a:pPr indent="-323850" lvl="1" marL="914400" rtl="0" algn="l">
              <a:spcBef>
                <a:spcPts val="0"/>
              </a:spcBef>
              <a:spcAft>
                <a:spcPts val="0"/>
              </a:spcAft>
              <a:buClr>
                <a:schemeClr val="lt1"/>
              </a:buClr>
              <a:buSzPts val="1500"/>
              <a:buChar char="○"/>
            </a:pPr>
            <a:r>
              <a:rPr lang="en" sz="1500">
                <a:solidFill>
                  <a:schemeClr val="lt1"/>
                </a:solidFill>
              </a:rPr>
              <a:t>MobileNet</a:t>
            </a:r>
            <a:endParaRPr sz="1500">
              <a:solidFill>
                <a:schemeClr val="lt1"/>
              </a:solidFill>
            </a:endParaRPr>
          </a:p>
          <a:p>
            <a:pPr indent="-323850" lvl="1" marL="914400" rtl="0" algn="l">
              <a:spcBef>
                <a:spcPts val="0"/>
              </a:spcBef>
              <a:spcAft>
                <a:spcPts val="0"/>
              </a:spcAft>
              <a:buClr>
                <a:schemeClr val="lt1"/>
              </a:buClr>
              <a:buSzPts val="1500"/>
              <a:buChar char="○"/>
            </a:pPr>
            <a:r>
              <a:rPr lang="en" sz="1500">
                <a:solidFill>
                  <a:schemeClr val="lt1"/>
                </a:solidFill>
              </a:rPr>
              <a:t>DenseNet</a:t>
            </a:r>
            <a:endParaRPr sz="1500">
              <a:solidFill>
                <a:schemeClr val="lt1"/>
              </a:solidFill>
            </a:endParaRPr>
          </a:p>
          <a:p>
            <a:pPr indent="-323850" lvl="1" marL="914400" rtl="0" algn="l">
              <a:spcBef>
                <a:spcPts val="0"/>
              </a:spcBef>
              <a:spcAft>
                <a:spcPts val="0"/>
              </a:spcAft>
              <a:buClr>
                <a:schemeClr val="lt1"/>
              </a:buClr>
              <a:buSzPts val="1500"/>
              <a:buChar char="○"/>
            </a:pPr>
            <a:r>
              <a:rPr lang="en" sz="1500">
                <a:solidFill>
                  <a:schemeClr val="lt1"/>
                </a:solidFill>
              </a:rPr>
              <a:t>Custom Model</a:t>
            </a:r>
            <a:endParaRPr sz="1500">
              <a:solidFill>
                <a:schemeClr val="lt1"/>
              </a:solidFill>
            </a:endParaRPr>
          </a:p>
          <a:p>
            <a:pPr indent="-323850" lvl="2" marL="1371600" rtl="0" algn="l">
              <a:spcBef>
                <a:spcPts val="0"/>
              </a:spcBef>
              <a:spcAft>
                <a:spcPts val="0"/>
              </a:spcAft>
              <a:buClr>
                <a:schemeClr val="lt1"/>
              </a:buClr>
              <a:buSzPts val="1500"/>
              <a:buChar char="■"/>
            </a:pPr>
            <a:r>
              <a:rPr lang="en" sz="1500">
                <a:solidFill>
                  <a:schemeClr val="lt1"/>
                </a:solidFill>
              </a:rPr>
              <a:t>Uses 3 convolutional layers (increasing filters 32, 64, 128) and 2 dropout layers (256 and 128 neurons) to reduce overfitting</a:t>
            </a:r>
            <a:endParaRPr sz="1500">
              <a:solidFill>
                <a:schemeClr val="lt1"/>
              </a:solidFill>
            </a:endParaRPr>
          </a:p>
          <a:p>
            <a:pPr indent="-355600" lvl="0" marL="457200" rtl="0" algn="l">
              <a:spcBef>
                <a:spcPts val="0"/>
              </a:spcBef>
              <a:spcAft>
                <a:spcPts val="0"/>
              </a:spcAft>
              <a:buClr>
                <a:schemeClr val="lt1"/>
              </a:buClr>
              <a:buSzPts val="2000"/>
              <a:buChar char="●"/>
            </a:pPr>
            <a:r>
              <a:rPr lang="en" sz="2000">
                <a:solidFill>
                  <a:schemeClr val="lt1"/>
                </a:solidFill>
              </a:rPr>
              <a:t>Hyperparameter Tuning</a:t>
            </a:r>
            <a:endParaRPr sz="2000">
              <a:solidFill>
                <a:schemeClr val="lt1"/>
              </a:solidFill>
            </a:endParaRPr>
          </a:p>
          <a:p>
            <a:pPr indent="-323850" lvl="1" marL="914400" rtl="0" algn="l">
              <a:spcBef>
                <a:spcPts val="0"/>
              </a:spcBef>
              <a:spcAft>
                <a:spcPts val="0"/>
              </a:spcAft>
              <a:buClr>
                <a:schemeClr val="lt1"/>
              </a:buClr>
              <a:buSzPts val="1500"/>
              <a:buChar char="○"/>
            </a:pPr>
            <a:r>
              <a:rPr lang="en" sz="1500">
                <a:solidFill>
                  <a:schemeClr val="lt1"/>
                </a:solidFill>
              </a:rPr>
              <a:t>Learning Rate: optimized using the Adam optimizer</a:t>
            </a:r>
            <a:endParaRPr sz="1500">
              <a:solidFill>
                <a:schemeClr val="lt1"/>
              </a:solidFill>
            </a:endParaRPr>
          </a:p>
          <a:p>
            <a:pPr indent="-323850" lvl="1" marL="914400" rtl="0" algn="l">
              <a:spcBef>
                <a:spcPts val="0"/>
              </a:spcBef>
              <a:spcAft>
                <a:spcPts val="0"/>
              </a:spcAft>
              <a:buClr>
                <a:schemeClr val="lt1"/>
              </a:buClr>
              <a:buSzPts val="1500"/>
              <a:buChar char="○"/>
            </a:pPr>
            <a:r>
              <a:rPr lang="en" sz="1500">
                <a:solidFill>
                  <a:schemeClr val="lt1"/>
                </a:solidFill>
              </a:rPr>
              <a:t>Dropout Rate: set to 50% for regularization in Custom model</a:t>
            </a:r>
            <a:endParaRPr sz="1500">
              <a:solidFill>
                <a:schemeClr val="lt1"/>
              </a:solidFill>
            </a:endParaRPr>
          </a:p>
          <a:p>
            <a:pPr indent="-323850" lvl="1" marL="914400" rtl="0" algn="l">
              <a:spcBef>
                <a:spcPts val="0"/>
              </a:spcBef>
              <a:spcAft>
                <a:spcPts val="0"/>
              </a:spcAft>
              <a:buClr>
                <a:schemeClr val="lt1"/>
              </a:buClr>
              <a:buSzPts val="1500"/>
              <a:buChar char="○"/>
            </a:pPr>
            <a:r>
              <a:rPr lang="en" sz="1500">
                <a:solidFill>
                  <a:schemeClr val="lt1"/>
                </a:solidFill>
              </a:rPr>
              <a:t>Classification Threshold: tested at threshold of 0.4 and 0.7 for comparison</a:t>
            </a:r>
            <a:endParaRPr sz="1500">
              <a:solidFill>
                <a:schemeClr val="lt1"/>
              </a:solidFill>
            </a:endParaRPr>
          </a:p>
          <a:p>
            <a:pPr indent="-323850" lvl="1" marL="914400" rtl="0" algn="l">
              <a:spcBef>
                <a:spcPts val="0"/>
              </a:spcBef>
              <a:spcAft>
                <a:spcPts val="0"/>
              </a:spcAft>
              <a:buClr>
                <a:schemeClr val="lt1"/>
              </a:buClr>
              <a:buSzPts val="1500"/>
              <a:buChar char="○"/>
            </a:pPr>
            <a:r>
              <a:rPr lang="en" sz="1500">
                <a:solidFill>
                  <a:schemeClr val="lt1"/>
                </a:solidFill>
              </a:rPr>
              <a:t>Batch Size and Epochs: batch size of 32 and early stopping for epochs (max 20)</a:t>
            </a:r>
            <a:endParaRPr sz="1500">
              <a:solidFill>
                <a:schemeClr val="lt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28" name="Shape 628"/>
        <p:cNvGrpSpPr/>
        <p:nvPr/>
      </p:nvGrpSpPr>
      <p:grpSpPr>
        <a:xfrm>
          <a:off x="0" y="0"/>
          <a:ext cx="0" cy="0"/>
          <a:chOff x="0" y="0"/>
          <a:chExt cx="0" cy="0"/>
        </a:xfrm>
      </p:grpSpPr>
      <p:sp>
        <p:nvSpPr>
          <p:cNvPr id="629" name="Google Shape;629;p73"/>
          <p:cNvSpPr txBox="1"/>
          <p:nvPr>
            <p:ph type="title"/>
          </p:nvPr>
        </p:nvSpPr>
        <p:spPr>
          <a:xfrm>
            <a:off x="230900" y="304800"/>
            <a:ext cx="8775000" cy="7389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FFFCE9"/>
                </a:solidFill>
              </a:rPr>
              <a:t>Performance Evaluation Metrics</a:t>
            </a:r>
            <a:endParaRPr>
              <a:solidFill>
                <a:srgbClr val="FFFCE9"/>
              </a:solidFill>
            </a:endParaRPr>
          </a:p>
        </p:txBody>
      </p:sp>
      <p:sp>
        <p:nvSpPr>
          <p:cNvPr id="630" name="Google Shape;630;p73"/>
          <p:cNvSpPr txBox="1"/>
          <p:nvPr>
            <p:ph idx="4294967295" type="body"/>
          </p:nvPr>
        </p:nvSpPr>
        <p:spPr>
          <a:xfrm>
            <a:off x="311700" y="1152475"/>
            <a:ext cx="8520600" cy="34164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Clr>
                <a:srgbClr val="FFFCE9"/>
              </a:buClr>
              <a:buSzPts val="1400"/>
              <a:buChar char="-"/>
            </a:pPr>
            <a:r>
              <a:rPr lang="en" sz="1400">
                <a:solidFill>
                  <a:srgbClr val="FFFCE9"/>
                </a:solidFill>
              </a:rPr>
              <a:t>Accuracy</a:t>
            </a:r>
            <a:endParaRPr sz="1400">
              <a:solidFill>
                <a:srgbClr val="FFFCE9"/>
              </a:solidFill>
            </a:endParaRPr>
          </a:p>
          <a:p>
            <a:pPr indent="-317500" lvl="1" marL="914400" rtl="0" algn="l">
              <a:spcBef>
                <a:spcPts val="0"/>
              </a:spcBef>
              <a:spcAft>
                <a:spcPts val="0"/>
              </a:spcAft>
              <a:buClr>
                <a:srgbClr val="FFFCE9"/>
              </a:buClr>
              <a:buSzPts val="1400"/>
              <a:buChar char="-"/>
            </a:pPr>
            <a:r>
              <a:rPr lang="en" sz="1400">
                <a:solidFill>
                  <a:srgbClr val="FFFCE9"/>
                </a:solidFill>
              </a:rPr>
              <a:t>Measures proportion of correct predictions across all samples</a:t>
            </a:r>
            <a:endParaRPr sz="1400">
              <a:solidFill>
                <a:srgbClr val="FFFCE9"/>
              </a:solidFill>
            </a:endParaRPr>
          </a:p>
          <a:p>
            <a:pPr indent="-317500" lvl="0" marL="457200" rtl="0" algn="l">
              <a:spcBef>
                <a:spcPts val="0"/>
              </a:spcBef>
              <a:spcAft>
                <a:spcPts val="0"/>
              </a:spcAft>
              <a:buClr>
                <a:srgbClr val="FFFCE9"/>
              </a:buClr>
              <a:buSzPts val="1400"/>
              <a:buChar char="-"/>
            </a:pPr>
            <a:r>
              <a:rPr lang="en" sz="1400">
                <a:solidFill>
                  <a:srgbClr val="FFFCE9"/>
                </a:solidFill>
              </a:rPr>
              <a:t>Precision</a:t>
            </a:r>
            <a:endParaRPr sz="1400">
              <a:solidFill>
                <a:srgbClr val="FFFCE9"/>
              </a:solidFill>
            </a:endParaRPr>
          </a:p>
          <a:p>
            <a:pPr indent="-317500" lvl="1" marL="914400" rtl="0" algn="l">
              <a:spcBef>
                <a:spcPts val="0"/>
              </a:spcBef>
              <a:spcAft>
                <a:spcPts val="0"/>
              </a:spcAft>
              <a:buClr>
                <a:srgbClr val="FFFCE9"/>
              </a:buClr>
              <a:buSzPts val="1400"/>
              <a:buChar char="-"/>
            </a:pPr>
            <a:r>
              <a:rPr lang="en" sz="1400">
                <a:solidFill>
                  <a:srgbClr val="FFFCE9"/>
                </a:solidFill>
              </a:rPr>
              <a:t>Evaluates how many of the predicted positive cases (invasive) are actually correct</a:t>
            </a:r>
            <a:endParaRPr sz="1400">
              <a:solidFill>
                <a:srgbClr val="FFFCE9"/>
              </a:solidFill>
            </a:endParaRPr>
          </a:p>
          <a:p>
            <a:pPr indent="-317500" lvl="0" marL="457200" rtl="0" algn="l">
              <a:spcBef>
                <a:spcPts val="0"/>
              </a:spcBef>
              <a:spcAft>
                <a:spcPts val="0"/>
              </a:spcAft>
              <a:buClr>
                <a:srgbClr val="FFFCE9"/>
              </a:buClr>
              <a:buSzPts val="1400"/>
              <a:buChar char="-"/>
            </a:pPr>
            <a:r>
              <a:rPr lang="en" sz="1400">
                <a:solidFill>
                  <a:srgbClr val="FFFCE9"/>
                </a:solidFill>
              </a:rPr>
              <a:t>Recall</a:t>
            </a:r>
            <a:endParaRPr sz="1400">
              <a:solidFill>
                <a:srgbClr val="FFFCE9"/>
              </a:solidFill>
            </a:endParaRPr>
          </a:p>
          <a:p>
            <a:pPr indent="-317500" lvl="1" marL="914400" rtl="0" algn="l">
              <a:spcBef>
                <a:spcPts val="0"/>
              </a:spcBef>
              <a:spcAft>
                <a:spcPts val="0"/>
              </a:spcAft>
              <a:buClr>
                <a:srgbClr val="FFFCE9"/>
              </a:buClr>
              <a:buSzPts val="1400"/>
              <a:buChar char="-"/>
            </a:pPr>
            <a:r>
              <a:rPr lang="en" sz="1400">
                <a:solidFill>
                  <a:srgbClr val="FFFCE9"/>
                </a:solidFill>
              </a:rPr>
              <a:t>Examines how many true positive cases are correctly identified by the model</a:t>
            </a:r>
            <a:endParaRPr sz="1400">
              <a:solidFill>
                <a:srgbClr val="FFFCE9"/>
              </a:solidFill>
            </a:endParaRPr>
          </a:p>
          <a:p>
            <a:pPr indent="-317500" lvl="0" marL="457200" rtl="0" algn="l">
              <a:spcBef>
                <a:spcPts val="0"/>
              </a:spcBef>
              <a:spcAft>
                <a:spcPts val="0"/>
              </a:spcAft>
              <a:buClr>
                <a:srgbClr val="FFFCE9"/>
              </a:buClr>
              <a:buSzPts val="1400"/>
              <a:buChar char="-"/>
            </a:pPr>
            <a:r>
              <a:rPr lang="en" sz="1400">
                <a:solidFill>
                  <a:srgbClr val="FFFCE9"/>
                </a:solidFill>
              </a:rPr>
              <a:t>F1-Score</a:t>
            </a:r>
            <a:endParaRPr sz="1400">
              <a:solidFill>
                <a:srgbClr val="FFFCE9"/>
              </a:solidFill>
            </a:endParaRPr>
          </a:p>
          <a:p>
            <a:pPr indent="-317500" lvl="1" marL="914400" rtl="0" algn="l">
              <a:spcBef>
                <a:spcPts val="0"/>
              </a:spcBef>
              <a:spcAft>
                <a:spcPts val="0"/>
              </a:spcAft>
              <a:buClr>
                <a:srgbClr val="FFFCE9"/>
              </a:buClr>
              <a:buSzPts val="1400"/>
              <a:buChar char="-"/>
            </a:pPr>
            <a:r>
              <a:rPr lang="en" sz="1400">
                <a:solidFill>
                  <a:srgbClr val="FFFCE9"/>
                </a:solidFill>
              </a:rPr>
              <a:t>Combines precision and recall into a single score</a:t>
            </a:r>
            <a:endParaRPr sz="1400">
              <a:solidFill>
                <a:srgbClr val="FFFCE9"/>
              </a:solidFill>
            </a:endParaRPr>
          </a:p>
          <a:p>
            <a:pPr indent="-317500" lvl="0" marL="457200" rtl="0" algn="l">
              <a:spcBef>
                <a:spcPts val="0"/>
              </a:spcBef>
              <a:spcAft>
                <a:spcPts val="0"/>
              </a:spcAft>
              <a:buClr>
                <a:srgbClr val="FFFCE9"/>
              </a:buClr>
              <a:buSzPts val="1400"/>
              <a:buChar char="-"/>
            </a:pPr>
            <a:r>
              <a:rPr lang="en" sz="1400">
                <a:solidFill>
                  <a:srgbClr val="FFFCE9"/>
                </a:solidFill>
              </a:rPr>
              <a:t>Confusion Matrix</a:t>
            </a:r>
            <a:endParaRPr sz="1400">
              <a:solidFill>
                <a:srgbClr val="FFFCE9"/>
              </a:solidFill>
            </a:endParaRPr>
          </a:p>
          <a:p>
            <a:pPr indent="-317500" lvl="1" marL="914400" rtl="0" algn="l">
              <a:spcBef>
                <a:spcPts val="0"/>
              </a:spcBef>
              <a:spcAft>
                <a:spcPts val="0"/>
              </a:spcAft>
              <a:buClr>
                <a:srgbClr val="FFFCE9"/>
              </a:buClr>
              <a:buSzPts val="1400"/>
              <a:buChar char="-"/>
            </a:pPr>
            <a:r>
              <a:rPr lang="en" sz="1400">
                <a:solidFill>
                  <a:srgbClr val="FFFCE9"/>
                </a:solidFill>
              </a:rPr>
              <a:t>Breakdown of the model predictions, shows true positives, true negatives, false positives, and false negatives. Gives insight into classification performance</a:t>
            </a:r>
            <a:endParaRPr sz="1400">
              <a:solidFill>
                <a:srgbClr val="FFFCE9"/>
              </a:solidFill>
            </a:endParaRPr>
          </a:p>
          <a:p>
            <a:pPr indent="0" lvl="0" marL="0" rtl="0" algn="l">
              <a:spcBef>
                <a:spcPts val="0"/>
              </a:spcBef>
              <a:spcAft>
                <a:spcPts val="0"/>
              </a:spcAft>
              <a:buNone/>
            </a:pPr>
            <a:r>
              <a:t/>
            </a:r>
            <a:endParaRPr sz="1400">
              <a:solidFill>
                <a:srgbClr val="FFFCE9"/>
              </a:solidFill>
            </a:endParaRPr>
          </a:p>
          <a:p>
            <a:pPr indent="-317500" lvl="0" marL="457200" rtl="0" algn="l">
              <a:spcBef>
                <a:spcPts val="0"/>
              </a:spcBef>
              <a:spcAft>
                <a:spcPts val="0"/>
              </a:spcAft>
              <a:buClr>
                <a:srgbClr val="FFFCE9"/>
              </a:buClr>
              <a:buSzPts val="1400"/>
              <a:buChar char="-"/>
            </a:pPr>
            <a:r>
              <a:rPr lang="en" sz="1400">
                <a:solidFill>
                  <a:srgbClr val="FFFCE9"/>
                </a:solidFill>
              </a:rPr>
              <a:t>Did everything for both a 0.4 threshold to aid recall and a 0.7 threshold to aid precision to see if that would change the better performing model</a:t>
            </a:r>
            <a:endParaRPr sz="1400">
              <a:solidFill>
                <a:srgbClr val="FFFCE9"/>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634" name="Shape 634"/>
        <p:cNvGrpSpPr/>
        <p:nvPr/>
      </p:nvGrpSpPr>
      <p:grpSpPr>
        <a:xfrm>
          <a:off x="0" y="0"/>
          <a:ext cx="0" cy="0"/>
          <a:chOff x="0" y="0"/>
          <a:chExt cx="0" cy="0"/>
        </a:xfrm>
      </p:grpSpPr>
      <p:sp>
        <p:nvSpPr>
          <p:cNvPr id="635" name="Google Shape;635;p74"/>
          <p:cNvSpPr txBox="1"/>
          <p:nvPr>
            <p:ph type="title"/>
          </p:nvPr>
        </p:nvSpPr>
        <p:spPr>
          <a:xfrm>
            <a:off x="228600" y="87750"/>
            <a:ext cx="6950400" cy="7389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Clr>
                <a:schemeClr val="accent1"/>
              </a:buClr>
              <a:buSzPts val="1100"/>
              <a:buFont typeface="Arial"/>
              <a:buNone/>
            </a:pPr>
            <a:r>
              <a:rPr lang="en">
                <a:solidFill>
                  <a:schemeClr val="lt1"/>
                </a:solidFill>
              </a:rPr>
              <a:t>Threshold Comparison</a:t>
            </a:r>
            <a:endParaRPr>
              <a:solidFill>
                <a:schemeClr val="lt1"/>
              </a:solidFill>
            </a:endParaRPr>
          </a:p>
        </p:txBody>
      </p:sp>
      <p:sp>
        <p:nvSpPr>
          <p:cNvPr id="636" name="Google Shape;636;p74"/>
          <p:cNvSpPr txBox="1"/>
          <p:nvPr>
            <p:ph idx="4294967295" type="body"/>
          </p:nvPr>
        </p:nvSpPr>
        <p:spPr>
          <a:xfrm>
            <a:off x="311700" y="760975"/>
            <a:ext cx="42603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lt1"/>
                </a:solidFill>
              </a:rPr>
              <a:t>0.4 Threshold</a:t>
            </a:r>
            <a:endParaRPr sz="1500">
              <a:solidFill>
                <a:schemeClr val="lt1"/>
              </a:solidFill>
            </a:endParaRPr>
          </a:p>
          <a:p>
            <a:pPr indent="-311150" lvl="0" marL="457200" rtl="0" algn="l">
              <a:spcBef>
                <a:spcPts val="0"/>
              </a:spcBef>
              <a:spcAft>
                <a:spcPts val="0"/>
              </a:spcAft>
              <a:buClr>
                <a:schemeClr val="lt1"/>
              </a:buClr>
              <a:buSzPts val="1300"/>
              <a:buChar char="-"/>
            </a:pPr>
            <a:r>
              <a:rPr lang="en" sz="1300">
                <a:solidFill>
                  <a:schemeClr val="lt1"/>
                </a:solidFill>
              </a:rPr>
              <a:t>Precision</a:t>
            </a:r>
            <a:endParaRPr sz="1300">
              <a:solidFill>
                <a:schemeClr val="lt1"/>
              </a:solidFill>
            </a:endParaRPr>
          </a:p>
          <a:p>
            <a:pPr indent="-311150" lvl="1" marL="914400" rtl="0" algn="l">
              <a:spcBef>
                <a:spcPts val="0"/>
              </a:spcBef>
              <a:spcAft>
                <a:spcPts val="0"/>
              </a:spcAft>
              <a:buClr>
                <a:schemeClr val="lt1"/>
              </a:buClr>
              <a:buSzPts val="1300"/>
              <a:buChar char="-"/>
            </a:pPr>
            <a:r>
              <a:rPr lang="en" sz="1300">
                <a:solidFill>
                  <a:schemeClr val="lt1"/>
                </a:solidFill>
              </a:rPr>
              <a:t>Highest: DenseNet (0.624)</a:t>
            </a:r>
            <a:endParaRPr sz="1300">
              <a:solidFill>
                <a:schemeClr val="lt1"/>
              </a:solidFill>
            </a:endParaRPr>
          </a:p>
          <a:p>
            <a:pPr indent="-311150" lvl="1" marL="914400" rtl="0" algn="l">
              <a:spcBef>
                <a:spcPts val="0"/>
              </a:spcBef>
              <a:spcAft>
                <a:spcPts val="0"/>
              </a:spcAft>
              <a:buClr>
                <a:schemeClr val="lt1"/>
              </a:buClr>
              <a:buSzPts val="1300"/>
              <a:buChar char="-"/>
            </a:pPr>
            <a:r>
              <a:rPr lang="en" sz="1300">
                <a:solidFill>
                  <a:schemeClr val="lt1"/>
                </a:solidFill>
              </a:rPr>
              <a:t>Balances false positives decently</a:t>
            </a:r>
            <a:endParaRPr sz="1300">
              <a:solidFill>
                <a:schemeClr val="lt1"/>
              </a:solidFill>
            </a:endParaRPr>
          </a:p>
          <a:p>
            <a:pPr indent="-311150" lvl="0" marL="457200" rtl="0" algn="l">
              <a:spcBef>
                <a:spcPts val="0"/>
              </a:spcBef>
              <a:spcAft>
                <a:spcPts val="0"/>
              </a:spcAft>
              <a:buClr>
                <a:schemeClr val="lt1"/>
              </a:buClr>
              <a:buSzPts val="1300"/>
              <a:buChar char="-"/>
            </a:pPr>
            <a:r>
              <a:rPr lang="en" sz="1300">
                <a:solidFill>
                  <a:schemeClr val="lt1"/>
                </a:solidFill>
              </a:rPr>
              <a:t>Recall</a:t>
            </a:r>
            <a:endParaRPr sz="1300">
              <a:solidFill>
                <a:schemeClr val="lt1"/>
              </a:solidFill>
            </a:endParaRPr>
          </a:p>
          <a:p>
            <a:pPr indent="-311150" lvl="1" marL="914400" rtl="0" algn="l">
              <a:spcBef>
                <a:spcPts val="0"/>
              </a:spcBef>
              <a:spcAft>
                <a:spcPts val="0"/>
              </a:spcAft>
              <a:buClr>
                <a:schemeClr val="lt1"/>
              </a:buClr>
              <a:buSzPts val="1300"/>
              <a:buChar char="-"/>
            </a:pPr>
            <a:r>
              <a:rPr lang="en" sz="1300">
                <a:solidFill>
                  <a:schemeClr val="lt1"/>
                </a:solidFill>
              </a:rPr>
              <a:t>Highest: Custom (0.611)</a:t>
            </a:r>
            <a:endParaRPr sz="1300">
              <a:solidFill>
                <a:schemeClr val="lt1"/>
              </a:solidFill>
            </a:endParaRPr>
          </a:p>
          <a:p>
            <a:pPr indent="-311150" lvl="1" marL="914400" rtl="0" algn="l">
              <a:spcBef>
                <a:spcPts val="0"/>
              </a:spcBef>
              <a:spcAft>
                <a:spcPts val="0"/>
              </a:spcAft>
              <a:buClr>
                <a:schemeClr val="lt1"/>
              </a:buClr>
              <a:buSzPts val="1300"/>
              <a:buChar char="-"/>
            </a:pPr>
            <a:r>
              <a:rPr lang="en" sz="1300">
                <a:solidFill>
                  <a:schemeClr val="lt1"/>
                </a:solidFill>
              </a:rPr>
              <a:t>Least false negatives</a:t>
            </a:r>
            <a:endParaRPr sz="1300">
              <a:solidFill>
                <a:schemeClr val="lt1"/>
              </a:solidFill>
            </a:endParaRPr>
          </a:p>
          <a:p>
            <a:pPr indent="-311150" lvl="0" marL="457200" rtl="0" algn="l">
              <a:spcBef>
                <a:spcPts val="0"/>
              </a:spcBef>
              <a:spcAft>
                <a:spcPts val="0"/>
              </a:spcAft>
              <a:buClr>
                <a:schemeClr val="lt1"/>
              </a:buClr>
              <a:buSzPts val="1300"/>
              <a:buChar char="-"/>
            </a:pPr>
            <a:r>
              <a:rPr lang="en" sz="1300">
                <a:solidFill>
                  <a:schemeClr val="lt1"/>
                </a:solidFill>
              </a:rPr>
              <a:t>F1 Score</a:t>
            </a:r>
            <a:endParaRPr sz="1300">
              <a:solidFill>
                <a:schemeClr val="lt1"/>
              </a:solidFill>
            </a:endParaRPr>
          </a:p>
          <a:p>
            <a:pPr indent="-311150" lvl="1" marL="914400" rtl="0" algn="l">
              <a:spcBef>
                <a:spcPts val="0"/>
              </a:spcBef>
              <a:spcAft>
                <a:spcPts val="0"/>
              </a:spcAft>
              <a:buClr>
                <a:schemeClr val="lt1"/>
              </a:buClr>
              <a:buSzPts val="1300"/>
              <a:buChar char="-"/>
            </a:pPr>
            <a:r>
              <a:rPr lang="en" sz="1300">
                <a:solidFill>
                  <a:schemeClr val="lt1"/>
                </a:solidFill>
              </a:rPr>
              <a:t>Highest: DenseNet (0.617)</a:t>
            </a:r>
            <a:endParaRPr sz="1300">
              <a:solidFill>
                <a:schemeClr val="lt1"/>
              </a:solidFill>
            </a:endParaRPr>
          </a:p>
          <a:p>
            <a:pPr indent="-311150" lvl="0" marL="457200" rtl="0" algn="l">
              <a:spcBef>
                <a:spcPts val="0"/>
              </a:spcBef>
              <a:spcAft>
                <a:spcPts val="0"/>
              </a:spcAft>
              <a:buClr>
                <a:schemeClr val="lt1"/>
              </a:buClr>
              <a:buSzPts val="1300"/>
              <a:buChar char="-"/>
            </a:pPr>
            <a:r>
              <a:rPr lang="en" sz="1300">
                <a:solidFill>
                  <a:schemeClr val="lt1"/>
                </a:solidFill>
              </a:rPr>
              <a:t>Confusion Matrix</a:t>
            </a:r>
            <a:endParaRPr sz="1300">
              <a:solidFill>
                <a:schemeClr val="lt1"/>
              </a:solidFill>
            </a:endParaRPr>
          </a:p>
          <a:p>
            <a:pPr indent="-311150" lvl="1" marL="914400" rtl="0" algn="l">
              <a:spcBef>
                <a:spcPts val="0"/>
              </a:spcBef>
              <a:spcAft>
                <a:spcPts val="0"/>
              </a:spcAft>
              <a:buClr>
                <a:schemeClr val="lt1"/>
              </a:buClr>
              <a:buSzPts val="1300"/>
              <a:buChar char="-"/>
            </a:pPr>
            <a:r>
              <a:rPr lang="en" sz="1300">
                <a:solidFill>
                  <a:schemeClr val="lt1"/>
                </a:solidFill>
              </a:rPr>
              <a:t>DenseNet prioritized recall</a:t>
            </a:r>
            <a:endParaRPr sz="1300">
              <a:solidFill>
                <a:schemeClr val="lt1"/>
              </a:solidFill>
            </a:endParaRPr>
          </a:p>
          <a:p>
            <a:pPr indent="-311150" lvl="0" marL="457200" rtl="0" algn="l">
              <a:spcBef>
                <a:spcPts val="0"/>
              </a:spcBef>
              <a:spcAft>
                <a:spcPts val="0"/>
              </a:spcAft>
              <a:buClr>
                <a:schemeClr val="lt1"/>
              </a:buClr>
              <a:buSzPts val="1300"/>
              <a:buChar char="-"/>
            </a:pPr>
            <a:r>
              <a:rPr lang="en" sz="1300">
                <a:solidFill>
                  <a:schemeClr val="lt1"/>
                </a:solidFill>
              </a:rPr>
              <a:t>Favors recall, ensures maximum invasive plant detection</a:t>
            </a:r>
            <a:endParaRPr sz="1300">
              <a:solidFill>
                <a:schemeClr val="lt1"/>
              </a:solidFill>
            </a:endParaRPr>
          </a:p>
          <a:p>
            <a:pPr indent="-311150" lvl="0" marL="457200" rtl="0" algn="l">
              <a:spcBef>
                <a:spcPts val="0"/>
              </a:spcBef>
              <a:spcAft>
                <a:spcPts val="0"/>
              </a:spcAft>
              <a:buClr>
                <a:schemeClr val="lt1"/>
              </a:buClr>
              <a:buSzPts val="1300"/>
              <a:buChar char="-"/>
            </a:pPr>
            <a:r>
              <a:rPr lang="en" sz="1300">
                <a:solidFill>
                  <a:schemeClr val="lt1"/>
                </a:solidFill>
              </a:rPr>
              <a:t>Ultimately, the</a:t>
            </a:r>
            <a:endParaRPr sz="1300">
              <a:solidFill>
                <a:schemeClr val="lt1"/>
              </a:solidFill>
            </a:endParaRPr>
          </a:p>
          <a:p>
            <a:pPr indent="0" lvl="0" marL="457200" rtl="0" algn="l">
              <a:spcBef>
                <a:spcPts val="0"/>
              </a:spcBef>
              <a:spcAft>
                <a:spcPts val="0"/>
              </a:spcAft>
              <a:buNone/>
            </a:pPr>
            <a:r>
              <a:rPr lang="en" sz="1300">
                <a:solidFill>
                  <a:schemeClr val="lt1"/>
                </a:solidFill>
              </a:rPr>
              <a:t>best for our</a:t>
            </a:r>
            <a:endParaRPr sz="1300">
              <a:solidFill>
                <a:schemeClr val="lt1"/>
              </a:solidFill>
            </a:endParaRPr>
          </a:p>
          <a:p>
            <a:pPr indent="0" lvl="0" marL="457200" rtl="0" algn="l">
              <a:spcBef>
                <a:spcPts val="0"/>
              </a:spcBef>
              <a:spcAft>
                <a:spcPts val="0"/>
              </a:spcAft>
              <a:buNone/>
            </a:pPr>
            <a:r>
              <a:rPr lang="en" sz="1300">
                <a:solidFill>
                  <a:schemeClr val="lt1"/>
                </a:solidFill>
              </a:rPr>
              <a:t>project</a:t>
            </a:r>
            <a:endParaRPr sz="1300">
              <a:solidFill>
                <a:schemeClr val="lt1"/>
              </a:solidFill>
            </a:endParaRPr>
          </a:p>
        </p:txBody>
      </p:sp>
      <p:sp>
        <p:nvSpPr>
          <p:cNvPr id="637" name="Google Shape;637;p74"/>
          <p:cNvSpPr txBox="1"/>
          <p:nvPr>
            <p:ph idx="4294967295" type="body"/>
          </p:nvPr>
        </p:nvSpPr>
        <p:spPr>
          <a:xfrm>
            <a:off x="4572000" y="1503600"/>
            <a:ext cx="42603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lt1"/>
                </a:solidFill>
              </a:rPr>
              <a:t>0.7 Threshold</a:t>
            </a:r>
            <a:endParaRPr sz="1500">
              <a:solidFill>
                <a:schemeClr val="lt1"/>
              </a:solidFill>
            </a:endParaRPr>
          </a:p>
          <a:p>
            <a:pPr indent="-311150" lvl="0" marL="457200" rtl="0" algn="l">
              <a:spcBef>
                <a:spcPts val="0"/>
              </a:spcBef>
              <a:spcAft>
                <a:spcPts val="0"/>
              </a:spcAft>
              <a:buClr>
                <a:schemeClr val="lt1"/>
              </a:buClr>
              <a:buSzPts val="1300"/>
              <a:buChar char="-"/>
            </a:pPr>
            <a:r>
              <a:rPr lang="en" sz="1300">
                <a:solidFill>
                  <a:schemeClr val="lt1"/>
                </a:solidFill>
              </a:rPr>
              <a:t>Precision</a:t>
            </a:r>
            <a:endParaRPr sz="1300">
              <a:solidFill>
                <a:schemeClr val="lt1"/>
              </a:solidFill>
            </a:endParaRPr>
          </a:p>
          <a:p>
            <a:pPr indent="-311150" lvl="1" marL="914400" rtl="0" algn="l">
              <a:spcBef>
                <a:spcPts val="0"/>
              </a:spcBef>
              <a:spcAft>
                <a:spcPts val="0"/>
              </a:spcAft>
              <a:buClr>
                <a:schemeClr val="lt1"/>
              </a:buClr>
              <a:buSzPts val="1300"/>
              <a:buChar char="-"/>
            </a:pPr>
            <a:r>
              <a:rPr lang="en" sz="1300">
                <a:solidFill>
                  <a:schemeClr val="lt1"/>
                </a:solidFill>
              </a:rPr>
              <a:t>Highest: MobileNet (0.648)</a:t>
            </a:r>
            <a:endParaRPr sz="1300">
              <a:solidFill>
                <a:schemeClr val="lt1"/>
              </a:solidFill>
            </a:endParaRPr>
          </a:p>
          <a:p>
            <a:pPr indent="-311150" lvl="1" marL="914400" rtl="0" algn="l">
              <a:spcBef>
                <a:spcPts val="0"/>
              </a:spcBef>
              <a:spcAft>
                <a:spcPts val="0"/>
              </a:spcAft>
              <a:buClr>
                <a:schemeClr val="lt1"/>
              </a:buClr>
              <a:buSzPts val="1300"/>
              <a:buChar char="-"/>
            </a:pPr>
            <a:r>
              <a:rPr lang="en" sz="1300">
                <a:solidFill>
                  <a:schemeClr val="lt1"/>
                </a:solidFill>
              </a:rPr>
              <a:t>Better precision because of fewer false positives, sacrifices recall</a:t>
            </a:r>
            <a:endParaRPr sz="1300">
              <a:solidFill>
                <a:schemeClr val="lt1"/>
              </a:solidFill>
            </a:endParaRPr>
          </a:p>
          <a:p>
            <a:pPr indent="-311150" lvl="0" marL="457200" rtl="0" algn="l">
              <a:spcBef>
                <a:spcPts val="0"/>
              </a:spcBef>
              <a:spcAft>
                <a:spcPts val="0"/>
              </a:spcAft>
              <a:buClr>
                <a:schemeClr val="lt1"/>
              </a:buClr>
              <a:buSzPts val="1300"/>
              <a:buChar char="-"/>
            </a:pPr>
            <a:r>
              <a:rPr lang="en" sz="1300">
                <a:solidFill>
                  <a:schemeClr val="lt1"/>
                </a:solidFill>
              </a:rPr>
              <a:t>Recall</a:t>
            </a:r>
            <a:endParaRPr sz="1300">
              <a:solidFill>
                <a:schemeClr val="lt1"/>
              </a:solidFill>
            </a:endParaRPr>
          </a:p>
          <a:p>
            <a:pPr indent="-311150" lvl="1" marL="914400" rtl="0" algn="l">
              <a:spcBef>
                <a:spcPts val="0"/>
              </a:spcBef>
              <a:spcAft>
                <a:spcPts val="0"/>
              </a:spcAft>
              <a:buClr>
                <a:schemeClr val="lt1"/>
              </a:buClr>
              <a:buSzPts val="1300"/>
              <a:buChar char="-"/>
            </a:pPr>
            <a:r>
              <a:rPr lang="en" sz="1300">
                <a:solidFill>
                  <a:schemeClr val="lt1"/>
                </a:solidFill>
              </a:rPr>
              <a:t>Highest: Custom (0.549)</a:t>
            </a:r>
            <a:endParaRPr sz="1300">
              <a:solidFill>
                <a:schemeClr val="lt1"/>
              </a:solidFill>
            </a:endParaRPr>
          </a:p>
          <a:p>
            <a:pPr indent="-311150" lvl="0" marL="457200" rtl="0" algn="l">
              <a:spcBef>
                <a:spcPts val="0"/>
              </a:spcBef>
              <a:spcAft>
                <a:spcPts val="0"/>
              </a:spcAft>
              <a:buClr>
                <a:schemeClr val="lt1"/>
              </a:buClr>
              <a:buSzPts val="1300"/>
              <a:buChar char="-"/>
            </a:pPr>
            <a:r>
              <a:rPr lang="en" sz="1300">
                <a:solidFill>
                  <a:schemeClr val="lt1"/>
                </a:solidFill>
              </a:rPr>
              <a:t>F1 Score</a:t>
            </a:r>
            <a:endParaRPr sz="1300">
              <a:solidFill>
                <a:schemeClr val="lt1"/>
              </a:solidFill>
            </a:endParaRPr>
          </a:p>
          <a:p>
            <a:pPr indent="-311150" lvl="1" marL="914400" rtl="0" algn="l">
              <a:spcBef>
                <a:spcPts val="0"/>
              </a:spcBef>
              <a:spcAft>
                <a:spcPts val="0"/>
              </a:spcAft>
              <a:buClr>
                <a:schemeClr val="lt1"/>
              </a:buClr>
              <a:buSzPts val="1300"/>
              <a:buChar char="-"/>
            </a:pPr>
            <a:r>
              <a:rPr lang="en" sz="1300">
                <a:solidFill>
                  <a:schemeClr val="lt1"/>
                </a:solidFill>
              </a:rPr>
              <a:t>Highest: Custom (0.588)</a:t>
            </a:r>
            <a:endParaRPr sz="1300">
              <a:solidFill>
                <a:schemeClr val="lt1"/>
              </a:solidFill>
            </a:endParaRPr>
          </a:p>
          <a:p>
            <a:pPr indent="-311150" lvl="0" marL="457200" rtl="0" algn="l">
              <a:spcBef>
                <a:spcPts val="0"/>
              </a:spcBef>
              <a:spcAft>
                <a:spcPts val="0"/>
              </a:spcAft>
              <a:buClr>
                <a:schemeClr val="lt1"/>
              </a:buClr>
              <a:buSzPts val="1300"/>
              <a:buChar char="-"/>
            </a:pPr>
            <a:r>
              <a:rPr lang="en" sz="1300">
                <a:solidFill>
                  <a:schemeClr val="lt1"/>
                </a:solidFill>
              </a:rPr>
              <a:t>Confusion Matrix</a:t>
            </a:r>
            <a:endParaRPr sz="1300">
              <a:solidFill>
                <a:schemeClr val="lt1"/>
              </a:solidFill>
            </a:endParaRPr>
          </a:p>
          <a:p>
            <a:pPr indent="-311150" lvl="1" marL="914400" rtl="0" algn="l">
              <a:spcBef>
                <a:spcPts val="0"/>
              </a:spcBef>
              <a:spcAft>
                <a:spcPts val="0"/>
              </a:spcAft>
              <a:buClr>
                <a:schemeClr val="lt1"/>
              </a:buClr>
              <a:buSzPts val="1300"/>
              <a:buChar char="-"/>
            </a:pPr>
            <a:r>
              <a:rPr lang="en" sz="1300">
                <a:solidFill>
                  <a:schemeClr val="lt1"/>
                </a:solidFill>
              </a:rPr>
              <a:t>DenseNet had a lower recall score (0.527) </a:t>
            </a:r>
            <a:endParaRPr sz="1300">
              <a:solidFill>
                <a:schemeClr val="lt1"/>
              </a:solidFill>
            </a:endParaRPr>
          </a:p>
          <a:p>
            <a:pPr indent="-311150" lvl="0" marL="457200" rtl="0" algn="l">
              <a:spcBef>
                <a:spcPts val="0"/>
              </a:spcBef>
              <a:spcAft>
                <a:spcPts val="0"/>
              </a:spcAft>
              <a:buClr>
                <a:schemeClr val="lt1"/>
              </a:buClr>
              <a:buSzPts val="1300"/>
              <a:buChar char="-"/>
            </a:pPr>
            <a:r>
              <a:rPr lang="en" sz="1300">
                <a:solidFill>
                  <a:schemeClr val="lt1"/>
                </a:solidFill>
              </a:rPr>
              <a:t>Improves precision overall, reducing false positives, but potentially misses invasive plants</a:t>
            </a:r>
            <a:endParaRPr sz="1300">
              <a:solidFill>
                <a:schemeClr val="lt1"/>
              </a:solidFill>
            </a:endParaRPr>
          </a:p>
        </p:txBody>
      </p:sp>
      <p:pic>
        <p:nvPicPr>
          <p:cNvPr id="638" name="Google Shape;638;p74" title="download.png"/>
          <p:cNvPicPr preferRelativeResize="0"/>
          <p:nvPr/>
        </p:nvPicPr>
        <p:blipFill>
          <a:blip r:embed="rId3">
            <a:alphaModFix/>
          </a:blip>
          <a:stretch>
            <a:fillRect/>
          </a:stretch>
        </p:blipFill>
        <p:spPr>
          <a:xfrm>
            <a:off x="2155600" y="3339475"/>
            <a:ext cx="2272125" cy="1725947"/>
          </a:xfrm>
          <a:prstGeom prst="rect">
            <a:avLst/>
          </a:prstGeom>
          <a:noFill/>
          <a:ln>
            <a:noFill/>
          </a:ln>
        </p:spPr>
      </p:pic>
      <p:pic>
        <p:nvPicPr>
          <p:cNvPr id="639" name="Google Shape;639;p74" title="download.png"/>
          <p:cNvPicPr preferRelativeResize="0"/>
          <p:nvPr/>
        </p:nvPicPr>
        <p:blipFill>
          <a:blip r:embed="rId4">
            <a:alphaModFix/>
          </a:blip>
          <a:stretch>
            <a:fillRect/>
          </a:stretch>
        </p:blipFill>
        <p:spPr>
          <a:xfrm>
            <a:off x="6778199" y="87750"/>
            <a:ext cx="2272125" cy="1725947"/>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43" name="Shape 643"/>
        <p:cNvGrpSpPr/>
        <p:nvPr/>
      </p:nvGrpSpPr>
      <p:grpSpPr>
        <a:xfrm>
          <a:off x="0" y="0"/>
          <a:ext cx="0" cy="0"/>
          <a:chOff x="0" y="0"/>
          <a:chExt cx="0" cy="0"/>
        </a:xfrm>
      </p:grpSpPr>
      <p:sp>
        <p:nvSpPr>
          <p:cNvPr id="644" name="Google Shape;644;p75"/>
          <p:cNvSpPr txBox="1"/>
          <p:nvPr>
            <p:ph type="title"/>
          </p:nvPr>
        </p:nvSpPr>
        <p:spPr>
          <a:xfrm>
            <a:off x="228600" y="223475"/>
            <a:ext cx="6950400" cy="7389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FFFCE9"/>
                </a:solidFill>
              </a:rPr>
              <a:t>Result Comparison Chart</a:t>
            </a:r>
            <a:endParaRPr>
              <a:solidFill>
                <a:srgbClr val="FFFCE9"/>
              </a:solidFill>
            </a:endParaRPr>
          </a:p>
        </p:txBody>
      </p:sp>
      <p:sp>
        <p:nvSpPr>
          <p:cNvPr id="645" name="Google Shape;645;p75"/>
          <p:cNvSpPr txBox="1"/>
          <p:nvPr>
            <p:ph idx="4294967295" type="body"/>
          </p:nvPr>
        </p:nvSpPr>
        <p:spPr>
          <a:xfrm>
            <a:off x="66825" y="962375"/>
            <a:ext cx="29148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FFCE9"/>
                </a:solidFill>
              </a:rPr>
              <a:t>Custom Model</a:t>
            </a:r>
            <a:r>
              <a:rPr lang="en">
                <a:solidFill>
                  <a:srgbClr val="FFFCE9"/>
                </a:solidFill>
              </a:rPr>
              <a:t>:</a:t>
            </a:r>
            <a:endParaRPr>
              <a:solidFill>
                <a:srgbClr val="FFFCE9"/>
              </a:solidFill>
            </a:endParaRPr>
          </a:p>
          <a:p>
            <a:pPr indent="-304800" lvl="0" marL="457200" rtl="0" algn="l">
              <a:spcBef>
                <a:spcPts val="0"/>
              </a:spcBef>
              <a:spcAft>
                <a:spcPts val="0"/>
              </a:spcAft>
              <a:buClr>
                <a:srgbClr val="FFFCE9"/>
              </a:buClr>
              <a:buSzPts val="1200"/>
              <a:buChar char="-"/>
            </a:pPr>
            <a:r>
              <a:rPr b="1" lang="en">
                <a:solidFill>
                  <a:srgbClr val="FFFCE9"/>
                </a:solidFill>
              </a:rPr>
              <a:t>Highest Recall</a:t>
            </a:r>
            <a:r>
              <a:rPr lang="en">
                <a:solidFill>
                  <a:srgbClr val="FFFCE9"/>
                </a:solidFill>
              </a:rPr>
              <a:t> (0.611 for 0.4 threshold) → true positives</a:t>
            </a:r>
            <a:endParaRPr>
              <a:solidFill>
                <a:srgbClr val="FFFCE9"/>
              </a:solidFill>
            </a:endParaRPr>
          </a:p>
          <a:p>
            <a:pPr indent="-304800" lvl="0" marL="457200" rtl="0" algn="l">
              <a:spcBef>
                <a:spcPts val="0"/>
              </a:spcBef>
              <a:spcAft>
                <a:spcPts val="0"/>
              </a:spcAft>
              <a:buClr>
                <a:srgbClr val="FFFCE9"/>
              </a:buClr>
              <a:buSzPts val="1200"/>
              <a:buChar char="-"/>
            </a:pPr>
            <a:r>
              <a:rPr b="1" lang="en">
                <a:solidFill>
                  <a:srgbClr val="FFFCE9"/>
                </a:solidFill>
              </a:rPr>
              <a:t>Highest F1 score</a:t>
            </a:r>
            <a:r>
              <a:rPr lang="en">
                <a:solidFill>
                  <a:srgbClr val="FFFCE9"/>
                </a:solidFill>
              </a:rPr>
              <a:t> (0.588 for 0.7 threshold) → strongest balance between precision and recall</a:t>
            </a:r>
            <a:endParaRPr>
              <a:solidFill>
                <a:srgbClr val="FFFCE9"/>
              </a:solidFill>
            </a:endParaRPr>
          </a:p>
          <a:p>
            <a:pPr indent="-304800" lvl="0" marL="457200" rtl="0" algn="l">
              <a:spcBef>
                <a:spcPts val="0"/>
              </a:spcBef>
              <a:spcAft>
                <a:spcPts val="0"/>
              </a:spcAft>
              <a:buClr>
                <a:srgbClr val="FFFCE9"/>
              </a:buClr>
              <a:buSzPts val="1200"/>
              <a:buChar char="-"/>
            </a:pPr>
            <a:r>
              <a:rPr b="1" lang="en">
                <a:solidFill>
                  <a:srgbClr val="FFFCE9"/>
                </a:solidFill>
              </a:rPr>
              <a:t>Second Lowest Accuracy</a:t>
            </a:r>
            <a:r>
              <a:rPr lang="en">
                <a:solidFill>
                  <a:srgbClr val="FFFCE9"/>
                </a:solidFill>
              </a:rPr>
              <a:t> (89.4%) </a:t>
            </a:r>
            <a:endParaRPr>
              <a:solidFill>
                <a:srgbClr val="FFFCE9"/>
              </a:solidFill>
            </a:endParaRPr>
          </a:p>
          <a:p>
            <a:pPr indent="-304800" lvl="0" marL="457200" rtl="0" algn="l">
              <a:spcBef>
                <a:spcPts val="0"/>
              </a:spcBef>
              <a:spcAft>
                <a:spcPts val="0"/>
              </a:spcAft>
              <a:buClr>
                <a:srgbClr val="FFFCE9"/>
              </a:buClr>
              <a:buSzPts val="1200"/>
              <a:buChar char="-"/>
            </a:pPr>
            <a:r>
              <a:rPr lang="en">
                <a:solidFill>
                  <a:srgbClr val="FFFCE9"/>
                </a:solidFill>
              </a:rPr>
              <a:t>Ideal for detecting as many invasive plants as possible</a:t>
            </a:r>
            <a:endParaRPr>
              <a:solidFill>
                <a:srgbClr val="FFFCE9"/>
              </a:solidFill>
            </a:endParaRPr>
          </a:p>
          <a:p>
            <a:pPr indent="0" lvl="0" marL="0" rtl="0" algn="l">
              <a:spcBef>
                <a:spcPts val="0"/>
              </a:spcBef>
              <a:spcAft>
                <a:spcPts val="0"/>
              </a:spcAft>
              <a:buNone/>
            </a:pPr>
            <a:r>
              <a:t/>
            </a:r>
            <a:endParaRPr b="1">
              <a:solidFill>
                <a:srgbClr val="FFFCE9"/>
              </a:solidFill>
            </a:endParaRPr>
          </a:p>
        </p:txBody>
      </p:sp>
      <p:sp>
        <p:nvSpPr>
          <p:cNvPr id="646" name="Google Shape;646;p75"/>
          <p:cNvSpPr txBox="1"/>
          <p:nvPr>
            <p:ph idx="4294967295" type="body"/>
          </p:nvPr>
        </p:nvSpPr>
        <p:spPr>
          <a:xfrm>
            <a:off x="6162375" y="288175"/>
            <a:ext cx="29148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FFCE9"/>
                </a:solidFill>
              </a:rPr>
              <a:t>MobileNet Model</a:t>
            </a:r>
            <a:r>
              <a:rPr lang="en">
                <a:solidFill>
                  <a:srgbClr val="FFFCE9"/>
                </a:solidFill>
              </a:rPr>
              <a:t>:</a:t>
            </a:r>
            <a:endParaRPr>
              <a:solidFill>
                <a:srgbClr val="FFFCE9"/>
              </a:solidFill>
            </a:endParaRPr>
          </a:p>
          <a:p>
            <a:pPr indent="-304800" lvl="0" marL="457200" rtl="0" algn="l">
              <a:spcBef>
                <a:spcPts val="0"/>
              </a:spcBef>
              <a:spcAft>
                <a:spcPts val="0"/>
              </a:spcAft>
              <a:buClr>
                <a:srgbClr val="FFFCE9"/>
              </a:buClr>
              <a:buSzPts val="1200"/>
              <a:buChar char="-"/>
            </a:pPr>
            <a:r>
              <a:rPr b="1" lang="en">
                <a:solidFill>
                  <a:srgbClr val="FFFCE9"/>
                </a:solidFill>
              </a:rPr>
              <a:t>Highest Accuracy</a:t>
            </a:r>
            <a:r>
              <a:rPr lang="en">
                <a:solidFill>
                  <a:srgbClr val="FFFCE9"/>
                </a:solidFill>
              </a:rPr>
              <a:t> (91.6%) → balances predictions for invasive and non-invasive plants</a:t>
            </a:r>
            <a:endParaRPr>
              <a:solidFill>
                <a:srgbClr val="FFFCE9"/>
              </a:solidFill>
            </a:endParaRPr>
          </a:p>
          <a:p>
            <a:pPr indent="-304800" lvl="0" marL="457200" rtl="0" algn="l">
              <a:spcBef>
                <a:spcPts val="0"/>
              </a:spcBef>
              <a:spcAft>
                <a:spcPts val="0"/>
              </a:spcAft>
              <a:buClr>
                <a:srgbClr val="FFFCE9"/>
              </a:buClr>
              <a:buSzPts val="1200"/>
              <a:buChar char="-"/>
            </a:pPr>
            <a:r>
              <a:rPr b="1" lang="en">
                <a:solidFill>
                  <a:srgbClr val="FFFCE9"/>
                </a:solidFill>
              </a:rPr>
              <a:t>Highest Precision</a:t>
            </a:r>
            <a:r>
              <a:rPr lang="en">
                <a:solidFill>
                  <a:srgbClr val="FFFCE9"/>
                </a:solidFill>
              </a:rPr>
              <a:t> (0.648 for 0.7 threshold) → minimizes false positives, reduces incorrect predictions</a:t>
            </a:r>
            <a:endParaRPr>
              <a:solidFill>
                <a:srgbClr val="FFFCE9"/>
              </a:solidFill>
            </a:endParaRPr>
          </a:p>
          <a:p>
            <a:pPr indent="-304800" lvl="0" marL="457200" rtl="0" algn="l">
              <a:spcBef>
                <a:spcPts val="0"/>
              </a:spcBef>
              <a:spcAft>
                <a:spcPts val="0"/>
              </a:spcAft>
              <a:buClr>
                <a:srgbClr val="FFFCE9"/>
              </a:buClr>
              <a:buSzPts val="1200"/>
              <a:buChar char="-"/>
            </a:pPr>
            <a:r>
              <a:rPr b="1" lang="en">
                <a:solidFill>
                  <a:srgbClr val="FFFCE9"/>
                </a:solidFill>
              </a:rPr>
              <a:t>Recall</a:t>
            </a:r>
            <a:r>
              <a:rPr lang="en">
                <a:solidFill>
                  <a:srgbClr val="FFFCE9"/>
                </a:solidFill>
              </a:rPr>
              <a:t> (0.553 for 0.4 threshold) → misses more invasive plants than the other models</a:t>
            </a:r>
            <a:endParaRPr>
              <a:solidFill>
                <a:srgbClr val="FFFCE9"/>
              </a:solidFill>
            </a:endParaRPr>
          </a:p>
          <a:p>
            <a:pPr indent="-304800" lvl="0" marL="457200" rtl="0" algn="l">
              <a:spcBef>
                <a:spcPts val="0"/>
              </a:spcBef>
              <a:spcAft>
                <a:spcPts val="0"/>
              </a:spcAft>
              <a:buClr>
                <a:srgbClr val="FFFCE9"/>
              </a:buClr>
              <a:buSzPts val="1200"/>
              <a:buChar char="-"/>
            </a:pPr>
            <a:r>
              <a:rPr lang="en">
                <a:solidFill>
                  <a:srgbClr val="FFFCE9"/>
                </a:solidFill>
              </a:rPr>
              <a:t>Ideal for minimizing false positives</a:t>
            </a:r>
            <a:endParaRPr>
              <a:solidFill>
                <a:srgbClr val="FFFCE9"/>
              </a:solidFill>
            </a:endParaRPr>
          </a:p>
        </p:txBody>
      </p:sp>
      <p:sp>
        <p:nvSpPr>
          <p:cNvPr id="647" name="Google Shape;647;p75"/>
          <p:cNvSpPr txBox="1"/>
          <p:nvPr>
            <p:ph idx="4294967295" type="body"/>
          </p:nvPr>
        </p:nvSpPr>
        <p:spPr>
          <a:xfrm>
            <a:off x="3114600" y="962375"/>
            <a:ext cx="29148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FFCE9"/>
                </a:solidFill>
              </a:rPr>
              <a:t>DenseNet Model</a:t>
            </a:r>
            <a:r>
              <a:rPr lang="en">
                <a:solidFill>
                  <a:srgbClr val="FFFCE9"/>
                </a:solidFill>
              </a:rPr>
              <a:t>:</a:t>
            </a:r>
            <a:endParaRPr>
              <a:solidFill>
                <a:srgbClr val="FFFCE9"/>
              </a:solidFill>
            </a:endParaRPr>
          </a:p>
          <a:p>
            <a:pPr indent="-304800" lvl="0" marL="457200" rtl="0" algn="l">
              <a:spcBef>
                <a:spcPts val="0"/>
              </a:spcBef>
              <a:spcAft>
                <a:spcPts val="0"/>
              </a:spcAft>
              <a:buClr>
                <a:srgbClr val="FFFCE9"/>
              </a:buClr>
              <a:buSzPts val="1200"/>
              <a:buChar char="-"/>
            </a:pPr>
            <a:r>
              <a:rPr b="1" lang="en">
                <a:solidFill>
                  <a:srgbClr val="FFFCE9"/>
                </a:solidFill>
              </a:rPr>
              <a:t>Highest Precision </a:t>
            </a:r>
            <a:r>
              <a:rPr lang="en">
                <a:solidFill>
                  <a:srgbClr val="FFFCE9"/>
                </a:solidFill>
              </a:rPr>
              <a:t>(0.624 for 0.4 threshold) → almost all invasive plants detected</a:t>
            </a:r>
            <a:endParaRPr>
              <a:solidFill>
                <a:srgbClr val="FFFCE9"/>
              </a:solidFill>
            </a:endParaRPr>
          </a:p>
          <a:p>
            <a:pPr indent="-304800" lvl="0" marL="457200" rtl="0" algn="l">
              <a:spcBef>
                <a:spcPts val="0"/>
              </a:spcBef>
              <a:spcAft>
                <a:spcPts val="0"/>
              </a:spcAft>
              <a:buClr>
                <a:srgbClr val="FFFCE9"/>
              </a:buClr>
              <a:buSzPts val="1200"/>
              <a:buChar char="-"/>
            </a:pPr>
            <a:r>
              <a:rPr b="1" lang="en">
                <a:solidFill>
                  <a:srgbClr val="FFFCE9"/>
                </a:solidFill>
              </a:rPr>
              <a:t>Highest F1 score</a:t>
            </a:r>
            <a:r>
              <a:rPr lang="en">
                <a:solidFill>
                  <a:srgbClr val="FFFCE9"/>
                </a:solidFill>
              </a:rPr>
              <a:t> (0.617 for 0.4 threshold) </a:t>
            </a:r>
            <a:endParaRPr>
              <a:solidFill>
                <a:srgbClr val="FFFCE9"/>
              </a:solidFill>
            </a:endParaRPr>
          </a:p>
          <a:p>
            <a:pPr indent="-304800" lvl="0" marL="457200" rtl="0" algn="l">
              <a:spcBef>
                <a:spcPts val="0"/>
              </a:spcBef>
              <a:spcAft>
                <a:spcPts val="0"/>
              </a:spcAft>
              <a:buClr>
                <a:srgbClr val="FFFCE9"/>
              </a:buClr>
              <a:buSzPts val="1200"/>
              <a:buChar char="-"/>
            </a:pPr>
            <a:r>
              <a:rPr b="1" lang="en">
                <a:solidFill>
                  <a:srgbClr val="FFFCE9"/>
                </a:solidFill>
              </a:rPr>
              <a:t>Second Highest Accuracy</a:t>
            </a:r>
            <a:r>
              <a:rPr lang="en">
                <a:solidFill>
                  <a:srgbClr val="FFFCE9"/>
                </a:solidFill>
              </a:rPr>
              <a:t> (91.3%) </a:t>
            </a:r>
            <a:endParaRPr>
              <a:solidFill>
                <a:srgbClr val="FFFCE9"/>
              </a:solidFill>
            </a:endParaRPr>
          </a:p>
          <a:p>
            <a:pPr indent="-304800" lvl="0" marL="457200" rtl="0" algn="l">
              <a:spcBef>
                <a:spcPts val="0"/>
              </a:spcBef>
              <a:spcAft>
                <a:spcPts val="0"/>
              </a:spcAft>
              <a:buClr>
                <a:srgbClr val="FFFCE9"/>
              </a:buClr>
              <a:buSzPts val="1200"/>
              <a:buChar char="-"/>
            </a:pPr>
            <a:r>
              <a:rPr lang="en">
                <a:solidFill>
                  <a:srgbClr val="FFFCE9"/>
                </a:solidFill>
              </a:rPr>
              <a:t>Ideal for general classification in detecting invasive plants effectively, which is our goal</a:t>
            </a:r>
            <a:endParaRPr>
              <a:solidFill>
                <a:srgbClr val="FFFCE9"/>
              </a:solidFill>
            </a:endParaRPr>
          </a:p>
          <a:p>
            <a:pPr indent="0" lvl="0" marL="0" rtl="0" algn="l">
              <a:spcBef>
                <a:spcPts val="0"/>
              </a:spcBef>
              <a:spcAft>
                <a:spcPts val="0"/>
              </a:spcAft>
              <a:buNone/>
            </a:pPr>
            <a:r>
              <a:t/>
            </a:r>
            <a:endParaRPr b="1">
              <a:solidFill>
                <a:srgbClr val="FFFCE9"/>
              </a:solidFill>
            </a:endParaRPr>
          </a:p>
        </p:txBody>
      </p:sp>
      <p:pic>
        <p:nvPicPr>
          <p:cNvPr id="648" name="Google Shape;648;p75" title="download.png"/>
          <p:cNvPicPr preferRelativeResize="0"/>
          <p:nvPr/>
        </p:nvPicPr>
        <p:blipFill rotWithShape="1">
          <a:blip r:embed="rId3">
            <a:alphaModFix/>
          </a:blip>
          <a:srcRect b="40" l="0" r="0" t="30"/>
          <a:stretch/>
        </p:blipFill>
        <p:spPr>
          <a:xfrm>
            <a:off x="1679363" y="3175700"/>
            <a:ext cx="5785275" cy="190254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652" name="Shape 652"/>
        <p:cNvGrpSpPr/>
        <p:nvPr/>
      </p:nvGrpSpPr>
      <p:grpSpPr>
        <a:xfrm>
          <a:off x="0" y="0"/>
          <a:ext cx="0" cy="0"/>
          <a:chOff x="0" y="0"/>
          <a:chExt cx="0" cy="0"/>
        </a:xfrm>
      </p:grpSpPr>
      <p:sp>
        <p:nvSpPr>
          <p:cNvPr id="653" name="Google Shape;653;p76"/>
          <p:cNvSpPr txBox="1"/>
          <p:nvPr>
            <p:ph type="title"/>
          </p:nvPr>
        </p:nvSpPr>
        <p:spPr>
          <a:xfrm>
            <a:off x="228600" y="223475"/>
            <a:ext cx="6950400" cy="7389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lt1"/>
                </a:solidFill>
              </a:rPr>
              <a:t>Result Comparison</a:t>
            </a:r>
            <a:r>
              <a:rPr lang="en" sz="1500">
                <a:solidFill>
                  <a:schemeClr val="lt1"/>
                </a:solidFill>
              </a:rPr>
              <a:t> </a:t>
            </a:r>
            <a:r>
              <a:rPr lang="en" sz="1100">
                <a:solidFill>
                  <a:schemeClr val="lt1"/>
                </a:solidFill>
              </a:rPr>
              <a:t>cont.</a:t>
            </a:r>
            <a:endParaRPr sz="1100">
              <a:solidFill>
                <a:schemeClr val="lt1"/>
              </a:solidFill>
            </a:endParaRPr>
          </a:p>
        </p:txBody>
      </p:sp>
      <p:sp>
        <p:nvSpPr>
          <p:cNvPr id="654" name="Google Shape;654;p76"/>
          <p:cNvSpPr txBox="1"/>
          <p:nvPr>
            <p:ph idx="4294967295" type="body"/>
          </p:nvPr>
        </p:nvSpPr>
        <p:spPr>
          <a:xfrm>
            <a:off x="312550" y="962375"/>
            <a:ext cx="42603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lt1"/>
                </a:solidFill>
              </a:rPr>
              <a:t>InceptionV3 Model</a:t>
            </a:r>
            <a:r>
              <a:rPr lang="en">
                <a:solidFill>
                  <a:schemeClr val="lt1"/>
                </a:solidFill>
              </a:rPr>
              <a:t>:</a:t>
            </a:r>
            <a:endParaRPr>
              <a:solidFill>
                <a:schemeClr val="lt1"/>
              </a:solidFill>
            </a:endParaRPr>
          </a:p>
          <a:p>
            <a:pPr indent="-304800" lvl="0" marL="457200" rtl="0" algn="l">
              <a:spcBef>
                <a:spcPts val="0"/>
              </a:spcBef>
              <a:spcAft>
                <a:spcPts val="0"/>
              </a:spcAft>
              <a:buClr>
                <a:schemeClr val="lt1"/>
              </a:buClr>
              <a:buSzPts val="1200"/>
              <a:buChar char="-"/>
            </a:pPr>
            <a:r>
              <a:rPr b="1" lang="en">
                <a:solidFill>
                  <a:schemeClr val="lt1"/>
                </a:solidFill>
              </a:rPr>
              <a:t>Second highest precision </a:t>
            </a:r>
            <a:r>
              <a:rPr lang="en">
                <a:solidFill>
                  <a:schemeClr val="lt1"/>
                </a:solidFill>
              </a:rPr>
              <a:t>(0.616 at 0.4)</a:t>
            </a:r>
            <a:endParaRPr>
              <a:solidFill>
                <a:schemeClr val="lt1"/>
              </a:solidFill>
            </a:endParaRPr>
          </a:p>
          <a:p>
            <a:pPr indent="-304800" lvl="0" marL="457200" rtl="0" algn="l">
              <a:spcBef>
                <a:spcPts val="0"/>
              </a:spcBef>
              <a:spcAft>
                <a:spcPts val="0"/>
              </a:spcAft>
              <a:buClr>
                <a:schemeClr val="lt1"/>
              </a:buClr>
              <a:buSzPts val="1200"/>
              <a:buChar char="-"/>
            </a:pPr>
            <a:r>
              <a:rPr b="1" lang="en">
                <a:solidFill>
                  <a:schemeClr val="lt1"/>
                </a:solidFill>
              </a:rPr>
              <a:t>Second lowest recalls</a:t>
            </a:r>
            <a:r>
              <a:rPr lang="en">
                <a:solidFill>
                  <a:schemeClr val="lt1"/>
                </a:solidFill>
              </a:rPr>
              <a:t> (0.597 and 0.518) → not high for invasive plant detection</a:t>
            </a:r>
            <a:endParaRPr>
              <a:solidFill>
                <a:schemeClr val="lt1"/>
              </a:solidFill>
            </a:endParaRPr>
          </a:p>
          <a:p>
            <a:pPr indent="-304800" lvl="0" marL="457200" rtl="0" algn="l">
              <a:spcBef>
                <a:spcPts val="0"/>
              </a:spcBef>
              <a:spcAft>
                <a:spcPts val="0"/>
              </a:spcAft>
              <a:buClr>
                <a:schemeClr val="lt1"/>
              </a:buClr>
              <a:buSzPts val="1200"/>
              <a:buChar char="-"/>
            </a:pPr>
            <a:r>
              <a:rPr b="1" lang="en">
                <a:solidFill>
                  <a:schemeClr val="lt1"/>
                </a:solidFill>
              </a:rPr>
              <a:t>Second lowest F1 scores</a:t>
            </a:r>
            <a:r>
              <a:rPr lang="en">
                <a:solidFill>
                  <a:schemeClr val="lt1"/>
                </a:solidFill>
              </a:rPr>
              <a:t> (0.607 and 0.559) → weaker balance between precision and recall</a:t>
            </a:r>
            <a:endParaRPr>
              <a:solidFill>
                <a:schemeClr val="lt1"/>
              </a:solidFill>
            </a:endParaRPr>
          </a:p>
          <a:p>
            <a:pPr indent="-304800" lvl="0" marL="457200" rtl="0" algn="l">
              <a:spcBef>
                <a:spcPts val="0"/>
              </a:spcBef>
              <a:spcAft>
                <a:spcPts val="0"/>
              </a:spcAft>
              <a:buClr>
                <a:schemeClr val="lt1"/>
              </a:buClr>
              <a:buSzPts val="1200"/>
              <a:buChar char="-"/>
            </a:pPr>
            <a:r>
              <a:rPr b="1" lang="en">
                <a:solidFill>
                  <a:schemeClr val="lt1"/>
                </a:solidFill>
              </a:rPr>
              <a:t>Third Highest Accuracy</a:t>
            </a:r>
            <a:r>
              <a:rPr lang="en">
                <a:solidFill>
                  <a:schemeClr val="lt1"/>
                </a:solidFill>
              </a:rPr>
              <a:t> (89.7%) </a:t>
            </a:r>
            <a:endParaRPr>
              <a:solidFill>
                <a:schemeClr val="lt1"/>
              </a:solidFill>
            </a:endParaRPr>
          </a:p>
          <a:p>
            <a:pPr indent="0" lvl="0" marL="0" rtl="0" algn="l">
              <a:spcBef>
                <a:spcPts val="0"/>
              </a:spcBef>
              <a:spcAft>
                <a:spcPts val="0"/>
              </a:spcAft>
              <a:buNone/>
            </a:pPr>
            <a:r>
              <a:rPr lang="en">
                <a:solidFill>
                  <a:schemeClr val="lt1"/>
                </a:solidFill>
              </a:rPr>
              <a:t>Limitations</a:t>
            </a:r>
            <a:endParaRPr>
              <a:solidFill>
                <a:schemeClr val="lt1"/>
              </a:solidFill>
            </a:endParaRPr>
          </a:p>
          <a:p>
            <a:pPr indent="-311150" lvl="0" marL="457200" rtl="0" algn="l">
              <a:spcBef>
                <a:spcPts val="0"/>
              </a:spcBef>
              <a:spcAft>
                <a:spcPts val="0"/>
              </a:spcAft>
              <a:buClr>
                <a:schemeClr val="lt1"/>
              </a:buClr>
              <a:buSzPts val="1300"/>
              <a:buChar char="-"/>
            </a:pPr>
            <a:r>
              <a:rPr b="1" lang="en">
                <a:solidFill>
                  <a:schemeClr val="lt1"/>
                </a:solidFill>
              </a:rPr>
              <a:t>Threshold Sensitivity:</a:t>
            </a:r>
            <a:r>
              <a:rPr lang="en">
                <a:solidFill>
                  <a:schemeClr val="lt1"/>
                </a:solidFill>
              </a:rPr>
              <a:t> performance dropped significantly at a 0.7 threshold, reducing recall even more</a:t>
            </a:r>
            <a:endParaRPr>
              <a:solidFill>
                <a:schemeClr val="lt1"/>
              </a:solidFill>
            </a:endParaRPr>
          </a:p>
          <a:p>
            <a:pPr indent="-311150" lvl="0" marL="457200" rtl="0" algn="l">
              <a:spcBef>
                <a:spcPts val="0"/>
              </a:spcBef>
              <a:spcAft>
                <a:spcPts val="0"/>
              </a:spcAft>
              <a:buClr>
                <a:schemeClr val="lt1"/>
              </a:buClr>
              <a:buSzPts val="1300"/>
              <a:buChar char="-"/>
            </a:pPr>
            <a:r>
              <a:rPr b="1" lang="en">
                <a:solidFill>
                  <a:schemeClr val="lt1"/>
                </a:solidFill>
              </a:rPr>
              <a:t>Complex Architecture for Small Datasets:</a:t>
            </a:r>
            <a:r>
              <a:rPr lang="en">
                <a:solidFill>
                  <a:schemeClr val="lt1"/>
                </a:solidFill>
              </a:rPr>
              <a:t> designed for large-scale datasets, making it harder to generalize well to our dataset</a:t>
            </a:r>
            <a:endParaRPr b="1">
              <a:solidFill>
                <a:schemeClr val="lt1"/>
              </a:solidFill>
            </a:endParaRPr>
          </a:p>
        </p:txBody>
      </p:sp>
      <p:sp>
        <p:nvSpPr>
          <p:cNvPr id="655" name="Google Shape;655;p76"/>
          <p:cNvSpPr txBox="1"/>
          <p:nvPr>
            <p:ph idx="4294967295" type="body"/>
          </p:nvPr>
        </p:nvSpPr>
        <p:spPr>
          <a:xfrm>
            <a:off x="4696450" y="962375"/>
            <a:ext cx="42603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lt1"/>
                </a:solidFill>
              </a:rPr>
              <a:t>VGG16 Model</a:t>
            </a:r>
            <a:r>
              <a:rPr lang="en">
                <a:solidFill>
                  <a:schemeClr val="lt1"/>
                </a:solidFill>
              </a:rPr>
              <a:t>:</a:t>
            </a:r>
            <a:endParaRPr>
              <a:solidFill>
                <a:schemeClr val="lt1"/>
              </a:solidFill>
            </a:endParaRPr>
          </a:p>
          <a:p>
            <a:pPr indent="-304800" lvl="0" marL="457200" rtl="0" algn="l">
              <a:spcBef>
                <a:spcPts val="0"/>
              </a:spcBef>
              <a:spcAft>
                <a:spcPts val="0"/>
              </a:spcAft>
              <a:buClr>
                <a:schemeClr val="lt1"/>
              </a:buClr>
              <a:buSzPts val="1200"/>
              <a:buChar char="-"/>
            </a:pPr>
            <a:r>
              <a:rPr b="1" lang="en">
                <a:solidFill>
                  <a:schemeClr val="lt1"/>
                </a:solidFill>
              </a:rPr>
              <a:t>Second lowest precision</a:t>
            </a:r>
            <a:r>
              <a:rPr lang="en">
                <a:solidFill>
                  <a:schemeClr val="lt1"/>
                </a:solidFill>
              </a:rPr>
              <a:t> (0.613 and 0.616)</a:t>
            </a:r>
            <a:endParaRPr>
              <a:solidFill>
                <a:schemeClr val="lt1"/>
              </a:solidFill>
            </a:endParaRPr>
          </a:p>
          <a:p>
            <a:pPr indent="-304800" lvl="0" marL="457200" rtl="0" algn="l">
              <a:spcBef>
                <a:spcPts val="0"/>
              </a:spcBef>
              <a:spcAft>
                <a:spcPts val="0"/>
              </a:spcAft>
              <a:buClr>
                <a:schemeClr val="lt1"/>
              </a:buClr>
              <a:buSzPts val="1200"/>
              <a:buChar char="-"/>
            </a:pPr>
            <a:r>
              <a:rPr b="1" lang="en">
                <a:solidFill>
                  <a:schemeClr val="lt1"/>
                </a:solidFill>
              </a:rPr>
              <a:t>Lowest recall </a:t>
            </a:r>
            <a:r>
              <a:rPr lang="en">
                <a:solidFill>
                  <a:schemeClr val="lt1"/>
                </a:solidFill>
              </a:rPr>
              <a:t>(0.504 at 0.7) </a:t>
            </a:r>
            <a:endParaRPr>
              <a:solidFill>
                <a:schemeClr val="lt1"/>
              </a:solidFill>
            </a:endParaRPr>
          </a:p>
          <a:p>
            <a:pPr indent="-304800" lvl="0" marL="457200" rtl="0" algn="l">
              <a:spcBef>
                <a:spcPts val="0"/>
              </a:spcBef>
              <a:spcAft>
                <a:spcPts val="0"/>
              </a:spcAft>
              <a:buClr>
                <a:schemeClr val="lt1"/>
              </a:buClr>
              <a:buSzPts val="1200"/>
              <a:buChar char="-"/>
            </a:pPr>
            <a:r>
              <a:rPr b="1" lang="en">
                <a:solidFill>
                  <a:schemeClr val="lt1"/>
                </a:solidFill>
              </a:rPr>
              <a:t>Second highest F1 score</a:t>
            </a:r>
            <a:r>
              <a:rPr lang="en">
                <a:solidFill>
                  <a:schemeClr val="lt1"/>
                </a:solidFill>
              </a:rPr>
              <a:t>(0.612 at 0.4) </a:t>
            </a:r>
            <a:endParaRPr>
              <a:solidFill>
                <a:schemeClr val="lt1"/>
              </a:solidFill>
            </a:endParaRPr>
          </a:p>
          <a:p>
            <a:pPr indent="-304800" lvl="0" marL="457200" rtl="0" algn="l">
              <a:spcBef>
                <a:spcPts val="0"/>
              </a:spcBef>
              <a:spcAft>
                <a:spcPts val="0"/>
              </a:spcAft>
              <a:buClr>
                <a:schemeClr val="lt1"/>
              </a:buClr>
              <a:buSzPts val="1200"/>
              <a:buChar char="-"/>
            </a:pPr>
            <a:r>
              <a:rPr b="1" lang="en">
                <a:solidFill>
                  <a:schemeClr val="lt1"/>
                </a:solidFill>
              </a:rPr>
              <a:t>Lowest Accuracy</a:t>
            </a:r>
            <a:r>
              <a:rPr lang="en">
                <a:solidFill>
                  <a:schemeClr val="lt1"/>
                </a:solidFill>
              </a:rPr>
              <a:t> (87.5%)</a:t>
            </a:r>
            <a:endParaRPr>
              <a:solidFill>
                <a:schemeClr val="lt1"/>
              </a:solidFill>
            </a:endParaRPr>
          </a:p>
          <a:p>
            <a:pPr indent="0" lvl="0" marL="0" rtl="0" algn="l">
              <a:spcBef>
                <a:spcPts val="0"/>
              </a:spcBef>
              <a:spcAft>
                <a:spcPts val="0"/>
              </a:spcAft>
              <a:buNone/>
            </a:pPr>
            <a:r>
              <a:rPr lang="en">
                <a:solidFill>
                  <a:schemeClr val="lt1"/>
                </a:solidFill>
              </a:rPr>
              <a:t>Limitations</a:t>
            </a:r>
            <a:endParaRPr>
              <a:solidFill>
                <a:schemeClr val="lt1"/>
              </a:solidFill>
            </a:endParaRPr>
          </a:p>
          <a:p>
            <a:pPr indent="-311150" lvl="0" marL="457200" rtl="0" algn="l">
              <a:spcBef>
                <a:spcPts val="0"/>
              </a:spcBef>
              <a:spcAft>
                <a:spcPts val="0"/>
              </a:spcAft>
              <a:buClr>
                <a:schemeClr val="lt1"/>
              </a:buClr>
              <a:buSzPts val="1300"/>
              <a:buChar char="-"/>
            </a:pPr>
            <a:r>
              <a:rPr b="1" lang="en">
                <a:solidFill>
                  <a:schemeClr val="lt1"/>
                </a:solidFill>
              </a:rPr>
              <a:t>High Risk of Overfitting:</a:t>
            </a:r>
            <a:r>
              <a:rPr lang="en">
                <a:solidFill>
                  <a:schemeClr val="lt1"/>
                </a:solidFill>
              </a:rPr>
              <a:t> prone to memorizing the data rather than generalizing</a:t>
            </a:r>
            <a:endParaRPr>
              <a:solidFill>
                <a:schemeClr val="lt1"/>
              </a:solidFill>
            </a:endParaRPr>
          </a:p>
          <a:p>
            <a:pPr indent="-311150" lvl="0" marL="457200" rtl="0" algn="l">
              <a:spcBef>
                <a:spcPts val="0"/>
              </a:spcBef>
              <a:spcAft>
                <a:spcPts val="0"/>
              </a:spcAft>
              <a:buClr>
                <a:schemeClr val="lt1"/>
              </a:buClr>
              <a:buSzPts val="1300"/>
              <a:buChar char="-"/>
            </a:pPr>
            <a:r>
              <a:rPr b="1" lang="en">
                <a:solidFill>
                  <a:schemeClr val="lt1"/>
                </a:solidFill>
              </a:rPr>
              <a:t>Less Efficient Feature Extraction:</a:t>
            </a:r>
            <a:r>
              <a:rPr lang="en">
                <a:solidFill>
                  <a:schemeClr val="lt1"/>
                </a:solidFill>
              </a:rPr>
              <a:t> lacks advanced techniques like feature reuse (DenseNet) or optimized convolutions (MobileNet)</a:t>
            </a:r>
            <a:endParaRPr>
              <a:solidFill>
                <a:schemeClr val="lt1"/>
              </a:solidFill>
            </a:endParaRPr>
          </a:p>
          <a:p>
            <a:pPr indent="0" lvl="0" marL="0" rtl="0" algn="l">
              <a:spcBef>
                <a:spcPts val="0"/>
              </a:spcBef>
              <a:spcAft>
                <a:spcPts val="0"/>
              </a:spcAft>
              <a:buNone/>
            </a:pPr>
            <a:r>
              <a:t/>
            </a:r>
            <a:endParaRPr>
              <a:solidFill>
                <a:schemeClr val="lt1"/>
              </a:solidFill>
            </a:endParaRPr>
          </a:p>
          <a:p>
            <a:pPr indent="0" lvl="0" marL="0" rtl="0" algn="l">
              <a:spcBef>
                <a:spcPts val="0"/>
              </a:spcBef>
              <a:spcAft>
                <a:spcPts val="0"/>
              </a:spcAft>
              <a:buNone/>
            </a:pPr>
            <a:r>
              <a:t/>
            </a:r>
            <a:endParaRPr>
              <a:solidFill>
                <a:schemeClr val="lt1"/>
              </a:solidFill>
            </a:endParaRPr>
          </a:p>
          <a:p>
            <a:pPr indent="0" lvl="0" marL="0" rtl="0" algn="l">
              <a:spcBef>
                <a:spcPts val="0"/>
              </a:spcBef>
              <a:spcAft>
                <a:spcPts val="0"/>
              </a:spcAft>
              <a:buNone/>
            </a:pPr>
            <a:r>
              <a:rPr b="1" lang="en">
                <a:solidFill>
                  <a:schemeClr val="lt1"/>
                </a:solidFill>
              </a:rPr>
              <a:t>Why The Other Three Worked Better</a:t>
            </a:r>
            <a:r>
              <a:rPr lang="en">
                <a:solidFill>
                  <a:schemeClr val="lt1"/>
                </a:solidFill>
              </a:rPr>
              <a:t>:</a:t>
            </a:r>
            <a:endParaRPr>
              <a:solidFill>
                <a:schemeClr val="lt1"/>
              </a:solidFill>
            </a:endParaRPr>
          </a:p>
          <a:p>
            <a:pPr indent="-304800" lvl="0" marL="457200" rtl="0" algn="l">
              <a:spcBef>
                <a:spcPts val="0"/>
              </a:spcBef>
              <a:spcAft>
                <a:spcPts val="0"/>
              </a:spcAft>
              <a:buClr>
                <a:schemeClr val="lt1"/>
              </a:buClr>
              <a:buSzPts val="1200"/>
              <a:buChar char="-"/>
            </a:pPr>
            <a:r>
              <a:rPr b="1" lang="en">
                <a:solidFill>
                  <a:schemeClr val="lt1"/>
                </a:solidFill>
              </a:rPr>
              <a:t>DenseNet:</a:t>
            </a:r>
            <a:r>
              <a:rPr lang="en">
                <a:solidFill>
                  <a:schemeClr val="lt1"/>
                </a:solidFill>
              </a:rPr>
              <a:t> feature reuse improves generalization and balances precision and recall</a:t>
            </a:r>
            <a:endParaRPr>
              <a:solidFill>
                <a:schemeClr val="lt1"/>
              </a:solidFill>
            </a:endParaRPr>
          </a:p>
          <a:p>
            <a:pPr indent="-304800" lvl="0" marL="457200" rtl="0" algn="l">
              <a:spcBef>
                <a:spcPts val="0"/>
              </a:spcBef>
              <a:spcAft>
                <a:spcPts val="0"/>
              </a:spcAft>
              <a:buClr>
                <a:schemeClr val="lt1"/>
              </a:buClr>
              <a:buSzPts val="1200"/>
              <a:buChar char="-"/>
            </a:pPr>
            <a:r>
              <a:rPr b="1" lang="en">
                <a:solidFill>
                  <a:schemeClr val="lt1"/>
                </a:solidFill>
              </a:rPr>
              <a:t>MobileNet:</a:t>
            </a:r>
            <a:r>
              <a:rPr lang="en">
                <a:solidFill>
                  <a:schemeClr val="lt1"/>
                </a:solidFill>
              </a:rPr>
              <a:t> lightweight and optimized for resource-efficient classification</a:t>
            </a:r>
            <a:endParaRPr>
              <a:solidFill>
                <a:schemeClr val="lt1"/>
              </a:solidFill>
            </a:endParaRPr>
          </a:p>
          <a:p>
            <a:pPr indent="-304800" lvl="0" marL="457200" rtl="0" algn="l">
              <a:spcBef>
                <a:spcPts val="0"/>
              </a:spcBef>
              <a:spcAft>
                <a:spcPts val="0"/>
              </a:spcAft>
              <a:buClr>
                <a:schemeClr val="lt1"/>
              </a:buClr>
              <a:buSzPts val="1200"/>
              <a:buChar char="-"/>
            </a:pPr>
            <a:r>
              <a:rPr b="1" lang="en">
                <a:solidFill>
                  <a:schemeClr val="lt1"/>
                </a:solidFill>
              </a:rPr>
              <a:t>Custom Model:</a:t>
            </a:r>
            <a:r>
              <a:rPr lang="en">
                <a:solidFill>
                  <a:schemeClr val="lt1"/>
                </a:solidFill>
              </a:rPr>
              <a:t> prioritizes recall, minimizing false negatives to detect invasive species effectively</a:t>
            </a:r>
            <a:endParaRPr>
              <a:solidFill>
                <a:schemeClr val="lt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59" name="Shape 659"/>
        <p:cNvGrpSpPr/>
        <p:nvPr/>
      </p:nvGrpSpPr>
      <p:grpSpPr>
        <a:xfrm>
          <a:off x="0" y="0"/>
          <a:ext cx="0" cy="0"/>
          <a:chOff x="0" y="0"/>
          <a:chExt cx="0" cy="0"/>
        </a:xfrm>
      </p:grpSpPr>
      <p:sp>
        <p:nvSpPr>
          <p:cNvPr id="660" name="Google Shape;660;p77"/>
          <p:cNvSpPr txBox="1"/>
          <p:nvPr>
            <p:ph type="title"/>
          </p:nvPr>
        </p:nvSpPr>
        <p:spPr>
          <a:xfrm>
            <a:off x="230900" y="304800"/>
            <a:ext cx="4406400" cy="7389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FFFCE9"/>
                </a:solidFill>
              </a:rPr>
              <a:t>Future Work</a:t>
            </a:r>
            <a:endParaRPr>
              <a:solidFill>
                <a:srgbClr val="FFFCE9"/>
              </a:solidFill>
            </a:endParaRPr>
          </a:p>
        </p:txBody>
      </p:sp>
      <p:sp>
        <p:nvSpPr>
          <p:cNvPr id="661" name="Google Shape;661;p77"/>
          <p:cNvSpPr txBox="1"/>
          <p:nvPr>
            <p:ph idx="4294967295" type="body"/>
          </p:nvPr>
        </p:nvSpPr>
        <p:spPr>
          <a:xfrm>
            <a:off x="311700" y="1152475"/>
            <a:ext cx="8520600" cy="3571200"/>
          </a:xfrm>
          <a:prstGeom prst="rect">
            <a:avLst/>
          </a:prstGeom>
        </p:spPr>
        <p:txBody>
          <a:bodyPr anchorCtr="0" anchor="t" bIns="91425" lIns="91425" spcFirstLastPara="1" rIns="91425" wrap="square" tIns="91425">
            <a:noAutofit/>
          </a:bodyPr>
          <a:lstStyle/>
          <a:p>
            <a:pPr indent="-361950" lvl="0" marL="457200" rtl="0" algn="l">
              <a:spcBef>
                <a:spcPts val="0"/>
              </a:spcBef>
              <a:spcAft>
                <a:spcPts val="0"/>
              </a:spcAft>
              <a:buClr>
                <a:srgbClr val="FFFCE9"/>
              </a:buClr>
              <a:buSzPts val="2100"/>
              <a:buChar char="●"/>
            </a:pPr>
            <a:r>
              <a:rPr lang="en" sz="2100">
                <a:solidFill>
                  <a:srgbClr val="FFFCE9"/>
                </a:solidFill>
              </a:rPr>
              <a:t>Use a different threshold that’s better suited for the data</a:t>
            </a:r>
            <a:endParaRPr sz="2100">
              <a:solidFill>
                <a:srgbClr val="FFFCE9"/>
              </a:solidFill>
            </a:endParaRPr>
          </a:p>
          <a:p>
            <a:pPr indent="-361950" lvl="0" marL="457200" rtl="0" algn="l">
              <a:spcBef>
                <a:spcPts val="0"/>
              </a:spcBef>
              <a:spcAft>
                <a:spcPts val="0"/>
              </a:spcAft>
              <a:buClr>
                <a:srgbClr val="FFFCE9"/>
              </a:buClr>
              <a:buSzPts val="2100"/>
              <a:buChar char="●"/>
            </a:pPr>
            <a:r>
              <a:rPr lang="en" sz="2100">
                <a:solidFill>
                  <a:srgbClr val="FFFCE9"/>
                </a:solidFill>
              </a:rPr>
              <a:t>Work on obtaining a large image dataset from Michigan of all of the invasive species and non-invasive species to make what we’ve done more applicable to this area</a:t>
            </a:r>
            <a:endParaRPr sz="2100">
              <a:solidFill>
                <a:srgbClr val="FFFCE9"/>
              </a:solidFill>
            </a:endParaRPr>
          </a:p>
          <a:p>
            <a:pPr indent="-361950" lvl="0" marL="457200" rtl="0" algn="l">
              <a:spcBef>
                <a:spcPts val="0"/>
              </a:spcBef>
              <a:spcAft>
                <a:spcPts val="0"/>
              </a:spcAft>
              <a:buClr>
                <a:srgbClr val="FFFCE9"/>
              </a:buClr>
              <a:buSzPts val="2100"/>
              <a:buChar char="●"/>
            </a:pPr>
            <a:r>
              <a:rPr lang="en" sz="2100">
                <a:solidFill>
                  <a:srgbClr val="FFFCE9"/>
                </a:solidFill>
              </a:rPr>
              <a:t>Create an app with the algorithm chosen to use to see what plants are invasive or not.</a:t>
            </a:r>
            <a:endParaRPr sz="2100">
              <a:solidFill>
                <a:srgbClr val="FFFCE9"/>
              </a:solidFill>
            </a:endParaRPr>
          </a:p>
          <a:p>
            <a:pPr indent="-361950" lvl="0" marL="457200" rtl="0" algn="l">
              <a:spcBef>
                <a:spcPts val="0"/>
              </a:spcBef>
              <a:spcAft>
                <a:spcPts val="0"/>
              </a:spcAft>
              <a:buClr>
                <a:srgbClr val="FFFCE9"/>
              </a:buClr>
              <a:buSzPts val="2100"/>
              <a:buChar char="●"/>
            </a:pPr>
            <a:r>
              <a:rPr lang="en" sz="2100">
                <a:solidFill>
                  <a:srgbClr val="FFFCE9"/>
                </a:solidFill>
              </a:rPr>
              <a:t>Invasive species mapping using remote sensing (decision boundaries)</a:t>
            </a:r>
            <a:endParaRPr sz="2100">
              <a:solidFill>
                <a:srgbClr val="FFFCE9"/>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665" name="Shape 665"/>
        <p:cNvGrpSpPr/>
        <p:nvPr/>
      </p:nvGrpSpPr>
      <p:grpSpPr>
        <a:xfrm>
          <a:off x="0" y="0"/>
          <a:ext cx="0" cy="0"/>
          <a:chOff x="0" y="0"/>
          <a:chExt cx="0" cy="0"/>
        </a:xfrm>
      </p:grpSpPr>
      <p:sp>
        <p:nvSpPr>
          <p:cNvPr id="666" name="Google Shape;666;p78"/>
          <p:cNvSpPr txBox="1"/>
          <p:nvPr>
            <p:ph type="title"/>
          </p:nvPr>
        </p:nvSpPr>
        <p:spPr>
          <a:xfrm>
            <a:off x="230900" y="304800"/>
            <a:ext cx="4406400" cy="7389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lt1"/>
                </a:solidFill>
              </a:rPr>
              <a:t>References</a:t>
            </a:r>
            <a:endParaRPr>
              <a:solidFill>
                <a:schemeClr val="lt1"/>
              </a:solidFill>
            </a:endParaRPr>
          </a:p>
        </p:txBody>
      </p:sp>
      <p:sp>
        <p:nvSpPr>
          <p:cNvPr id="667" name="Google Shape;667;p78"/>
          <p:cNvSpPr txBox="1"/>
          <p:nvPr>
            <p:ph idx="4294967295"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rPr>
              <a:t>[1] USDA. (n.d.) </a:t>
            </a:r>
            <a:r>
              <a:rPr i="1" lang="en">
                <a:solidFill>
                  <a:schemeClr val="lt1"/>
                </a:solidFill>
              </a:rPr>
              <a:t>Human Health Impacts</a:t>
            </a:r>
            <a:r>
              <a:rPr lang="en">
                <a:solidFill>
                  <a:schemeClr val="lt1"/>
                </a:solidFill>
              </a:rPr>
              <a:t>. National Invasive Species Information Center.</a:t>
            </a:r>
            <a:r>
              <a:rPr lang="en">
                <a:solidFill>
                  <a:srgbClr val="FFFCE9"/>
                </a:solidFill>
              </a:rPr>
              <a:t> </a:t>
            </a:r>
            <a:r>
              <a:rPr lang="en" u="sng">
                <a:solidFill>
                  <a:srgbClr val="3C78D8"/>
                </a:solidFill>
                <a:hlinkClick r:id="rId3">
                  <a:extLst>
                    <a:ext uri="{A12FA001-AC4F-418D-AE19-62706E023703}">
                      <ahyp:hlinkClr val="tx"/>
                    </a:ext>
                  </a:extLst>
                </a:hlinkClick>
              </a:rPr>
              <a:t>https://www.invasivespeciesinfo.gov/subject/human-health-impacts#:~:text=Invasive%20species%20can%20negatively%20impact,2013</a:t>
            </a:r>
            <a:r>
              <a:rPr lang="en">
                <a:solidFill>
                  <a:srgbClr val="3C78D8"/>
                </a:solidFill>
              </a:rPr>
              <a:t>).</a:t>
            </a:r>
            <a:endParaRPr>
              <a:solidFill>
                <a:srgbClr val="3C78D8"/>
              </a:solidFill>
            </a:endParaRPr>
          </a:p>
          <a:p>
            <a:pPr indent="0" lvl="0" marL="0" rtl="0" algn="l">
              <a:spcBef>
                <a:spcPts val="0"/>
              </a:spcBef>
              <a:spcAft>
                <a:spcPts val="0"/>
              </a:spcAft>
              <a:buNone/>
            </a:pPr>
            <a:r>
              <a:t/>
            </a:r>
            <a:endParaRPr>
              <a:solidFill>
                <a:schemeClr val="lt1"/>
              </a:solidFill>
            </a:endParaRPr>
          </a:p>
          <a:p>
            <a:pPr indent="0" lvl="0" marL="0" rtl="0" algn="l">
              <a:spcBef>
                <a:spcPts val="0"/>
              </a:spcBef>
              <a:spcAft>
                <a:spcPts val="0"/>
              </a:spcAft>
              <a:buNone/>
            </a:pPr>
            <a:r>
              <a:rPr lang="en">
                <a:solidFill>
                  <a:schemeClr val="lt1"/>
                </a:solidFill>
              </a:rPr>
              <a:t>[2] Kan W. (2017). </a:t>
            </a:r>
            <a:r>
              <a:rPr i="1" lang="en">
                <a:solidFill>
                  <a:schemeClr val="lt1"/>
                </a:solidFill>
              </a:rPr>
              <a:t>Invasive Species Monitoring.</a:t>
            </a:r>
            <a:r>
              <a:rPr lang="en">
                <a:solidFill>
                  <a:schemeClr val="lt1"/>
                </a:solidFill>
              </a:rPr>
              <a:t> [Dataset].</a:t>
            </a:r>
            <a:r>
              <a:rPr lang="en">
                <a:solidFill>
                  <a:srgbClr val="FFFCE9"/>
                </a:solidFill>
              </a:rPr>
              <a:t> </a:t>
            </a:r>
            <a:r>
              <a:rPr lang="en" u="sng">
                <a:solidFill>
                  <a:srgbClr val="3C78D8"/>
                </a:solidFill>
                <a:hlinkClick r:id="rId4">
                  <a:extLst>
                    <a:ext uri="{A12FA001-AC4F-418D-AE19-62706E023703}">
                      <ahyp:hlinkClr val="tx"/>
                    </a:ext>
                  </a:extLst>
                </a:hlinkClick>
              </a:rPr>
              <a:t>https://www.kaggle.com/competitions/invasive-species-monitoring/data</a:t>
            </a:r>
            <a:endParaRPr>
              <a:solidFill>
                <a:srgbClr val="3C78D8"/>
              </a:solidFill>
            </a:endParaRPr>
          </a:p>
          <a:p>
            <a:pPr indent="0" lvl="0" marL="0" rtl="0" algn="l">
              <a:spcBef>
                <a:spcPts val="0"/>
              </a:spcBef>
              <a:spcAft>
                <a:spcPts val="0"/>
              </a:spcAft>
              <a:buNone/>
            </a:pPr>
            <a:r>
              <a:t/>
            </a:r>
            <a:endParaRPr>
              <a:solidFill>
                <a:srgbClr val="3C78D8"/>
              </a:solidFill>
            </a:endParaRPr>
          </a:p>
          <a:p>
            <a:pPr indent="0" lvl="0" marL="0" rtl="0" algn="l">
              <a:spcBef>
                <a:spcPts val="0"/>
              </a:spcBef>
              <a:spcAft>
                <a:spcPts val="0"/>
              </a:spcAft>
              <a:buNone/>
            </a:pPr>
            <a:r>
              <a:t/>
            </a:r>
            <a:endParaRPr>
              <a:solidFill>
                <a:schemeClr val="lt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1" name="Shape 671"/>
        <p:cNvGrpSpPr/>
        <p:nvPr/>
      </p:nvGrpSpPr>
      <p:grpSpPr>
        <a:xfrm>
          <a:off x="0" y="0"/>
          <a:ext cx="0" cy="0"/>
          <a:chOff x="0" y="0"/>
          <a:chExt cx="0" cy="0"/>
        </a:xfrm>
      </p:grpSpPr>
      <p:pic>
        <p:nvPicPr>
          <p:cNvPr descr="Small lake surrounded by large trees with a bench." id="672" name="Google Shape;672;p79"/>
          <p:cNvPicPr preferRelativeResize="0"/>
          <p:nvPr>
            <p:ph idx="2" type="pic"/>
          </p:nvPr>
        </p:nvPicPr>
        <p:blipFill rotWithShape="1">
          <a:blip r:embed="rId3">
            <a:alphaModFix/>
          </a:blip>
          <a:srcRect b="7807" l="0" r="0" t="7798"/>
          <a:stretch/>
        </p:blipFill>
        <p:spPr>
          <a:xfrm>
            <a:off x="0" y="0"/>
            <a:ext cx="9144003" cy="5143501"/>
          </a:xfrm>
          <a:prstGeom prst="rect">
            <a:avLst/>
          </a:prstGeom>
        </p:spPr>
      </p:pic>
      <p:grpSp>
        <p:nvGrpSpPr>
          <p:cNvPr id="673" name="Google Shape;673;p79"/>
          <p:cNvGrpSpPr/>
          <p:nvPr/>
        </p:nvGrpSpPr>
        <p:grpSpPr>
          <a:xfrm>
            <a:off x="150" y="96"/>
            <a:ext cx="9143681" cy="5143242"/>
            <a:chOff x="238116" y="848375"/>
            <a:chExt cx="7144059" cy="4018472"/>
          </a:xfrm>
        </p:grpSpPr>
        <p:sp>
          <p:nvSpPr>
            <p:cNvPr id="674" name="Google Shape;674;p79"/>
            <p:cNvSpPr/>
            <p:nvPr/>
          </p:nvSpPr>
          <p:spPr>
            <a:xfrm>
              <a:off x="3444600" y="848375"/>
              <a:ext cx="3937575" cy="2402200"/>
            </a:xfrm>
            <a:custGeom>
              <a:rect b="b" l="l" r="r" t="t"/>
              <a:pathLst>
                <a:path extrusionOk="0" h="96088" w="157503">
                  <a:moveTo>
                    <a:pt x="0" y="0"/>
                  </a:moveTo>
                  <a:lnTo>
                    <a:pt x="0" y="61855"/>
                  </a:lnTo>
                  <a:lnTo>
                    <a:pt x="0" y="62737"/>
                  </a:lnTo>
                  <a:lnTo>
                    <a:pt x="96" y="64487"/>
                  </a:lnTo>
                  <a:lnTo>
                    <a:pt x="262" y="66213"/>
                  </a:lnTo>
                  <a:lnTo>
                    <a:pt x="524" y="67916"/>
                  </a:lnTo>
                  <a:lnTo>
                    <a:pt x="870" y="69583"/>
                  </a:lnTo>
                  <a:lnTo>
                    <a:pt x="1286" y="71226"/>
                  </a:lnTo>
                  <a:lnTo>
                    <a:pt x="1786" y="72833"/>
                  </a:lnTo>
                  <a:lnTo>
                    <a:pt x="2370" y="74405"/>
                  </a:lnTo>
                  <a:lnTo>
                    <a:pt x="3013" y="75941"/>
                  </a:lnTo>
                  <a:lnTo>
                    <a:pt x="3739" y="77441"/>
                  </a:lnTo>
                  <a:lnTo>
                    <a:pt x="4525" y="78894"/>
                  </a:lnTo>
                  <a:lnTo>
                    <a:pt x="5382" y="80311"/>
                  </a:lnTo>
                  <a:lnTo>
                    <a:pt x="6311" y="81668"/>
                  </a:lnTo>
                  <a:lnTo>
                    <a:pt x="7287" y="82990"/>
                  </a:lnTo>
                  <a:lnTo>
                    <a:pt x="8335" y="84264"/>
                  </a:lnTo>
                  <a:lnTo>
                    <a:pt x="9443" y="85478"/>
                  </a:lnTo>
                  <a:lnTo>
                    <a:pt x="10609" y="86633"/>
                  </a:lnTo>
                  <a:lnTo>
                    <a:pt x="11824" y="87741"/>
                  </a:lnTo>
                  <a:lnTo>
                    <a:pt x="13086" y="88789"/>
                  </a:lnTo>
                  <a:lnTo>
                    <a:pt x="14408" y="89777"/>
                  </a:lnTo>
                  <a:lnTo>
                    <a:pt x="15777" y="90694"/>
                  </a:lnTo>
                  <a:lnTo>
                    <a:pt x="17182" y="91551"/>
                  </a:lnTo>
                  <a:lnTo>
                    <a:pt x="18635" y="92349"/>
                  </a:lnTo>
                  <a:lnTo>
                    <a:pt x="20135" y="93063"/>
                  </a:lnTo>
                  <a:lnTo>
                    <a:pt x="21671" y="93718"/>
                  </a:lnTo>
                  <a:lnTo>
                    <a:pt x="23242" y="94289"/>
                  </a:lnTo>
                  <a:lnTo>
                    <a:pt x="24850" y="94790"/>
                  </a:lnTo>
                  <a:lnTo>
                    <a:pt x="26493" y="95218"/>
                  </a:lnTo>
                  <a:lnTo>
                    <a:pt x="28160" y="95552"/>
                  </a:lnTo>
                  <a:lnTo>
                    <a:pt x="29863" y="95813"/>
                  </a:lnTo>
                  <a:lnTo>
                    <a:pt x="31589" y="95992"/>
                  </a:lnTo>
                  <a:lnTo>
                    <a:pt x="33339" y="96075"/>
                  </a:lnTo>
                  <a:lnTo>
                    <a:pt x="34232" y="96087"/>
                  </a:lnTo>
                  <a:lnTo>
                    <a:pt x="157503" y="96087"/>
                  </a:lnTo>
                  <a:lnTo>
                    <a:pt x="15750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 name="Google Shape;675;p79"/>
            <p:cNvSpPr/>
            <p:nvPr/>
          </p:nvSpPr>
          <p:spPr>
            <a:xfrm>
              <a:off x="238116" y="3250576"/>
              <a:ext cx="2195925" cy="1616271"/>
            </a:xfrm>
            <a:custGeom>
              <a:rect b="b" l="l" r="r" t="t"/>
              <a:pathLst>
                <a:path extrusionOk="0" h="53581" w="87837">
                  <a:moveTo>
                    <a:pt x="0" y="1"/>
                  </a:moveTo>
                  <a:lnTo>
                    <a:pt x="0" y="53581"/>
                  </a:lnTo>
                  <a:lnTo>
                    <a:pt x="87836" y="53581"/>
                  </a:lnTo>
                  <a:lnTo>
                    <a:pt x="87836" y="34232"/>
                  </a:lnTo>
                  <a:lnTo>
                    <a:pt x="87824" y="33351"/>
                  </a:lnTo>
                  <a:lnTo>
                    <a:pt x="87741" y="31601"/>
                  </a:lnTo>
                  <a:lnTo>
                    <a:pt x="87562" y="29875"/>
                  </a:lnTo>
                  <a:lnTo>
                    <a:pt x="87300" y="28172"/>
                  </a:lnTo>
                  <a:lnTo>
                    <a:pt x="86955" y="26505"/>
                  </a:lnTo>
                  <a:lnTo>
                    <a:pt x="86538" y="24862"/>
                  </a:lnTo>
                  <a:lnTo>
                    <a:pt x="86038" y="23254"/>
                  </a:lnTo>
                  <a:lnTo>
                    <a:pt x="85455" y="21683"/>
                  </a:lnTo>
                  <a:lnTo>
                    <a:pt x="84812" y="20147"/>
                  </a:lnTo>
                  <a:lnTo>
                    <a:pt x="84085" y="18647"/>
                  </a:lnTo>
                  <a:lnTo>
                    <a:pt x="83300" y="17194"/>
                  </a:lnTo>
                  <a:lnTo>
                    <a:pt x="82442" y="15777"/>
                  </a:lnTo>
                  <a:lnTo>
                    <a:pt x="81514" y="14420"/>
                  </a:lnTo>
                  <a:lnTo>
                    <a:pt x="80537" y="13098"/>
                  </a:lnTo>
                  <a:lnTo>
                    <a:pt x="79489" y="11824"/>
                  </a:lnTo>
                  <a:lnTo>
                    <a:pt x="78382" y="10610"/>
                  </a:lnTo>
                  <a:lnTo>
                    <a:pt x="77215" y="9455"/>
                  </a:lnTo>
                  <a:lnTo>
                    <a:pt x="76001" y="8347"/>
                  </a:lnTo>
                  <a:lnTo>
                    <a:pt x="74739" y="7299"/>
                  </a:lnTo>
                  <a:lnTo>
                    <a:pt x="73417" y="6311"/>
                  </a:lnTo>
                  <a:lnTo>
                    <a:pt x="72048" y="5394"/>
                  </a:lnTo>
                  <a:lnTo>
                    <a:pt x="70643" y="4537"/>
                  </a:lnTo>
                  <a:lnTo>
                    <a:pt x="69190" y="3739"/>
                  </a:lnTo>
                  <a:lnTo>
                    <a:pt x="67690" y="3025"/>
                  </a:lnTo>
                  <a:lnTo>
                    <a:pt x="66154" y="2370"/>
                  </a:lnTo>
                  <a:lnTo>
                    <a:pt x="64582" y="1799"/>
                  </a:lnTo>
                  <a:lnTo>
                    <a:pt x="62975" y="1298"/>
                  </a:lnTo>
                  <a:lnTo>
                    <a:pt x="61332" y="870"/>
                  </a:lnTo>
                  <a:lnTo>
                    <a:pt x="59665" y="536"/>
                  </a:lnTo>
                  <a:lnTo>
                    <a:pt x="57962" y="274"/>
                  </a:lnTo>
                  <a:lnTo>
                    <a:pt x="56236" y="96"/>
                  </a:lnTo>
                  <a:lnTo>
                    <a:pt x="54485" y="13"/>
                  </a:lnTo>
                  <a:lnTo>
                    <a:pt x="53604"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76" name="Google Shape;676;p79"/>
          <p:cNvSpPr txBox="1"/>
          <p:nvPr>
            <p:ph type="title"/>
          </p:nvPr>
        </p:nvSpPr>
        <p:spPr>
          <a:xfrm>
            <a:off x="4113200" y="0"/>
            <a:ext cx="5030700" cy="19548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 sz="6700">
                <a:solidFill>
                  <a:srgbClr val="FFFCE9"/>
                </a:solidFill>
              </a:rPr>
              <a:t>Questions?</a:t>
            </a:r>
            <a:endParaRPr sz="6700">
              <a:solidFill>
                <a:srgbClr val="FFFCE9"/>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Board Meeting Presentation">
  <a:themeElements>
    <a:clrScheme name="Simple Light">
      <a:dk1>
        <a:srgbClr val="FFFCE9"/>
      </a:dk1>
      <a:lt1>
        <a:srgbClr val="093607"/>
      </a:lt1>
      <a:dk2>
        <a:srgbClr val="0B213F"/>
      </a:dk2>
      <a:lt2>
        <a:srgbClr val="D6D5CD"/>
      </a:lt2>
      <a:accent1>
        <a:srgbClr val="000000"/>
      </a:accent1>
      <a:accent2>
        <a:srgbClr val="212121"/>
      </a:accent2>
      <a:accent3>
        <a:srgbClr val="78909C"/>
      </a:accent3>
      <a:accent4>
        <a:srgbClr val="FFAB40"/>
      </a:accent4>
      <a:accent5>
        <a:srgbClr val="0097A7"/>
      </a:accent5>
      <a:accent6>
        <a:srgbClr val="EEFF41"/>
      </a:accent6>
      <a:hlink>
        <a:srgbClr val="FFFCE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